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4093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24377650" cy="13716000"/>
  <p:notesSz cx="6858000" cy="9144000"/>
  <p:defaultTextStyle>
    <a:defPPr>
      <a:defRPr lang="en-US"/>
    </a:defPPr>
    <a:lvl1pPr marL="0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217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434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2651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6868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1086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ECF3F6"/>
    <a:srgbClr val="111340"/>
    <a:srgbClr val="E2ECF1"/>
    <a:srgbClr val="F1F6F8"/>
    <a:srgbClr val="DBE9F0"/>
    <a:srgbClr val="073B4C"/>
    <a:srgbClr val="335FFE"/>
    <a:srgbClr val="B5B5B5"/>
    <a:srgbClr val="DEDEDE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888" autoAdjust="0"/>
    <p:restoredTop sz="92010" autoAdjust="0"/>
  </p:normalViewPr>
  <p:slideViewPr>
    <p:cSldViewPr snapToGrid="0" snapToObjects="1">
      <p:cViewPr varScale="1">
        <p:scale>
          <a:sx n="62" d="100"/>
          <a:sy n="62" d="100"/>
        </p:scale>
        <p:origin x="608" y="2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notesViewPr>
    <p:cSldViewPr snapToGrid="0" snapToObjects="1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Montserrat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Montserrat" panose="00000500000000000000" pitchFamily="2" charset="0"/>
              </a:defRPr>
            </a:lvl1pPr>
          </a:lstStyle>
          <a:p>
            <a:fld id="{EFC10EE1-B198-C942-8235-326C972CBB30}" type="datetimeFigureOut">
              <a:rPr lang="en-US" smtClean="0"/>
              <a:pPr/>
              <a:t>1/7/22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Montserrat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Montserrat" panose="00000500000000000000" pitchFamily="2" charset="0"/>
              </a:defRPr>
            </a:lvl1pPr>
          </a:lstStyle>
          <a:p>
            <a:fld id="{006BE02D-20C0-F840-AFAC-BEA99C74FDC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289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17" rtl="0" eaLnBrk="1" latinLnBrk="0" hangingPunct="1">
      <a:defRPr sz="2400" b="0" i="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1pPr>
    <a:lvl2pPr marL="914217" algn="l" defTabSz="914217" rtl="0" eaLnBrk="1" latinLnBrk="0" hangingPunct="1">
      <a:defRPr sz="2400" b="0" i="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2pPr>
    <a:lvl3pPr marL="1828434" algn="l" defTabSz="914217" rtl="0" eaLnBrk="1" latinLnBrk="0" hangingPunct="1">
      <a:defRPr sz="2400" b="0" i="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3pPr>
    <a:lvl4pPr marL="2742651" algn="l" defTabSz="914217" rtl="0" eaLnBrk="1" latinLnBrk="0" hangingPunct="1">
      <a:defRPr sz="2400" b="0" i="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4pPr>
    <a:lvl5pPr marL="3656868" algn="l" defTabSz="914217" rtl="0" eaLnBrk="1" latinLnBrk="0" hangingPunct="1">
      <a:defRPr sz="2400" b="0" i="0" kern="1200">
        <a:solidFill>
          <a:schemeClr val="tx1"/>
        </a:solidFill>
        <a:latin typeface="Montserrat" panose="00000500000000000000" pitchFamily="2" charset="0"/>
        <a:ea typeface="+mn-ea"/>
        <a:cs typeface="+mn-cs"/>
      </a:defRPr>
    </a:lvl5pPr>
    <a:lvl6pPr marL="4571086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8E9E8F4-2A7A-4967-9FEB-BCA91A6A6472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FE37C69D-765E-434C-BADB-CF44E8A13B9D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23553" name="Rectangle 1">
            <a:extLst>
              <a:ext uri="{FF2B5EF4-FFF2-40B4-BE49-F238E27FC236}">
                <a16:creationId xmlns:a16="http://schemas.microsoft.com/office/drawing/2014/main" id="{1D068DED-9DEE-4F81-8C35-CAF6FEA05AA1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534988" y="763588"/>
            <a:ext cx="6702425" cy="3771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FD1B2943-35C2-4045-BAE2-CB1A0CF15268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77875" y="4776788"/>
            <a:ext cx="6218238" cy="452596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8D832E0-31FE-42E1-A6E6-5328394D8307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968651CE-EB5C-461E-BD0E-499CA0DC4B93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24577" name="Rectangle 1">
            <a:extLst>
              <a:ext uri="{FF2B5EF4-FFF2-40B4-BE49-F238E27FC236}">
                <a16:creationId xmlns:a16="http://schemas.microsoft.com/office/drawing/2014/main" id="{514F6A0F-4EDF-403C-A94D-1DBBE2911683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534988" y="763588"/>
            <a:ext cx="6702425" cy="3771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EABB2D05-E755-4199-8AD8-0AB20D4864A7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77875" y="4776788"/>
            <a:ext cx="6218238" cy="452596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F202A4C-49EE-4E37-85EA-1B7FB083421B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EC592651-C410-48D2-9D5D-12F79C588153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25601" name="Rectangle 1">
            <a:extLst>
              <a:ext uri="{FF2B5EF4-FFF2-40B4-BE49-F238E27FC236}">
                <a16:creationId xmlns:a16="http://schemas.microsoft.com/office/drawing/2014/main" id="{450BF2FA-B082-4965-8E35-DD8D1733F8C4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534988" y="763588"/>
            <a:ext cx="6702425" cy="3771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F0FC8892-6984-4298-B759-637F5014AC26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77875" y="4776788"/>
            <a:ext cx="6218238" cy="452596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8C9BD8A-5069-44AF-9F75-B035C1D54178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C5AB89CA-B803-477E-86F3-666283776418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26625" name="Rectangle 1">
            <a:extLst>
              <a:ext uri="{FF2B5EF4-FFF2-40B4-BE49-F238E27FC236}">
                <a16:creationId xmlns:a16="http://schemas.microsoft.com/office/drawing/2014/main" id="{63002889-3416-42F3-8D91-18DB11216F6E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534988" y="763588"/>
            <a:ext cx="6702425" cy="3771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85199EA4-E03E-4ED1-AD5A-E4C63BB2BBA9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77875" y="4776788"/>
            <a:ext cx="6218238" cy="452596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1C652D1-BD37-4D56-91F1-903C31778FDF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212D727E-7D6C-4F44-AA07-C87FB9624536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27649" name="Rectangle 1">
            <a:extLst>
              <a:ext uri="{FF2B5EF4-FFF2-40B4-BE49-F238E27FC236}">
                <a16:creationId xmlns:a16="http://schemas.microsoft.com/office/drawing/2014/main" id="{899E7B88-C465-430C-88F1-37ADBFE9FAD8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534988" y="763588"/>
            <a:ext cx="6702425" cy="3771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CB01884A-34A1-4E40-800D-0A9EBB1EE3D7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77875" y="4776788"/>
            <a:ext cx="6218238" cy="452596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B22AFBD-FC37-4A99-942C-2E0415248E30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000226C-BC73-4CC5-A1DE-1FEB43055DE7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28673" name="Rectangle 1">
            <a:extLst>
              <a:ext uri="{FF2B5EF4-FFF2-40B4-BE49-F238E27FC236}">
                <a16:creationId xmlns:a16="http://schemas.microsoft.com/office/drawing/2014/main" id="{A5A180AB-9FA7-47F8-8D78-72534804DA64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534988" y="763588"/>
            <a:ext cx="6702425" cy="3771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7CB02D37-4B06-4567-85BA-1BD5E3CAFCEA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77875" y="4776788"/>
            <a:ext cx="6218238" cy="452596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5F8F88A-6A79-4AEB-BD4B-7FB3C66094B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7193B8D1-6998-4D04-8B86-4874FB0D4DA9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29697" name="Rectangle 1">
            <a:extLst>
              <a:ext uri="{FF2B5EF4-FFF2-40B4-BE49-F238E27FC236}">
                <a16:creationId xmlns:a16="http://schemas.microsoft.com/office/drawing/2014/main" id="{B68F4657-334E-4B5D-BC65-875C1CC75D9F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534988" y="763588"/>
            <a:ext cx="6702425" cy="3771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9871D22E-183E-4F82-9947-FDA020C7FE6B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77875" y="4776788"/>
            <a:ext cx="6218238" cy="452596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A5525BC-54A0-4F2C-A783-5C3784EAD6E0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62C49620-5E69-41D2-A5C4-2A4A015D6E63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30721" name="Rectangle 1">
            <a:extLst>
              <a:ext uri="{FF2B5EF4-FFF2-40B4-BE49-F238E27FC236}">
                <a16:creationId xmlns:a16="http://schemas.microsoft.com/office/drawing/2014/main" id="{83253A21-F4D4-4359-95BA-F0928334C7B2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534988" y="763588"/>
            <a:ext cx="6702425" cy="3771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FBA8F547-AC90-425A-B6FE-D6A78BFF778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77875" y="4776788"/>
            <a:ext cx="6218238" cy="452596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9311BBE-61E1-4D31-8A84-1175518E4C59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80A94D8E-4E19-4D30-B70D-6698AFF8CED1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31745" name="Rectangle 1">
            <a:extLst>
              <a:ext uri="{FF2B5EF4-FFF2-40B4-BE49-F238E27FC236}">
                <a16:creationId xmlns:a16="http://schemas.microsoft.com/office/drawing/2014/main" id="{8A06E982-EDE5-4585-AA2F-F8347F3A69EA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534988" y="763588"/>
            <a:ext cx="6702425" cy="3771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F45C32A4-77BB-4AF4-81AC-B5705BFD90A5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77875" y="4776788"/>
            <a:ext cx="6218238" cy="452596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E277F63-5A0E-4709-B2CC-50E48AE3C7F5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1BEAF0FC-3051-4DE2-9371-A0529C9ED653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32769" name="Rectangle 1">
            <a:extLst>
              <a:ext uri="{FF2B5EF4-FFF2-40B4-BE49-F238E27FC236}">
                <a16:creationId xmlns:a16="http://schemas.microsoft.com/office/drawing/2014/main" id="{4C5CB481-6503-45EB-A925-7EEDD6F5A3EA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534988" y="763588"/>
            <a:ext cx="6702425" cy="3771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BCD4DE95-470B-4EC2-9B46-3EF6AE045B9A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77875" y="4776788"/>
            <a:ext cx="6218238" cy="452596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C07E883-C924-4595-B3E6-273B61F2296F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C2D9C513-09DE-497E-9F2F-8957F3475EF0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33793" name="Rectangle 1">
            <a:extLst>
              <a:ext uri="{FF2B5EF4-FFF2-40B4-BE49-F238E27FC236}">
                <a16:creationId xmlns:a16="http://schemas.microsoft.com/office/drawing/2014/main" id="{2FC0DB8C-2B80-4322-BCA6-6081BA9D1927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534988" y="763588"/>
            <a:ext cx="6702425" cy="3771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B1A5B645-2583-433C-8956-BDC73CB61497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77875" y="4776788"/>
            <a:ext cx="6218238" cy="452596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8596E0B-71D1-4E8B-BBBA-CBFC80BA3D4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1A8BF873-7D74-4109-8B1D-FA85537C3B4A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34817" name="Rectangle 1">
            <a:extLst>
              <a:ext uri="{FF2B5EF4-FFF2-40B4-BE49-F238E27FC236}">
                <a16:creationId xmlns:a16="http://schemas.microsoft.com/office/drawing/2014/main" id="{220C3F63-4B39-4459-A44C-F8B5CB7A382E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534988" y="763588"/>
            <a:ext cx="6702425" cy="3771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4818" name="Rectangle 2">
            <a:extLst>
              <a:ext uri="{FF2B5EF4-FFF2-40B4-BE49-F238E27FC236}">
                <a16:creationId xmlns:a16="http://schemas.microsoft.com/office/drawing/2014/main" id="{04C4CC6E-5317-4F65-956B-0E2602526523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77875" y="4776788"/>
            <a:ext cx="6218238" cy="452596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C912C68-AF50-4801-BF91-850B5D91C98A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CE8EB73B-A03D-40BE-9A51-880E1F489EEA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35841" name="Rectangle 1">
            <a:extLst>
              <a:ext uri="{FF2B5EF4-FFF2-40B4-BE49-F238E27FC236}">
                <a16:creationId xmlns:a16="http://schemas.microsoft.com/office/drawing/2014/main" id="{074EB138-92EA-4E0A-A62A-0F820AA7294B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534988" y="763588"/>
            <a:ext cx="6702425" cy="3771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B84BF134-785D-4AA2-AC57-82CD223E6E61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77875" y="4776788"/>
            <a:ext cx="6218238" cy="452596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005407B-DE22-4EE1-9400-874810E39963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EB7B5003-7CF0-4F1E-BA1C-088BE1560155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36865" name="Rectangle 1">
            <a:extLst>
              <a:ext uri="{FF2B5EF4-FFF2-40B4-BE49-F238E27FC236}">
                <a16:creationId xmlns:a16="http://schemas.microsoft.com/office/drawing/2014/main" id="{9F6D821C-F771-4454-B7F5-54C34F9C0C90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534988" y="763588"/>
            <a:ext cx="6702425" cy="3771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335C1408-06F4-4CBE-AD54-5BE5678F32CF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77875" y="4776788"/>
            <a:ext cx="6218238" cy="452596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38D7002-A6EF-4D1F-ABD9-08DBEED6D8B5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E0793E3A-A33E-48B1-AA95-F28E98BE0085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37889" name="Rectangle 1">
            <a:extLst>
              <a:ext uri="{FF2B5EF4-FFF2-40B4-BE49-F238E27FC236}">
                <a16:creationId xmlns:a16="http://schemas.microsoft.com/office/drawing/2014/main" id="{E1CA9656-1766-4839-88EC-E032CA9A36A4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534988" y="763588"/>
            <a:ext cx="6702425" cy="3771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8E3E66D3-B21D-4B3E-AC1E-50884D03E9F1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77875" y="4776788"/>
            <a:ext cx="6218238" cy="452596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71C8D96-0E8A-4826-989B-1039BB79EA18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E016EDD0-2B57-4400-8EAA-AA65D05BFBCC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38913" name="Rectangle 1">
            <a:extLst>
              <a:ext uri="{FF2B5EF4-FFF2-40B4-BE49-F238E27FC236}">
                <a16:creationId xmlns:a16="http://schemas.microsoft.com/office/drawing/2014/main" id="{CAB8DADF-A846-4F45-9917-5D20BDD497E8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534988" y="763588"/>
            <a:ext cx="6702425" cy="3771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6DFC8F22-F255-41EF-BD7D-A2F158AD2E5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77875" y="4776788"/>
            <a:ext cx="6218238" cy="452596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AF332D0-54EE-46E6-B585-334329D6DE4A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89CF7D7-FD24-4757-874E-434D757092F7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39937" name="Rectangle 1">
            <a:extLst>
              <a:ext uri="{FF2B5EF4-FFF2-40B4-BE49-F238E27FC236}">
                <a16:creationId xmlns:a16="http://schemas.microsoft.com/office/drawing/2014/main" id="{B7875579-DB57-4C23-B4D7-B0B760C43933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534988" y="763588"/>
            <a:ext cx="6702425" cy="3771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A0105041-D266-4CA7-9697-CAFACE4B7328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77875" y="4776788"/>
            <a:ext cx="6218238" cy="452596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87DA3EF-2D78-4160-8FE4-9DF542843A72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0C59035B-A1C0-405A-87F1-4EC997A2E3C8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40961" name="Rectangle 1">
            <a:extLst>
              <a:ext uri="{FF2B5EF4-FFF2-40B4-BE49-F238E27FC236}">
                <a16:creationId xmlns:a16="http://schemas.microsoft.com/office/drawing/2014/main" id="{A7DDE838-1FCB-4B74-A74B-D4FFFBB8B41C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534988" y="763588"/>
            <a:ext cx="6702425" cy="3771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0962" name="Rectangle 2">
            <a:extLst>
              <a:ext uri="{FF2B5EF4-FFF2-40B4-BE49-F238E27FC236}">
                <a16:creationId xmlns:a16="http://schemas.microsoft.com/office/drawing/2014/main" id="{6D23E0D9-6EEB-4CFE-A450-472EF2843F54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77875" y="4776788"/>
            <a:ext cx="6218238" cy="452596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7BFE2B0-9085-451B-BE0A-C2DDF14126BE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D2B543E5-F410-4C33-A4D4-1997FA018DA5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41985" name="Rectangle 1">
            <a:extLst>
              <a:ext uri="{FF2B5EF4-FFF2-40B4-BE49-F238E27FC236}">
                <a16:creationId xmlns:a16="http://schemas.microsoft.com/office/drawing/2014/main" id="{A135A2AD-7471-49FB-8619-5764B3CE07D7}"/>
              </a:ext>
            </a:extLst>
          </p:cNvPr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534988" y="763588"/>
            <a:ext cx="6702425" cy="37719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>
            <a:extLst>
              <a:ext uri="{FF2B5EF4-FFF2-40B4-BE49-F238E27FC236}">
                <a16:creationId xmlns:a16="http://schemas.microsoft.com/office/drawing/2014/main" id="{C57F8A61-0199-48C5-82D8-C541E53336CB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777875" y="4776788"/>
            <a:ext cx="6218238" cy="452596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4256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5964" y="730259"/>
            <a:ext cx="21025723" cy="2651126"/>
          </a:xfrm>
          <a:prstGeom prst="rect">
            <a:avLst/>
          </a:prstGeom>
        </p:spPr>
        <p:txBody>
          <a:bodyPr vert="horz" lIns="182843" tIns="91422" rIns="182843" bIns="91422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5964" y="3651250"/>
            <a:ext cx="21025723" cy="8702676"/>
          </a:xfrm>
          <a:prstGeom prst="rect">
            <a:avLst/>
          </a:prstGeom>
        </p:spPr>
        <p:txBody>
          <a:bodyPr vert="horz" lIns="182843" tIns="91422" rIns="182843" bIns="91422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22848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</p:sldLayoutIdLst>
  <p:hf hdr="0" ftr="0" dt="0"/>
  <p:txStyles>
    <p:titleStyle>
      <a:lvl1pPr algn="ctr" defTabSz="1828434" rtl="0" eaLnBrk="1" latinLnBrk="0" hangingPunct="1">
        <a:lnSpc>
          <a:spcPct val="90000"/>
        </a:lnSpc>
        <a:spcBef>
          <a:spcPct val="0"/>
        </a:spcBef>
        <a:buNone/>
        <a:defRPr lang="en-US" sz="7000" b="1" i="0" kern="1200" spc="-290" baseline="0">
          <a:solidFill>
            <a:schemeClr val="tx2"/>
          </a:solidFill>
          <a:latin typeface="Montserrat" pitchFamily="2" charset="77"/>
          <a:ea typeface="Open Sans Light" panose="020B0306030504020204" pitchFamily="34" charset="0"/>
          <a:cs typeface="Poppins" pitchFamily="2" charset="77"/>
        </a:defRPr>
      </a:lvl1pPr>
    </p:titleStyle>
    <p:bodyStyle>
      <a:lvl1pPr marL="457109" indent="-457109" algn="l" defTabSz="1828434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lang="en-US" sz="4000" b="0" i="0" kern="1200" spc="-30" baseline="0" dirty="0" smtClean="0">
          <a:solidFill>
            <a:schemeClr val="tx1"/>
          </a:solidFill>
          <a:effectLst/>
          <a:latin typeface="Montserrat" pitchFamily="2" charset="77"/>
          <a:ea typeface="Open Sans Light" panose="020B0306030504020204" pitchFamily="34" charset="0"/>
          <a:cs typeface="Poppins" pitchFamily="2" charset="77"/>
        </a:defRPr>
      </a:lvl1pPr>
      <a:lvl2pPr marL="1371326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3200" b="0" i="0" kern="1200" spc="-30" baseline="0" dirty="0" smtClean="0">
          <a:solidFill>
            <a:schemeClr val="tx1"/>
          </a:solidFill>
          <a:effectLst/>
          <a:latin typeface="Montserrat" pitchFamily="2" charset="77"/>
          <a:ea typeface="Open Sans Light" panose="020B0306030504020204" pitchFamily="34" charset="0"/>
          <a:cs typeface="Poppins" pitchFamily="2" charset="77"/>
        </a:defRPr>
      </a:lvl2pPr>
      <a:lvl3pPr marL="2285543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800" b="0" i="0" kern="1200" spc="-30" baseline="0" dirty="0" smtClean="0">
          <a:solidFill>
            <a:schemeClr val="tx1"/>
          </a:solidFill>
          <a:effectLst/>
          <a:latin typeface="Montserrat" pitchFamily="2" charset="77"/>
          <a:ea typeface="Open Sans Light" panose="020B0306030504020204" pitchFamily="34" charset="0"/>
          <a:cs typeface="Poppins" pitchFamily="2" charset="77"/>
        </a:defRPr>
      </a:lvl3pPr>
      <a:lvl4pPr marL="3199760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400" b="0" i="0" kern="1200" spc="-30" baseline="0" dirty="0" smtClean="0">
          <a:solidFill>
            <a:schemeClr val="tx1"/>
          </a:solidFill>
          <a:effectLst/>
          <a:latin typeface="Montserrat" pitchFamily="2" charset="77"/>
          <a:ea typeface="Open Sans Light" panose="020B0306030504020204" pitchFamily="34" charset="0"/>
          <a:cs typeface="Poppins" pitchFamily="2" charset="77"/>
        </a:defRPr>
      </a:lvl4pPr>
      <a:lvl5pPr marL="4113977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400" b="0" i="0" kern="1200" spc="-30" baseline="0" dirty="0">
          <a:solidFill>
            <a:schemeClr val="tx1"/>
          </a:solidFill>
          <a:effectLst/>
          <a:latin typeface="Montserrat" pitchFamily="2" charset="77"/>
          <a:ea typeface="Open Sans Light" panose="020B0306030504020204" pitchFamily="34" charset="0"/>
          <a:cs typeface="Poppins" pitchFamily="2" charset="77"/>
        </a:defRPr>
      </a:lvl5pPr>
      <a:lvl6pPr marL="5028194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2411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6628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0846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217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434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2651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6868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086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5303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399520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3737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81A4882-865D-42A2-9A4B-324F1E361C1B}"/>
              </a:ext>
            </a:extLst>
          </p:cNvPr>
          <p:cNvGrpSpPr/>
          <p:nvPr/>
        </p:nvGrpSpPr>
        <p:grpSpPr>
          <a:xfrm>
            <a:off x="0" y="3719622"/>
            <a:ext cx="24377650" cy="9997466"/>
            <a:chOff x="0" y="3719622"/>
            <a:chExt cx="24377650" cy="9997466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D138B0B-4220-4D2F-90BD-7DB425F36A20}"/>
                </a:ext>
              </a:extLst>
            </p:cNvPr>
            <p:cNvGrpSpPr/>
            <p:nvPr/>
          </p:nvGrpSpPr>
          <p:grpSpPr>
            <a:xfrm>
              <a:off x="0" y="12445825"/>
              <a:ext cx="24377650" cy="1271263"/>
              <a:chOff x="0" y="12445825"/>
              <a:chExt cx="24377650" cy="1271263"/>
            </a:xfrm>
          </p:grpSpPr>
          <p:sp>
            <p:nvSpPr>
              <p:cNvPr id="15" name="Freeform 2">
                <a:extLst>
                  <a:ext uri="{FF2B5EF4-FFF2-40B4-BE49-F238E27FC236}">
                    <a16:creationId xmlns:a16="http://schemas.microsoft.com/office/drawing/2014/main" id="{7F9AD784-7CFB-4779-8DD8-B36561B522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2445825"/>
                <a:ext cx="24377650" cy="1271263"/>
              </a:xfrm>
              <a:custGeom>
                <a:avLst/>
                <a:gdLst>
                  <a:gd name="T0" fmla="*/ 0 w 27398"/>
                  <a:gd name="T1" fmla="*/ 1426 h 1427"/>
                  <a:gd name="T2" fmla="*/ 27397 w 27398"/>
                  <a:gd name="T3" fmla="*/ 1426 h 1427"/>
                  <a:gd name="T4" fmla="*/ 27397 w 27398"/>
                  <a:gd name="T5" fmla="*/ 0 h 1427"/>
                  <a:gd name="T6" fmla="*/ 0 w 27398"/>
                  <a:gd name="T7" fmla="*/ 0 h 1427"/>
                  <a:gd name="T8" fmla="*/ 0 w 27398"/>
                  <a:gd name="T9" fmla="*/ 1426 h 14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398" h="1427">
                    <a:moveTo>
                      <a:pt x="0" y="1426"/>
                    </a:moveTo>
                    <a:lnTo>
                      <a:pt x="27397" y="1426"/>
                    </a:lnTo>
                    <a:lnTo>
                      <a:pt x="27397" y="0"/>
                    </a:lnTo>
                    <a:lnTo>
                      <a:pt x="0" y="0"/>
                    </a:lnTo>
                    <a:lnTo>
                      <a:pt x="0" y="1426"/>
                    </a:lnTo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6" name="Freeform 3">
                <a:extLst>
                  <a:ext uri="{FF2B5EF4-FFF2-40B4-BE49-F238E27FC236}">
                    <a16:creationId xmlns:a16="http://schemas.microsoft.com/office/drawing/2014/main" id="{67AC5FCB-79D3-4AF8-8BB2-2F1541ADDC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2928433"/>
                <a:ext cx="2373808" cy="149099"/>
              </a:xfrm>
              <a:custGeom>
                <a:avLst/>
                <a:gdLst>
                  <a:gd name="T0" fmla="*/ 0 w 2669"/>
                  <a:gd name="T1" fmla="*/ 0 h 168"/>
                  <a:gd name="T2" fmla="*/ 0 w 2669"/>
                  <a:gd name="T3" fmla="*/ 167 h 168"/>
                  <a:gd name="T4" fmla="*/ 2337 w 2669"/>
                  <a:gd name="T5" fmla="*/ 167 h 168"/>
                  <a:gd name="T6" fmla="*/ 2668 w 2669"/>
                  <a:gd name="T7" fmla="*/ 0 h 168"/>
                  <a:gd name="T8" fmla="*/ 0 w 2669"/>
                  <a:gd name="T9" fmla="*/ 0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69" h="168">
                    <a:moveTo>
                      <a:pt x="0" y="0"/>
                    </a:moveTo>
                    <a:lnTo>
                      <a:pt x="0" y="167"/>
                    </a:lnTo>
                    <a:lnTo>
                      <a:pt x="2337" y="167"/>
                    </a:lnTo>
                    <a:lnTo>
                      <a:pt x="2668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7" name="Freeform 4">
                <a:extLst>
                  <a:ext uri="{FF2B5EF4-FFF2-40B4-BE49-F238E27FC236}">
                    <a16:creationId xmlns:a16="http://schemas.microsoft.com/office/drawing/2014/main" id="{4CFDD6F3-B207-427C-8A21-51E57938C0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3164" y="12928433"/>
                <a:ext cx="3134997" cy="149099"/>
              </a:xfrm>
              <a:custGeom>
                <a:avLst/>
                <a:gdLst>
                  <a:gd name="T0" fmla="*/ 3522 w 3523"/>
                  <a:gd name="T1" fmla="*/ 0 h 168"/>
                  <a:gd name="T2" fmla="*/ 276 w 3523"/>
                  <a:gd name="T3" fmla="*/ 0 h 168"/>
                  <a:gd name="T4" fmla="*/ 0 w 3523"/>
                  <a:gd name="T5" fmla="*/ 167 h 168"/>
                  <a:gd name="T6" fmla="*/ 3343 w 3523"/>
                  <a:gd name="T7" fmla="*/ 167 h 168"/>
                  <a:gd name="T8" fmla="*/ 3522 w 3523"/>
                  <a:gd name="T9" fmla="*/ 0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23" h="168">
                    <a:moveTo>
                      <a:pt x="3522" y="0"/>
                    </a:moveTo>
                    <a:lnTo>
                      <a:pt x="276" y="0"/>
                    </a:lnTo>
                    <a:lnTo>
                      <a:pt x="0" y="167"/>
                    </a:lnTo>
                    <a:lnTo>
                      <a:pt x="3343" y="167"/>
                    </a:lnTo>
                    <a:lnTo>
                      <a:pt x="3522" y="0"/>
                    </a:lnTo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8" name="Freeform 5">
                <a:extLst>
                  <a:ext uri="{FF2B5EF4-FFF2-40B4-BE49-F238E27FC236}">
                    <a16:creationId xmlns:a16="http://schemas.microsoft.com/office/drawing/2014/main" id="{608C70E5-F330-4509-ACED-B35B9C92C4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84844" y="12928433"/>
                <a:ext cx="2997670" cy="149099"/>
              </a:xfrm>
              <a:custGeom>
                <a:avLst/>
                <a:gdLst>
                  <a:gd name="T0" fmla="*/ 3369 w 3370"/>
                  <a:gd name="T1" fmla="*/ 0 h 168"/>
                  <a:gd name="T2" fmla="*/ 124 w 3370"/>
                  <a:gd name="T3" fmla="*/ 0 h 168"/>
                  <a:gd name="T4" fmla="*/ 0 w 3370"/>
                  <a:gd name="T5" fmla="*/ 167 h 168"/>
                  <a:gd name="T6" fmla="*/ 3342 w 3370"/>
                  <a:gd name="T7" fmla="*/ 167 h 168"/>
                  <a:gd name="T8" fmla="*/ 3369 w 3370"/>
                  <a:gd name="T9" fmla="*/ 0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70" h="168">
                    <a:moveTo>
                      <a:pt x="3369" y="0"/>
                    </a:moveTo>
                    <a:lnTo>
                      <a:pt x="124" y="0"/>
                    </a:lnTo>
                    <a:lnTo>
                      <a:pt x="0" y="167"/>
                    </a:lnTo>
                    <a:lnTo>
                      <a:pt x="3342" y="167"/>
                    </a:lnTo>
                    <a:lnTo>
                      <a:pt x="3369" y="0"/>
                    </a:lnTo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0AB63304-68C7-4FD9-A361-C847565E52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95136" y="12928433"/>
                <a:ext cx="2997670" cy="149099"/>
              </a:xfrm>
              <a:custGeom>
                <a:avLst/>
                <a:gdLst>
                  <a:gd name="T0" fmla="*/ 3245 w 3371"/>
                  <a:gd name="T1" fmla="*/ 0 h 168"/>
                  <a:gd name="T2" fmla="*/ 0 w 3371"/>
                  <a:gd name="T3" fmla="*/ 0 h 168"/>
                  <a:gd name="T4" fmla="*/ 27 w 3371"/>
                  <a:gd name="T5" fmla="*/ 167 h 168"/>
                  <a:gd name="T6" fmla="*/ 3370 w 3371"/>
                  <a:gd name="T7" fmla="*/ 167 h 168"/>
                  <a:gd name="T8" fmla="*/ 3245 w 3371"/>
                  <a:gd name="T9" fmla="*/ 0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71" h="168">
                    <a:moveTo>
                      <a:pt x="3245" y="0"/>
                    </a:moveTo>
                    <a:lnTo>
                      <a:pt x="0" y="0"/>
                    </a:lnTo>
                    <a:lnTo>
                      <a:pt x="27" y="167"/>
                    </a:lnTo>
                    <a:lnTo>
                      <a:pt x="3370" y="167"/>
                    </a:lnTo>
                    <a:lnTo>
                      <a:pt x="3245" y="0"/>
                    </a:lnTo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20" name="Freeform 7">
                <a:extLst>
                  <a:ext uri="{FF2B5EF4-FFF2-40B4-BE49-F238E27FC236}">
                    <a16:creationId xmlns:a16="http://schemas.microsoft.com/office/drawing/2014/main" id="{A910CCB2-3E1C-44FB-83A9-9E22ED6C9C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99489" y="12928433"/>
                <a:ext cx="3134997" cy="149099"/>
              </a:xfrm>
              <a:custGeom>
                <a:avLst/>
                <a:gdLst>
                  <a:gd name="T0" fmla="*/ 3245 w 3522"/>
                  <a:gd name="T1" fmla="*/ 0 h 168"/>
                  <a:gd name="T2" fmla="*/ 0 w 3522"/>
                  <a:gd name="T3" fmla="*/ 0 h 168"/>
                  <a:gd name="T4" fmla="*/ 178 w 3522"/>
                  <a:gd name="T5" fmla="*/ 167 h 168"/>
                  <a:gd name="T6" fmla="*/ 3521 w 3522"/>
                  <a:gd name="T7" fmla="*/ 167 h 168"/>
                  <a:gd name="T8" fmla="*/ 3245 w 3522"/>
                  <a:gd name="T9" fmla="*/ 0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22" h="168">
                    <a:moveTo>
                      <a:pt x="3245" y="0"/>
                    </a:moveTo>
                    <a:lnTo>
                      <a:pt x="0" y="0"/>
                    </a:lnTo>
                    <a:lnTo>
                      <a:pt x="178" y="167"/>
                    </a:lnTo>
                    <a:lnTo>
                      <a:pt x="3521" y="167"/>
                    </a:lnTo>
                    <a:lnTo>
                      <a:pt x="3245" y="0"/>
                    </a:lnTo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6DC34642-633B-49FF-B9A5-8501F45473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03842" y="12928433"/>
                <a:ext cx="2373808" cy="149099"/>
              </a:xfrm>
              <a:custGeom>
                <a:avLst/>
                <a:gdLst>
                  <a:gd name="T0" fmla="*/ 0 w 2669"/>
                  <a:gd name="T1" fmla="*/ 0 h 168"/>
                  <a:gd name="T2" fmla="*/ 331 w 2669"/>
                  <a:gd name="T3" fmla="*/ 167 h 168"/>
                  <a:gd name="T4" fmla="*/ 2668 w 2669"/>
                  <a:gd name="T5" fmla="*/ 167 h 168"/>
                  <a:gd name="T6" fmla="*/ 2668 w 2669"/>
                  <a:gd name="T7" fmla="*/ 0 h 168"/>
                  <a:gd name="T8" fmla="*/ 0 w 2669"/>
                  <a:gd name="T9" fmla="*/ 0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69" h="168">
                    <a:moveTo>
                      <a:pt x="0" y="0"/>
                    </a:moveTo>
                    <a:lnTo>
                      <a:pt x="331" y="167"/>
                    </a:lnTo>
                    <a:lnTo>
                      <a:pt x="2668" y="167"/>
                    </a:lnTo>
                    <a:lnTo>
                      <a:pt x="2668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66B7B49-67A0-40FF-AA37-AE7C358C1A93}"/>
                </a:ext>
              </a:extLst>
            </p:cNvPr>
            <p:cNvGrpSpPr/>
            <p:nvPr/>
          </p:nvGrpSpPr>
          <p:grpSpPr>
            <a:xfrm>
              <a:off x="1502758" y="6132667"/>
              <a:ext cx="3350799" cy="6866392"/>
              <a:chOff x="1502758" y="6132667"/>
              <a:chExt cx="3350799" cy="6866392"/>
            </a:xfrm>
          </p:grpSpPr>
          <p:sp>
            <p:nvSpPr>
              <p:cNvPr id="23" name="Freeform 9">
                <a:extLst>
                  <a:ext uri="{FF2B5EF4-FFF2-40B4-BE49-F238E27FC236}">
                    <a16:creationId xmlns:a16="http://schemas.microsoft.com/office/drawing/2014/main" id="{41F384B2-0EF1-4218-8507-160355067A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82401" y="6948787"/>
                <a:ext cx="1071156" cy="1616545"/>
              </a:xfrm>
              <a:custGeom>
                <a:avLst/>
                <a:gdLst>
                  <a:gd name="T0" fmla="*/ 207 w 1205"/>
                  <a:gd name="T1" fmla="*/ 1571 h 1818"/>
                  <a:gd name="T2" fmla="*/ 207 w 1205"/>
                  <a:gd name="T3" fmla="*/ 1571 h 1818"/>
                  <a:gd name="T4" fmla="*/ 1204 w 1205"/>
                  <a:gd name="T5" fmla="*/ 1302 h 1818"/>
                  <a:gd name="T6" fmla="*/ 1204 w 1205"/>
                  <a:gd name="T7" fmla="*/ 1302 h 1818"/>
                  <a:gd name="T8" fmla="*/ 1160 w 1205"/>
                  <a:gd name="T9" fmla="*/ 0 h 1818"/>
                  <a:gd name="T10" fmla="*/ 1160 w 1205"/>
                  <a:gd name="T11" fmla="*/ 0 h 1818"/>
                  <a:gd name="T12" fmla="*/ 163 w 1205"/>
                  <a:gd name="T13" fmla="*/ 297 h 1818"/>
                  <a:gd name="T14" fmla="*/ 163 w 1205"/>
                  <a:gd name="T15" fmla="*/ 297 h 1818"/>
                  <a:gd name="T16" fmla="*/ 207 w 1205"/>
                  <a:gd name="T17" fmla="*/ 1571 h 18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05" h="1818">
                    <a:moveTo>
                      <a:pt x="207" y="1571"/>
                    </a:moveTo>
                    <a:lnTo>
                      <a:pt x="207" y="1571"/>
                    </a:lnTo>
                    <a:cubicBezTo>
                      <a:pt x="207" y="1571"/>
                      <a:pt x="454" y="1817"/>
                      <a:pt x="1204" y="1302"/>
                    </a:cubicBezTo>
                    <a:lnTo>
                      <a:pt x="1204" y="1302"/>
                    </a:lnTo>
                    <a:cubicBezTo>
                      <a:pt x="1204" y="1302"/>
                      <a:pt x="1074" y="637"/>
                      <a:pt x="1160" y="0"/>
                    </a:cubicBezTo>
                    <a:lnTo>
                      <a:pt x="1160" y="0"/>
                    </a:lnTo>
                    <a:cubicBezTo>
                      <a:pt x="1160" y="0"/>
                      <a:pt x="751" y="465"/>
                      <a:pt x="163" y="297"/>
                    </a:cubicBezTo>
                    <a:lnTo>
                      <a:pt x="163" y="297"/>
                    </a:lnTo>
                    <a:cubicBezTo>
                      <a:pt x="163" y="297"/>
                      <a:pt x="0" y="1411"/>
                      <a:pt x="207" y="1571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24" name="Freeform 10">
                <a:extLst>
                  <a:ext uri="{FF2B5EF4-FFF2-40B4-BE49-F238E27FC236}">
                    <a16:creationId xmlns:a16="http://schemas.microsoft.com/office/drawing/2014/main" id="{2966DB8D-7AFC-4B34-8D32-7FD3020E00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82401" y="6948787"/>
                <a:ext cx="1071156" cy="1616545"/>
              </a:xfrm>
              <a:custGeom>
                <a:avLst/>
                <a:gdLst>
                  <a:gd name="T0" fmla="*/ 207 w 1205"/>
                  <a:gd name="T1" fmla="*/ 1571 h 1818"/>
                  <a:gd name="T2" fmla="*/ 207 w 1205"/>
                  <a:gd name="T3" fmla="*/ 1571 h 1818"/>
                  <a:gd name="T4" fmla="*/ 1204 w 1205"/>
                  <a:gd name="T5" fmla="*/ 1302 h 1818"/>
                  <a:gd name="T6" fmla="*/ 1204 w 1205"/>
                  <a:gd name="T7" fmla="*/ 1302 h 1818"/>
                  <a:gd name="T8" fmla="*/ 1160 w 1205"/>
                  <a:gd name="T9" fmla="*/ 0 h 1818"/>
                  <a:gd name="T10" fmla="*/ 1160 w 1205"/>
                  <a:gd name="T11" fmla="*/ 0 h 1818"/>
                  <a:gd name="T12" fmla="*/ 163 w 1205"/>
                  <a:gd name="T13" fmla="*/ 297 h 1818"/>
                  <a:gd name="T14" fmla="*/ 163 w 1205"/>
                  <a:gd name="T15" fmla="*/ 297 h 1818"/>
                  <a:gd name="T16" fmla="*/ 207 w 1205"/>
                  <a:gd name="T17" fmla="*/ 1571 h 18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05" h="1818">
                    <a:moveTo>
                      <a:pt x="207" y="1571"/>
                    </a:moveTo>
                    <a:lnTo>
                      <a:pt x="207" y="1571"/>
                    </a:lnTo>
                    <a:cubicBezTo>
                      <a:pt x="207" y="1571"/>
                      <a:pt x="454" y="1817"/>
                      <a:pt x="1204" y="1302"/>
                    </a:cubicBezTo>
                    <a:lnTo>
                      <a:pt x="1204" y="1302"/>
                    </a:lnTo>
                    <a:cubicBezTo>
                      <a:pt x="1204" y="1302"/>
                      <a:pt x="1074" y="637"/>
                      <a:pt x="1160" y="0"/>
                    </a:cubicBezTo>
                    <a:lnTo>
                      <a:pt x="1160" y="0"/>
                    </a:lnTo>
                    <a:cubicBezTo>
                      <a:pt x="1160" y="0"/>
                      <a:pt x="751" y="465"/>
                      <a:pt x="163" y="297"/>
                    </a:cubicBezTo>
                    <a:lnTo>
                      <a:pt x="163" y="297"/>
                    </a:lnTo>
                    <a:cubicBezTo>
                      <a:pt x="163" y="297"/>
                      <a:pt x="0" y="1411"/>
                      <a:pt x="207" y="1571"/>
                    </a:cubicBezTo>
                  </a:path>
                </a:pathLst>
              </a:custGeom>
              <a:solidFill>
                <a:srgbClr val="111340">
                  <a:alpha val="20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25" name="Freeform 11">
                <a:extLst>
                  <a:ext uri="{FF2B5EF4-FFF2-40B4-BE49-F238E27FC236}">
                    <a16:creationId xmlns:a16="http://schemas.microsoft.com/office/drawing/2014/main" id="{1941F582-84E3-45D3-A07D-33D75EB7FB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39239" y="7658969"/>
                <a:ext cx="486533" cy="686638"/>
              </a:xfrm>
              <a:custGeom>
                <a:avLst/>
                <a:gdLst>
                  <a:gd name="T0" fmla="*/ 547 w 548"/>
                  <a:gd name="T1" fmla="*/ 137 h 771"/>
                  <a:gd name="T2" fmla="*/ 547 w 548"/>
                  <a:gd name="T3" fmla="*/ 137 h 771"/>
                  <a:gd name="T4" fmla="*/ 255 w 548"/>
                  <a:gd name="T5" fmla="*/ 770 h 771"/>
                  <a:gd name="T6" fmla="*/ 255 w 548"/>
                  <a:gd name="T7" fmla="*/ 770 h 771"/>
                  <a:gd name="T8" fmla="*/ 101 w 548"/>
                  <a:gd name="T9" fmla="*/ 85 h 771"/>
                  <a:gd name="T10" fmla="*/ 101 w 548"/>
                  <a:gd name="T11" fmla="*/ 85 h 771"/>
                  <a:gd name="T12" fmla="*/ 547 w 548"/>
                  <a:gd name="T13" fmla="*/ 137 h 7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8" h="771">
                    <a:moveTo>
                      <a:pt x="547" y="137"/>
                    </a:moveTo>
                    <a:lnTo>
                      <a:pt x="547" y="137"/>
                    </a:lnTo>
                    <a:cubicBezTo>
                      <a:pt x="547" y="137"/>
                      <a:pt x="126" y="396"/>
                      <a:pt x="255" y="770"/>
                    </a:cubicBezTo>
                    <a:lnTo>
                      <a:pt x="255" y="770"/>
                    </a:lnTo>
                    <a:cubicBezTo>
                      <a:pt x="255" y="770"/>
                      <a:pt x="0" y="657"/>
                      <a:pt x="101" y="85"/>
                    </a:cubicBezTo>
                    <a:lnTo>
                      <a:pt x="101" y="85"/>
                    </a:lnTo>
                    <a:cubicBezTo>
                      <a:pt x="101" y="85"/>
                      <a:pt x="336" y="0"/>
                      <a:pt x="547" y="13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26" name="Freeform 12">
                <a:extLst>
                  <a:ext uri="{FF2B5EF4-FFF2-40B4-BE49-F238E27FC236}">
                    <a16:creationId xmlns:a16="http://schemas.microsoft.com/office/drawing/2014/main" id="{D8E341F4-8703-4088-9215-A692057B67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39239" y="7658969"/>
                <a:ext cx="486533" cy="686638"/>
              </a:xfrm>
              <a:custGeom>
                <a:avLst/>
                <a:gdLst>
                  <a:gd name="T0" fmla="*/ 547 w 548"/>
                  <a:gd name="T1" fmla="*/ 137 h 771"/>
                  <a:gd name="T2" fmla="*/ 547 w 548"/>
                  <a:gd name="T3" fmla="*/ 137 h 771"/>
                  <a:gd name="T4" fmla="*/ 255 w 548"/>
                  <a:gd name="T5" fmla="*/ 770 h 771"/>
                  <a:gd name="T6" fmla="*/ 255 w 548"/>
                  <a:gd name="T7" fmla="*/ 770 h 771"/>
                  <a:gd name="T8" fmla="*/ 101 w 548"/>
                  <a:gd name="T9" fmla="*/ 85 h 771"/>
                  <a:gd name="T10" fmla="*/ 101 w 548"/>
                  <a:gd name="T11" fmla="*/ 85 h 771"/>
                  <a:gd name="T12" fmla="*/ 547 w 548"/>
                  <a:gd name="T13" fmla="*/ 137 h 7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8" h="771">
                    <a:moveTo>
                      <a:pt x="547" y="137"/>
                    </a:moveTo>
                    <a:lnTo>
                      <a:pt x="547" y="137"/>
                    </a:lnTo>
                    <a:cubicBezTo>
                      <a:pt x="547" y="137"/>
                      <a:pt x="126" y="396"/>
                      <a:pt x="255" y="770"/>
                    </a:cubicBezTo>
                    <a:lnTo>
                      <a:pt x="255" y="770"/>
                    </a:lnTo>
                    <a:cubicBezTo>
                      <a:pt x="255" y="770"/>
                      <a:pt x="0" y="657"/>
                      <a:pt x="101" y="85"/>
                    </a:cubicBezTo>
                    <a:lnTo>
                      <a:pt x="101" y="85"/>
                    </a:lnTo>
                    <a:cubicBezTo>
                      <a:pt x="101" y="85"/>
                      <a:pt x="336" y="0"/>
                      <a:pt x="547" y="137"/>
                    </a:cubicBezTo>
                  </a:path>
                </a:pathLst>
              </a:custGeom>
              <a:solidFill>
                <a:srgbClr val="111340">
                  <a:alpha val="40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27" name="Freeform 13">
                <a:extLst>
                  <a:ext uri="{FF2B5EF4-FFF2-40B4-BE49-F238E27FC236}">
                    <a16:creationId xmlns:a16="http://schemas.microsoft.com/office/drawing/2014/main" id="{DEA0F490-A871-4BCB-9967-EAA1704602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3766" y="6132667"/>
                <a:ext cx="2695548" cy="1777416"/>
              </a:xfrm>
              <a:custGeom>
                <a:avLst/>
                <a:gdLst>
                  <a:gd name="T0" fmla="*/ 18 w 3029"/>
                  <a:gd name="T1" fmla="*/ 209 h 1998"/>
                  <a:gd name="T2" fmla="*/ 18 w 3029"/>
                  <a:gd name="T3" fmla="*/ 209 h 1998"/>
                  <a:gd name="T4" fmla="*/ 1901 w 3029"/>
                  <a:gd name="T5" fmla="*/ 240 h 1998"/>
                  <a:gd name="T6" fmla="*/ 1901 w 3029"/>
                  <a:gd name="T7" fmla="*/ 240 h 1998"/>
                  <a:gd name="T8" fmla="*/ 2911 w 3029"/>
                  <a:gd name="T9" fmla="*/ 137 h 1998"/>
                  <a:gd name="T10" fmla="*/ 2911 w 3029"/>
                  <a:gd name="T11" fmla="*/ 137 h 1998"/>
                  <a:gd name="T12" fmla="*/ 2928 w 3029"/>
                  <a:gd name="T13" fmla="*/ 1086 h 1998"/>
                  <a:gd name="T14" fmla="*/ 2928 w 3029"/>
                  <a:gd name="T15" fmla="*/ 1086 h 1998"/>
                  <a:gd name="T16" fmla="*/ 3004 w 3029"/>
                  <a:gd name="T17" fmla="*/ 1855 h 1998"/>
                  <a:gd name="T18" fmla="*/ 3004 w 3029"/>
                  <a:gd name="T19" fmla="*/ 1855 h 1998"/>
                  <a:gd name="T20" fmla="*/ 2073 w 3029"/>
                  <a:gd name="T21" fmla="*/ 1810 h 1998"/>
                  <a:gd name="T22" fmla="*/ 2073 w 3029"/>
                  <a:gd name="T23" fmla="*/ 1810 h 1998"/>
                  <a:gd name="T24" fmla="*/ 18 w 3029"/>
                  <a:gd name="T25" fmla="*/ 1924 h 1998"/>
                  <a:gd name="T26" fmla="*/ 18 w 3029"/>
                  <a:gd name="T27" fmla="*/ 1924 h 1998"/>
                  <a:gd name="T28" fmla="*/ 45 w 3029"/>
                  <a:gd name="T29" fmla="*/ 1713 h 1998"/>
                  <a:gd name="T30" fmla="*/ 45 w 3029"/>
                  <a:gd name="T31" fmla="*/ 1713 h 1998"/>
                  <a:gd name="T32" fmla="*/ 464 w 3029"/>
                  <a:gd name="T33" fmla="*/ 1048 h 1998"/>
                  <a:gd name="T34" fmla="*/ 464 w 3029"/>
                  <a:gd name="T35" fmla="*/ 1048 h 1998"/>
                  <a:gd name="T36" fmla="*/ 18 w 3029"/>
                  <a:gd name="T37" fmla="*/ 209 h 19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029" h="1998">
                    <a:moveTo>
                      <a:pt x="18" y="209"/>
                    </a:moveTo>
                    <a:lnTo>
                      <a:pt x="18" y="209"/>
                    </a:lnTo>
                    <a:cubicBezTo>
                      <a:pt x="18" y="209"/>
                      <a:pt x="894" y="479"/>
                      <a:pt x="1901" y="240"/>
                    </a:cubicBezTo>
                    <a:lnTo>
                      <a:pt x="1901" y="240"/>
                    </a:lnTo>
                    <a:cubicBezTo>
                      <a:pt x="2908" y="0"/>
                      <a:pt x="2911" y="137"/>
                      <a:pt x="2911" y="137"/>
                    </a:cubicBezTo>
                    <a:lnTo>
                      <a:pt x="2911" y="137"/>
                    </a:lnTo>
                    <a:cubicBezTo>
                      <a:pt x="2911" y="137"/>
                      <a:pt x="2830" y="628"/>
                      <a:pt x="2928" y="1086"/>
                    </a:cubicBezTo>
                    <a:lnTo>
                      <a:pt x="2928" y="1086"/>
                    </a:lnTo>
                    <a:cubicBezTo>
                      <a:pt x="3028" y="1558"/>
                      <a:pt x="3004" y="1855"/>
                      <a:pt x="3004" y="1855"/>
                    </a:cubicBezTo>
                    <a:lnTo>
                      <a:pt x="3004" y="1855"/>
                    </a:lnTo>
                    <a:cubicBezTo>
                      <a:pt x="3004" y="1855"/>
                      <a:pt x="2599" y="1768"/>
                      <a:pt x="2073" y="1810"/>
                    </a:cubicBezTo>
                    <a:lnTo>
                      <a:pt x="2073" y="1810"/>
                    </a:lnTo>
                    <a:cubicBezTo>
                      <a:pt x="1580" y="1849"/>
                      <a:pt x="1045" y="1997"/>
                      <a:pt x="18" y="1924"/>
                    </a:cubicBezTo>
                    <a:lnTo>
                      <a:pt x="18" y="1924"/>
                    </a:lnTo>
                    <a:cubicBezTo>
                      <a:pt x="18" y="1924"/>
                      <a:pt x="0" y="1785"/>
                      <a:pt x="45" y="1713"/>
                    </a:cubicBezTo>
                    <a:lnTo>
                      <a:pt x="45" y="1713"/>
                    </a:lnTo>
                    <a:cubicBezTo>
                      <a:pt x="159" y="1532"/>
                      <a:pt x="491" y="1322"/>
                      <a:pt x="464" y="1048"/>
                    </a:cubicBezTo>
                    <a:lnTo>
                      <a:pt x="464" y="1048"/>
                    </a:lnTo>
                    <a:cubicBezTo>
                      <a:pt x="436" y="768"/>
                      <a:pt x="53" y="497"/>
                      <a:pt x="18" y="209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28" name="Freeform 14">
                <a:extLst>
                  <a:ext uri="{FF2B5EF4-FFF2-40B4-BE49-F238E27FC236}">
                    <a16:creationId xmlns:a16="http://schemas.microsoft.com/office/drawing/2014/main" id="{749F5358-3324-49CE-AD3D-1C9121EC22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02758" y="6273919"/>
                <a:ext cx="90245" cy="6725140"/>
              </a:xfrm>
              <a:custGeom>
                <a:avLst/>
                <a:gdLst>
                  <a:gd name="T0" fmla="*/ 100 w 101"/>
                  <a:gd name="T1" fmla="*/ 7558 h 7559"/>
                  <a:gd name="T2" fmla="*/ 0 w 101"/>
                  <a:gd name="T3" fmla="*/ 7558 h 7559"/>
                  <a:gd name="T4" fmla="*/ 0 w 101"/>
                  <a:gd name="T5" fmla="*/ 0 h 7559"/>
                  <a:gd name="T6" fmla="*/ 100 w 101"/>
                  <a:gd name="T7" fmla="*/ 0 h 7559"/>
                  <a:gd name="T8" fmla="*/ 100 w 101"/>
                  <a:gd name="T9" fmla="*/ 7558 h 75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1" h="7559">
                    <a:moveTo>
                      <a:pt x="100" y="7558"/>
                    </a:moveTo>
                    <a:lnTo>
                      <a:pt x="0" y="7558"/>
                    </a:lnTo>
                    <a:lnTo>
                      <a:pt x="0" y="0"/>
                    </a:lnTo>
                    <a:lnTo>
                      <a:pt x="100" y="0"/>
                    </a:lnTo>
                    <a:lnTo>
                      <a:pt x="100" y="7558"/>
                    </a:lnTo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693A4FC7-1974-4369-878C-3500595FF697}"/>
                </a:ext>
              </a:extLst>
            </p:cNvPr>
            <p:cNvGrpSpPr/>
            <p:nvPr/>
          </p:nvGrpSpPr>
          <p:grpSpPr>
            <a:xfrm>
              <a:off x="7188131" y="5622592"/>
              <a:ext cx="3350799" cy="7380392"/>
              <a:chOff x="7188131" y="5622592"/>
              <a:chExt cx="3350799" cy="7380392"/>
            </a:xfrm>
          </p:grpSpPr>
          <p:sp>
            <p:nvSpPr>
              <p:cNvPr id="30" name="Freeform 15">
                <a:extLst>
                  <a:ext uri="{FF2B5EF4-FFF2-40B4-BE49-F238E27FC236}">
                    <a16:creationId xmlns:a16="http://schemas.microsoft.com/office/drawing/2014/main" id="{7C7AC8AF-FBFE-4112-BE47-391A5C8C7F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67772" y="6438712"/>
                <a:ext cx="1071158" cy="1616545"/>
              </a:xfrm>
              <a:custGeom>
                <a:avLst/>
                <a:gdLst>
                  <a:gd name="T0" fmla="*/ 208 w 1206"/>
                  <a:gd name="T1" fmla="*/ 1571 h 1818"/>
                  <a:gd name="T2" fmla="*/ 208 w 1206"/>
                  <a:gd name="T3" fmla="*/ 1571 h 1818"/>
                  <a:gd name="T4" fmla="*/ 1205 w 1206"/>
                  <a:gd name="T5" fmla="*/ 1302 h 1818"/>
                  <a:gd name="T6" fmla="*/ 1205 w 1206"/>
                  <a:gd name="T7" fmla="*/ 1302 h 1818"/>
                  <a:gd name="T8" fmla="*/ 1160 w 1206"/>
                  <a:gd name="T9" fmla="*/ 0 h 1818"/>
                  <a:gd name="T10" fmla="*/ 1160 w 1206"/>
                  <a:gd name="T11" fmla="*/ 0 h 1818"/>
                  <a:gd name="T12" fmla="*/ 163 w 1206"/>
                  <a:gd name="T13" fmla="*/ 298 h 1818"/>
                  <a:gd name="T14" fmla="*/ 163 w 1206"/>
                  <a:gd name="T15" fmla="*/ 298 h 1818"/>
                  <a:gd name="T16" fmla="*/ 208 w 1206"/>
                  <a:gd name="T17" fmla="*/ 1571 h 18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06" h="1818">
                    <a:moveTo>
                      <a:pt x="208" y="1571"/>
                    </a:moveTo>
                    <a:lnTo>
                      <a:pt x="208" y="1571"/>
                    </a:lnTo>
                    <a:cubicBezTo>
                      <a:pt x="208" y="1571"/>
                      <a:pt x="455" y="1817"/>
                      <a:pt x="1205" y="1302"/>
                    </a:cubicBezTo>
                    <a:lnTo>
                      <a:pt x="1205" y="1302"/>
                    </a:lnTo>
                    <a:cubicBezTo>
                      <a:pt x="1205" y="1302"/>
                      <a:pt x="1074" y="637"/>
                      <a:pt x="1160" y="0"/>
                    </a:cubicBezTo>
                    <a:lnTo>
                      <a:pt x="1160" y="0"/>
                    </a:lnTo>
                    <a:cubicBezTo>
                      <a:pt x="1160" y="0"/>
                      <a:pt x="751" y="467"/>
                      <a:pt x="163" y="298"/>
                    </a:cubicBezTo>
                    <a:lnTo>
                      <a:pt x="163" y="298"/>
                    </a:lnTo>
                    <a:cubicBezTo>
                      <a:pt x="163" y="298"/>
                      <a:pt x="0" y="1412"/>
                      <a:pt x="208" y="1571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31" name="Freeform 16">
                <a:extLst>
                  <a:ext uri="{FF2B5EF4-FFF2-40B4-BE49-F238E27FC236}">
                    <a16:creationId xmlns:a16="http://schemas.microsoft.com/office/drawing/2014/main" id="{5229033D-3A7B-4D37-9670-9BFD55DF26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67772" y="6438712"/>
                <a:ext cx="1071158" cy="1616545"/>
              </a:xfrm>
              <a:custGeom>
                <a:avLst/>
                <a:gdLst>
                  <a:gd name="T0" fmla="*/ 208 w 1206"/>
                  <a:gd name="T1" fmla="*/ 1571 h 1818"/>
                  <a:gd name="T2" fmla="*/ 208 w 1206"/>
                  <a:gd name="T3" fmla="*/ 1571 h 1818"/>
                  <a:gd name="T4" fmla="*/ 1205 w 1206"/>
                  <a:gd name="T5" fmla="*/ 1302 h 1818"/>
                  <a:gd name="T6" fmla="*/ 1205 w 1206"/>
                  <a:gd name="T7" fmla="*/ 1302 h 1818"/>
                  <a:gd name="T8" fmla="*/ 1160 w 1206"/>
                  <a:gd name="T9" fmla="*/ 0 h 1818"/>
                  <a:gd name="T10" fmla="*/ 1160 w 1206"/>
                  <a:gd name="T11" fmla="*/ 0 h 1818"/>
                  <a:gd name="T12" fmla="*/ 163 w 1206"/>
                  <a:gd name="T13" fmla="*/ 298 h 1818"/>
                  <a:gd name="T14" fmla="*/ 163 w 1206"/>
                  <a:gd name="T15" fmla="*/ 298 h 1818"/>
                  <a:gd name="T16" fmla="*/ 208 w 1206"/>
                  <a:gd name="T17" fmla="*/ 1571 h 18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06" h="1818">
                    <a:moveTo>
                      <a:pt x="208" y="1571"/>
                    </a:moveTo>
                    <a:lnTo>
                      <a:pt x="208" y="1571"/>
                    </a:lnTo>
                    <a:cubicBezTo>
                      <a:pt x="208" y="1571"/>
                      <a:pt x="455" y="1817"/>
                      <a:pt x="1205" y="1302"/>
                    </a:cubicBezTo>
                    <a:lnTo>
                      <a:pt x="1205" y="1302"/>
                    </a:lnTo>
                    <a:cubicBezTo>
                      <a:pt x="1205" y="1302"/>
                      <a:pt x="1074" y="637"/>
                      <a:pt x="1160" y="0"/>
                    </a:cubicBezTo>
                    <a:lnTo>
                      <a:pt x="1160" y="0"/>
                    </a:lnTo>
                    <a:cubicBezTo>
                      <a:pt x="1160" y="0"/>
                      <a:pt x="751" y="467"/>
                      <a:pt x="163" y="298"/>
                    </a:cubicBezTo>
                    <a:lnTo>
                      <a:pt x="163" y="298"/>
                    </a:lnTo>
                    <a:cubicBezTo>
                      <a:pt x="163" y="298"/>
                      <a:pt x="0" y="1412"/>
                      <a:pt x="208" y="1571"/>
                    </a:cubicBezTo>
                  </a:path>
                </a:pathLst>
              </a:custGeom>
              <a:solidFill>
                <a:srgbClr val="111340">
                  <a:alpha val="20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32" name="Freeform 17">
                <a:extLst>
                  <a:ext uri="{FF2B5EF4-FFF2-40B4-BE49-F238E27FC236}">
                    <a16:creationId xmlns:a16="http://schemas.microsoft.com/office/drawing/2014/main" id="{0F99940F-6EBB-48DF-8A34-70514A5D30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24613" y="7152817"/>
                <a:ext cx="486533" cy="686640"/>
              </a:xfrm>
              <a:custGeom>
                <a:avLst/>
                <a:gdLst>
                  <a:gd name="T0" fmla="*/ 547 w 548"/>
                  <a:gd name="T1" fmla="*/ 137 h 771"/>
                  <a:gd name="T2" fmla="*/ 547 w 548"/>
                  <a:gd name="T3" fmla="*/ 137 h 771"/>
                  <a:gd name="T4" fmla="*/ 256 w 548"/>
                  <a:gd name="T5" fmla="*/ 770 h 771"/>
                  <a:gd name="T6" fmla="*/ 256 w 548"/>
                  <a:gd name="T7" fmla="*/ 770 h 771"/>
                  <a:gd name="T8" fmla="*/ 101 w 548"/>
                  <a:gd name="T9" fmla="*/ 86 h 771"/>
                  <a:gd name="T10" fmla="*/ 101 w 548"/>
                  <a:gd name="T11" fmla="*/ 86 h 771"/>
                  <a:gd name="T12" fmla="*/ 547 w 548"/>
                  <a:gd name="T13" fmla="*/ 137 h 7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8" h="771">
                    <a:moveTo>
                      <a:pt x="547" y="137"/>
                    </a:moveTo>
                    <a:lnTo>
                      <a:pt x="547" y="137"/>
                    </a:lnTo>
                    <a:cubicBezTo>
                      <a:pt x="547" y="137"/>
                      <a:pt x="127" y="396"/>
                      <a:pt x="256" y="770"/>
                    </a:cubicBezTo>
                    <a:lnTo>
                      <a:pt x="256" y="770"/>
                    </a:lnTo>
                    <a:cubicBezTo>
                      <a:pt x="256" y="770"/>
                      <a:pt x="0" y="657"/>
                      <a:pt x="101" y="86"/>
                    </a:cubicBezTo>
                    <a:lnTo>
                      <a:pt x="101" y="86"/>
                    </a:lnTo>
                    <a:cubicBezTo>
                      <a:pt x="101" y="86"/>
                      <a:pt x="336" y="0"/>
                      <a:pt x="547" y="13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33" name="Freeform 18">
                <a:extLst>
                  <a:ext uri="{FF2B5EF4-FFF2-40B4-BE49-F238E27FC236}">
                    <a16:creationId xmlns:a16="http://schemas.microsoft.com/office/drawing/2014/main" id="{348E23DB-ACF3-49B4-A9E7-572E50FB5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24613" y="7152817"/>
                <a:ext cx="486533" cy="686640"/>
              </a:xfrm>
              <a:custGeom>
                <a:avLst/>
                <a:gdLst>
                  <a:gd name="T0" fmla="*/ 547 w 548"/>
                  <a:gd name="T1" fmla="*/ 137 h 771"/>
                  <a:gd name="T2" fmla="*/ 547 w 548"/>
                  <a:gd name="T3" fmla="*/ 137 h 771"/>
                  <a:gd name="T4" fmla="*/ 256 w 548"/>
                  <a:gd name="T5" fmla="*/ 770 h 771"/>
                  <a:gd name="T6" fmla="*/ 256 w 548"/>
                  <a:gd name="T7" fmla="*/ 770 h 771"/>
                  <a:gd name="T8" fmla="*/ 101 w 548"/>
                  <a:gd name="T9" fmla="*/ 86 h 771"/>
                  <a:gd name="T10" fmla="*/ 101 w 548"/>
                  <a:gd name="T11" fmla="*/ 86 h 771"/>
                  <a:gd name="T12" fmla="*/ 547 w 548"/>
                  <a:gd name="T13" fmla="*/ 137 h 7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8" h="771">
                    <a:moveTo>
                      <a:pt x="547" y="137"/>
                    </a:moveTo>
                    <a:lnTo>
                      <a:pt x="547" y="137"/>
                    </a:lnTo>
                    <a:cubicBezTo>
                      <a:pt x="547" y="137"/>
                      <a:pt x="127" y="396"/>
                      <a:pt x="256" y="770"/>
                    </a:cubicBezTo>
                    <a:lnTo>
                      <a:pt x="256" y="770"/>
                    </a:lnTo>
                    <a:cubicBezTo>
                      <a:pt x="256" y="770"/>
                      <a:pt x="0" y="657"/>
                      <a:pt x="101" y="86"/>
                    </a:cubicBezTo>
                    <a:lnTo>
                      <a:pt x="101" y="86"/>
                    </a:lnTo>
                    <a:cubicBezTo>
                      <a:pt x="101" y="86"/>
                      <a:pt x="336" y="0"/>
                      <a:pt x="547" y="137"/>
                    </a:cubicBezTo>
                  </a:path>
                </a:pathLst>
              </a:custGeom>
              <a:solidFill>
                <a:srgbClr val="111340">
                  <a:alpha val="40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34" name="Freeform 19">
                <a:extLst>
                  <a:ext uri="{FF2B5EF4-FFF2-40B4-BE49-F238E27FC236}">
                    <a16:creationId xmlns:a16="http://schemas.microsoft.com/office/drawing/2014/main" id="{95C688E0-B0DA-40EE-8C77-EBCE1071CD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39137" y="5622592"/>
                <a:ext cx="2695550" cy="1777416"/>
              </a:xfrm>
              <a:custGeom>
                <a:avLst/>
                <a:gdLst>
                  <a:gd name="T0" fmla="*/ 19 w 3029"/>
                  <a:gd name="T1" fmla="*/ 207 h 1997"/>
                  <a:gd name="T2" fmla="*/ 19 w 3029"/>
                  <a:gd name="T3" fmla="*/ 207 h 1997"/>
                  <a:gd name="T4" fmla="*/ 1901 w 3029"/>
                  <a:gd name="T5" fmla="*/ 239 h 1997"/>
                  <a:gd name="T6" fmla="*/ 1901 w 3029"/>
                  <a:gd name="T7" fmla="*/ 239 h 1997"/>
                  <a:gd name="T8" fmla="*/ 2911 w 3029"/>
                  <a:gd name="T9" fmla="*/ 136 h 1997"/>
                  <a:gd name="T10" fmla="*/ 2911 w 3029"/>
                  <a:gd name="T11" fmla="*/ 136 h 1997"/>
                  <a:gd name="T12" fmla="*/ 2928 w 3029"/>
                  <a:gd name="T13" fmla="*/ 1086 h 1997"/>
                  <a:gd name="T14" fmla="*/ 2928 w 3029"/>
                  <a:gd name="T15" fmla="*/ 1086 h 1997"/>
                  <a:gd name="T16" fmla="*/ 3004 w 3029"/>
                  <a:gd name="T17" fmla="*/ 1854 h 1997"/>
                  <a:gd name="T18" fmla="*/ 3004 w 3029"/>
                  <a:gd name="T19" fmla="*/ 1854 h 1997"/>
                  <a:gd name="T20" fmla="*/ 2074 w 3029"/>
                  <a:gd name="T21" fmla="*/ 1809 h 1997"/>
                  <a:gd name="T22" fmla="*/ 2074 w 3029"/>
                  <a:gd name="T23" fmla="*/ 1809 h 1997"/>
                  <a:gd name="T24" fmla="*/ 19 w 3029"/>
                  <a:gd name="T25" fmla="*/ 1923 h 1997"/>
                  <a:gd name="T26" fmla="*/ 19 w 3029"/>
                  <a:gd name="T27" fmla="*/ 1923 h 1997"/>
                  <a:gd name="T28" fmla="*/ 45 w 3029"/>
                  <a:gd name="T29" fmla="*/ 1712 h 1997"/>
                  <a:gd name="T30" fmla="*/ 45 w 3029"/>
                  <a:gd name="T31" fmla="*/ 1712 h 1997"/>
                  <a:gd name="T32" fmla="*/ 464 w 3029"/>
                  <a:gd name="T33" fmla="*/ 1048 h 1997"/>
                  <a:gd name="T34" fmla="*/ 464 w 3029"/>
                  <a:gd name="T35" fmla="*/ 1048 h 1997"/>
                  <a:gd name="T36" fmla="*/ 19 w 3029"/>
                  <a:gd name="T37" fmla="*/ 207 h 19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029" h="1997">
                    <a:moveTo>
                      <a:pt x="19" y="207"/>
                    </a:moveTo>
                    <a:lnTo>
                      <a:pt x="19" y="207"/>
                    </a:lnTo>
                    <a:cubicBezTo>
                      <a:pt x="19" y="207"/>
                      <a:pt x="894" y="478"/>
                      <a:pt x="1901" y="239"/>
                    </a:cubicBezTo>
                    <a:lnTo>
                      <a:pt x="1901" y="239"/>
                    </a:lnTo>
                    <a:cubicBezTo>
                      <a:pt x="2908" y="0"/>
                      <a:pt x="2911" y="136"/>
                      <a:pt x="2911" y="136"/>
                    </a:cubicBezTo>
                    <a:lnTo>
                      <a:pt x="2911" y="136"/>
                    </a:lnTo>
                    <a:cubicBezTo>
                      <a:pt x="2911" y="136"/>
                      <a:pt x="2831" y="628"/>
                      <a:pt x="2928" y="1086"/>
                    </a:cubicBezTo>
                    <a:lnTo>
                      <a:pt x="2928" y="1086"/>
                    </a:lnTo>
                    <a:cubicBezTo>
                      <a:pt x="3028" y="1557"/>
                      <a:pt x="3004" y="1854"/>
                      <a:pt x="3004" y="1854"/>
                    </a:cubicBezTo>
                    <a:lnTo>
                      <a:pt x="3004" y="1854"/>
                    </a:lnTo>
                    <a:cubicBezTo>
                      <a:pt x="3004" y="1854"/>
                      <a:pt x="2600" y="1767"/>
                      <a:pt x="2074" y="1809"/>
                    </a:cubicBezTo>
                    <a:lnTo>
                      <a:pt x="2074" y="1809"/>
                    </a:lnTo>
                    <a:cubicBezTo>
                      <a:pt x="1580" y="1849"/>
                      <a:pt x="1045" y="1996"/>
                      <a:pt x="19" y="1923"/>
                    </a:cubicBezTo>
                    <a:lnTo>
                      <a:pt x="19" y="1923"/>
                    </a:lnTo>
                    <a:cubicBezTo>
                      <a:pt x="19" y="1923"/>
                      <a:pt x="0" y="1784"/>
                      <a:pt x="45" y="1712"/>
                    </a:cubicBezTo>
                    <a:lnTo>
                      <a:pt x="45" y="1712"/>
                    </a:lnTo>
                    <a:cubicBezTo>
                      <a:pt x="159" y="1532"/>
                      <a:pt x="492" y="1322"/>
                      <a:pt x="464" y="1048"/>
                    </a:cubicBezTo>
                    <a:lnTo>
                      <a:pt x="464" y="1048"/>
                    </a:lnTo>
                    <a:cubicBezTo>
                      <a:pt x="436" y="768"/>
                      <a:pt x="53" y="495"/>
                      <a:pt x="19" y="20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35" name="Freeform 20">
                <a:extLst>
                  <a:ext uri="{FF2B5EF4-FFF2-40B4-BE49-F238E27FC236}">
                    <a16:creationId xmlns:a16="http://schemas.microsoft.com/office/drawing/2014/main" id="{C65C7560-903A-40D8-9BC8-1A6B02F8F1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88131" y="5767769"/>
                <a:ext cx="90243" cy="7235215"/>
              </a:xfrm>
              <a:custGeom>
                <a:avLst/>
                <a:gdLst>
                  <a:gd name="T0" fmla="*/ 99 w 100"/>
                  <a:gd name="T1" fmla="*/ 8130 h 8131"/>
                  <a:gd name="T2" fmla="*/ 0 w 100"/>
                  <a:gd name="T3" fmla="*/ 8130 h 8131"/>
                  <a:gd name="T4" fmla="*/ 0 w 100"/>
                  <a:gd name="T5" fmla="*/ 0 h 8131"/>
                  <a:gd name="T6" fmla="*/ 99 w 100"/>
                  <a:gd name="T7" fmla="*/ 0 h 8131"/>
                  <a:gd name="T8" fmla="*/ 99 w 100"/>
                  <a:gd name="T9" fmla="*/ 8130 h 8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0" h="8131">
                    <a:moveTo>
                      <a:pt x="99" y="8130"/>
                    </a:moveTo>
                    <a:lnTo>
                      <a:pt x="0" y="8130"/>
                    </a:lnTo>
                    <a:lnTo>
                      <a:pt x="0" y="0"/>
                    </a:lnTo>
                    <a:lnTo>
                      <a:pt x="99" y="0"/>
                    </a:lnTo>
                    <a:lnTo>
                      <a:pt x="99" y="8130"/>
                    </a:lnTo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2C671043-FBB6-4A6D-BE53-E241F4457D93}"/>
                </a:ext>
              </a:extLst>
            </p:cNvPr>
            <p:cNvGrpSpPr/>
            <p:nvPr/>
          </p:nvGrpSpPr>
          <p:grpSpPr>
            <a:xfrm>
              <a:off x="12873502" y="6132667"/>
              <a:ext cx="3346876" cy="6866392"/>
              <a:chOff x="12873502" y="6132667"/>
              <a:chExt cx="3346876" cy="6866392"/>
            </a:xfrm>
          </p:grpSpPr>
          <p:sp>
            <p:nvSpPr>
              <p:cNvPr id="37" name="Freeform 21">
                <a:extLst>
                  <a:ext uri="{FF2B5EF4-FFF2-40B4-BE49-F238E27FC236}">
                    <a16:creationId xmlns:a16="http://schemas.microsoft.com/office/drawing/2014/main" id="{31D81C63-8590-45BD-9CCD-1E9BBFDC93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49220" y="6948787"/>
                <a:ext cx="1071158" cy="1616545"/>
              </a:xfrm>
              <a:custGeom>
                <a:avLst/>
                <a:gdLst>
                  <a:gd name="T0" fmla="*/ 207 w 1205"/>
                  <a:gd name="T1" fmla="*/ 1571 h 1818"/>
                  <a:gd name="T2" fmla="*/ 207 w 1205"/>
                  <a:gd name="T3" fmla="*/ 1571 h 1818"/>
                  <a:gd name="T4" fmla="*/ 1204 w 1205"/>
                  <a:gd name="T5" fmla="*/ 1302 h 1818"/>
                  <a:gd name="T6" fmla="*/ 1204 w 1205"/>
                  <a:gd name="T7" fmla="*/ 1302 h 1818"/>
                  <a:gd name="T8" fmla="*/ 1159 w 1205"/>
                  <a:gd name="T9" fmla="*/ 0 h 1818"/>
                  <a:gd name="T10" fmla="*/ 1159 w 1205"/>
                  <a:gd name="T11" fmla="*/ 0 h 1818"/>
                  <a:gd name="T12" fmla="*/ 162 w 1205"/>
                  <a:gd name="T13" fmla="*/ 297 h 1818"/>
                  <a:gd name="T14" fmla="*/ 162 w 1205"/>
                  <a:gd name="T15" fmla="*/ 297 h 1818"/>
                  <a:gd name="T16" fmla="*/ 207 w 1205"/>
                  <a:gd name="T17" fmla="*/ 1571 h 18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05" h="1818">
                    <a:moveTo>
                      <a:pt x="207" y="1571"/>
                    </a:moveTo>
                    <a:lnTo>
                      <a:pt x="207" y="1571"/>
                    </a:lnTo>
                    <a:cubicBezTo>
                      <a:pt x="207" y="1571"/>
                      <a:pt x="454" y="1817"/>
                      <a:pt x="1204" y="1302"/>
                    </a:cubicBezTo>
                    <a:lnTo>
                      <a:pt x="1204" y="1302"/>
                    </a:lnTo>
                    <a:cubicBezTo>
                      <a:pt x="1204" y="1302"/>
                      <a:pt x="1074" y="637"/>
                      <a:pt x="1159" y="0"/>
                    </a:cubicBezTo>
                    <a:lnTo>
                      <a:pt x="1159" y="0"/>
                    </a:lnTo>
                    <a:cubicBezTo>
                      <a:pt x="1159" y="0"/>
                      <a:pt x="751" y="465"/>
                      <a:pt x="162" y="297"/>
                    </a:cubicBezTo>
                    <a:lnTo>
                      <a:pt x="162" y="297"/>
                    </a:lnTo>
                    <a:cubicBezTo>
                      <a:pt x="162" y="297"/>
                      <a:pt x="0" y="1411"/>
                      <a:pt x="207" y="1571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38" name="Freeform 22">
                <a:extLst>
                  <a:ext uri="{FF2B5EF4-FFF2-40B4-BE49-F238E27FC236}">
                    <a16:creationId xmlns:a16="http://schemas.microsoft.com/office/drawing/2014/main" id="{68310448-5B16-4E27-8778-A362E3B566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49220" y="6948787"/>
                <a:ext cx="1071158" cy="1616545"/>
              </a:xfrm>
              <a:custGeom>
                <a:avLst/>
                <a:gdLst>
                  <a:gd name="T0" fmla="*/ 207 w 1205"/>
                  <a:gd name="T1" fmla="*/ 1571 h 1818"/>
                  <a:gd name="T2" fmla="*/ 207 w 1205"/>
                  <a:gd name="T3" fmla="*/ 1571 h 1818"/>
                  <a:gd name="T4" fmla="*/ 1204 w 1205"/>
                  <a:gd name="T5" fmla="*/ 1302 h 1818"/>
                  <a:gd name="T6" fmla="*/ 1204 w 1205"/>
                  <a:gd name="T7" fmla="*/ 1302 h 1818"/>
                  <a:gd name="T8" fmla="*/ 1159 w 1205"/>
                  <a:gd name="T9" fmla="*/ 0 h 1818"/>
                  <a:gd name="T10" fmla="*/ 1159 w 1205"/>
                  <a:gd name="T11" fmla="*/ 0 h 1818"/>
                  <a:gd name="T12" fmla="*/ 162 w 1205"/>
                  <a:gd name="T13" fmla="*/ 297 h 1818"/>
                  <a:gd name="T14" fmla="*/ 162 w 1205"/>
                  <a:gd name="T15" fmla="*/ 297 h 1818"/>
                  <a:gd name="T16" fmla="*/ 207 w 1205"/>
                  <a:gd name="T17" fmla="*/ 1571 h 18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05" h="1818">
                    <a:moveTo>
                      <a:pt x="207" y="1571"/>
                    </a:moveTo>
                    <a:lnTo>
                      <a:pt x="207" y="1571"/>
                    </a:lnTo>
                    <a:cubicBezTo>
                      <a:pt x="207" y="1571"/>
                      <a:pt x="454" y="1817"/>
                      <a:pt x="1204" y="1302"/>
                    </a:cubicBezTo>
                    <a:lnTo>
                      <a:pt x="1204" y="1302"/>
                    </a:lnTo>
                    <a:cubicBezTo>
                      <a:pt x="1204" y="1302"/>
                      <a:pt x="1074" y="637"/>
                      <a:pt x="1159" y="0"/>
                    </a:cubicBezTo>
                    <a:lnTo>
                      <a:pt x="1159" y="0"/>
                    </a:lnTo>
                    <a:cubicBezTo>
                      <a:pt x="1159" y="0"/>
                      <a:pt x="751" y="465"/>
                      <a:pt x="162" y="297"/>
                    </a:cubicBezTo>
                    <a:lnTo>
                      <a:pt x="162" y="297"/>
                    </a:lnTo>
                    <a:cubicBezTo>
                      <a:pt x="162" y="297"/>
                      <a:pt x="0" y="1411"/>
                      <a:pt x="207" y="1571"/>
                    </a:cubicBezTo>
                  </a:path>
                </a:pathLst>
              </a:custGeom>
              <a:solidFill>
                <a:srgbClr val="111340">
                  <a:alpha val="20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39" name="Freeform 23">
                <a:extLst>
                  <a:ext uri="{FF2B5EF4-FFF2-40B4-BE49-F238E27FC236}">
                    <a16:creationId xmlns:a16="http://schemas.microsoft.com/office/drawing/2014/main" id="{63A3B7A2-2FAC-47A9-9582-1F29DB0EBA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06061" y="7658969"/>
                <a:ext cx="486533" cy="686638"/>
              </a:xfrm>
              <a:custGeom>
                <a:avLst/>
                <a:gdLst>
                  <a:gd name="T0" fmla="*/ 548 w 549"/>
                  <a:gd name="T1" fmla="*/ 137 h 771"/>
                  <a:gd name="T2" fmla="*/ 548 w 549"/>
                  <a:gd name="T3" fmla="*/ 137 h 771"/>
                  <a:gd name="T4" fmla="*/ 256 w 549"/>
                  <a:gd name="T5" fmla="*/ 770 h 771"/>
                  <a:gd name="T6" fmla="*/ 256 w 549"/>
                  <a:gd name="T7" fmla="*/ 770 h 771"/>
                  <a:gd name="T8" fmla="*/ 101 w 549"/>
                  <a:gd name="T9" fmla="*/ 85 h 771"/>
                  <a:gd name="T10" fmla="*/ 101 w 549"/>
                  <a:gd name="T11" fmla="*/ 85 h 771"/>
                  <a:gd name="T12" fmla="*/ 548 w 549"/>
                  <a:gd name="T13" fmla="*/ 137 h 7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9" h="771">
                    <a:moveTo>
                      <a:pt x="548" y="137"/>
                    </a:moveTo>
                    <a:lnTo>
                      <a:pt x="548" y="137"/>
                    </a:lnTo>
                    <a:cubicBezTo>
                      <a:pt x="548" y="137"/>
                      <a:pt x="127" y="396"/>
                      <a:pt x="256" y="770"/>
                    </a:cubicBezTo>
                    <a:lnTo>
                      <a:pt x="256" y="770"/>
                    </a:lnTo>
                    <a:cubicBezTo>
                      <a:pt x="256" y="770"/>
                      <a:pt x="0" y="657"/>
                      <a:pt x="101" y="85"/>
                    </a:cubicBezTo>
                    <a:lnTo>
                      <a:pt x="101" y="85"/>
                    </a:lnTo>
                    <a:cubicBezTo>
                      <a:pt x="101" y="85"/>
                      <a:pt x="336" y="0"/>
                      <a:pt x="548" y="137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40" name="Freeform 24">
                <a:extLst>
                  <a:ext uri="{FF2B5EF4-FFF2-40B4-BE49-F238E27FC236}">
                    <a16:creationId xmlns:a16="http://schemas.microsoft.com/office/drawing/2014/main" id="{B21646D7-72CE-45C6-98B7-7647812BDD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06061" y="7658969"/>
                <a:ext cx="486533" cy="686638"/>
              </a:xfrm>
              <a:custGeom>
                <a:avLst/>
                <a:gdLst>
                  <a:gd name="T0" fmla="*/ 548 w 549"/>
                  <a:gd name="T1" fmla="*/ 137 h 771"/>
                  <a:gd name="T2" fmla="*/ 548 w 549"/>
                  <a:gd name="T3" fmla="*/ 137 h 771"/>
                  <a:gd name="T4" fmla="*/ 256 w 549"/>
                  <a:gd name="T5" fmla="*/ 770 h 771"/>
                  <a:gd name="T6" fmla="*/ 256 w 549"/>
                  <a:gd name="T7" fmla="*/ 770 h 771"/>
                  <a:gd name="T8" fmla="*/ 101 w 549"/>
                  <a:gd name="T9" fmla="*/ 85 h 771"/>
                  <a:gd name="T10" fmla="*/ 101 w 549"/>
                  <a:gd name="T11" fmla="*/ 85 h 771"/>
                  <a:gd name="T12" fmla="*/ 548 w 549"/>
                  <a:gd name="T13" fmla="*/ 137 h 7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9" h="771">
                    <a:moveTo>
                      <a:pt x="548" y="137"/>
                    </a:moveTo>
                    <a:lnTo>
                      <a:pt x="548" y="137"/>
                    </a:lnTo>
                    <a:cubicBezTo>
                      <a:pt x="548" y="137"/>
                      <a:pt x="127" y="396"/>
                      <a:pt x="256" y="770"/>
                    </a:cubicBezTo>
                    <a:lnTo>
                      <a:pt x="256" y="770"/>
                    </a:lnTo>
                    <a:cubicBezTo>
                      <a:pt x="256" y="770"/>
                      <a:pt x="0" y="657"/>
                      <a:pt x="101" y="85"/>
                    </a:cubicBezTo>
                    <a:lnTo>
                      <a:pt x="101" y="85"/>
                    </a:lnTo>
                    <a:cubicBezTo>
                      <a:pt x="101" y="85"/>
                      <a:pt x="336" y="0"/>
                      <a:pt x="548" y="137"/>
                    </a:cubicBezTo>
                  </a:path>
                </a:pathLst>
              </a:custGeom>
              <a:solidFill>
                <a:srgbClr val="111340">
                  <a:alpha val="40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41" name="Freeform 25">
                <a:extLst>
                  <a:ext uri="{FF2B5EF4-FFF2-40B4-BE49-F238E27FC236}">
                    <a16:creationId xmlns:a16="http://schemas.microsoft.com/office/drawing/2014/main" id="{19912D76-4583-4AFD-848C-631E01BB44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20586" y="6132667"/>
                <a:ext cx="2695550" cy="1777416"/>
              </a:xfrm>
              <a:custGeom>
                <a:avLst/>
                <a:gdLst>
                  <a:gd name="T0" fmla="*/ 19 w 3029"/>
                  <a:gd name="T1" fmla="*/ 209 h 1998"/>
                  <a:gd name="T2" fmla="*/ 19 w 3029"/>
                  <a:gd name="T3" fmla="*/ 209 h 1998"/>
                  <a:gd name="T4" fmla="*/ 1901 w 3029"/>
                  <a:gd name="T5" fmla="*/ 240 h 1998"/>
                  <a:gd name="T6" fmla="*/ 1901 w 3029"/>
                  <a:gd name="T7" fmla="*/ 240 h 1998"/>
                  <a:gd name="T8" fmla="*/ 2911 w 3029"/>
                  <a:gd name="T9" fmla="*/ 137 h 1998"/>
                  <a:gd name="T10" fmla="*/ 2911 w 3029"/>
                  <a:gd name="T11" fmla="*/ 137 h 1998"/>
                  <a:gd name="T12" fmla="*/ 2928 w 3029"/>
                  <a:gd name="T13" fmla="*/ 1086 h 1998"/>
                  <a:gd name="T14" fmla="*/ 2928 w 3029"/>
                  <a:gd name="T15" fmla="*/ 1086 h 1998"/>
                  <a:gd name="T16" fmla="*/ 3005 w 3029"/>
                  <a:gd name="T17" fmla="*/ 1855 h 1998"/>
                  <a:gd name="T18" fmla="*/ 3005 w 3029"/>
                  <a:gd name="T19" fmla="*/ 1855 h 1998"/>
                  <a:gd name="T20" fmla="*/ 2074 w 3029"/>
                  <a:gd name="T21" fmla="*/ 1810 h 1998"/>
                  <a:gd name="T22" fmla="*/ 2074 w 3029"/>
                  <a:gd name="T23" fmla="*/ 1810 h 1998"/>
                  <a:gd name="T24" fmla="*/ 19 w 3029"/>
                  <a:gd name="T25" fmla="*/ 1924 h 1998"/>
                  <a:gd name="T26" fmla="*/ 19 w 3029"/>
                  <a:gd name="T27" fmla="*/ 1924 h 1998"/>
                  <a:gd name="T28" fmla="*/ 45 w 3029"/>
                  <a:gd name="T29" fmla="*/ 1713 h 1998"/>
                  <a:gd name="T30" fmla="*/ 45 w 3029"/>
                  <a:gd name="T31" fmla="*/ 1713 h 1998"/>
                  <a:gd name="T32" fmla="*/ 465 w 3029"/>
                  <a:gd name="T33" fmla="*/ 1048 h 1998"/>
                  <a:gd name="T34" fmla="*/ 465 w 3029"/>
                  <a:gd name="T35" fmla="*/ 1048 h 1998"/>
                  <a:gd name="T36" fmla="*/ 19 w 3029"/>
                  <a:gd name="T37" fmla="*/ 209 h 19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029" h="1998">
                    <a:moveTo>
                      <a:pt x="19" y="209"/>
                    </a:moveTo>
                    <a:lnTo>
                      <a:pt x="19" y="209"/>
                    </a:lnTo>
                    <a:cubicBezTo>
                      <a:pt x="19" y="209"/>
                      <a:pt x="894" y="479"/>
                      <a:pt x="1901" y="240"/>
                    </a:cubicBezTo>
                    <a:lnTo>
                      <a:pt x="1901" y="240"/>
                    </a:lnTo>
                    <a:cubicBezTo>
                      <a:pt x="2908" y="0"/>
                      <a:pt x="2911" y="137"/>
                      <a:pt x="2911" y="137"/>
                    </a:cubicBezTo>
                    <a:lnTo>
                      <a:pt x="2911" y="137"/>
                    </a:lnTo>
                    <a:cubicBezTo>
                      <a:pt x="2911" y="137"/>
                      <a:pt x="2831" y="628"/>
                      <a:pt x="2928" y="1086"/>
                    </a:cubicBezTo>
                    <a:lnTo>
                      <a:pt x="2928" y="1086"/>
                    </a:lnTo>
                    <a:cubicBezTo>
                      <a:pt x="3028" y="1558"/>
                      <a:pt x="3005" y="1855"/>
                      <a:pt x="3005" y="1855"/>
                    </a:cubicBezTo>
                    <a:lnTo>
                      <a:pt x="3005" y="1855"/>
                    </a:lnTo>
                    <a:cubicBezTo>
                      <a:pt x="3005" y="1855"/>
                      <a:pt x="2600" y="1768"/>
                      <a:pt x="2074" y="1810"/>
                    </a:cubicBezTo>
                    <a:lnTo>
                      <a:pt x="2074" y="1810"/>
                    </a:lnTo>
                    <a:cubicBezTo>
                      <a:pt x="1580" y="1849"/>
                      <a:pt x="1046" y="1997"/>
                      <a:pt x="19" y="1924"/>
                    </a:cubicBezTo>
                    <a:lnTo>
                      <a:pt x="19" y="1924"/>
                    </a:lnTo>
                    <a:cubicBezTo>
                      <a:pt x="19" y="1924"/>
                      <a:pt x="0" y="1785"/>
                      <a:pt x="45" y="1713"/>
                    </a:cubicBezTo>
                    <a:lnTo>
                      <a:pt x="45" y="1713"/>
                    </a:lnTo>
                    <a:cubicBezTo>
                      <a:pt x="159" y="1532"/>
                      <a:pt x="492" y="1322"/>
                      <a:pt x="465" y="1048"/>
                    </a:cubicBezTo>
                    <a:lnTo>
                      <a:pt x="465" y="1048"/>
                    </a:lnTo>
                    <a:cubicBezTo>
                      <a:pt x="436" y="768"/>
                      <a:pt x="54" y="497"/>
                      <a:pt x="19" y="209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42" name="Freeform 26">
                <a:extLst>
                  <a:ext uri="{FF2B5EF4-FFF2-40B4-BE49-F238E27FC236}">
                    <a16:creationId xmlns:a16="http://schemas.microsoft.com/office/drawing/2014/main" id="{CDA32419-25C6-4696-990F-E8F04A37D4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3502" y="6273919"/>
                <a:ext cx="90245" cy="6725140"/>
              </a:xfrm>
              <a:custGeom>
                <a:avLst/>
                <a:gdLst>
                  <a:gd name="T0" fmla="*/ 100 w 101"/>
                  <a:gd name="T1" fmla="*/ 7558 h 7559"/>
                  <a:gd name="T2" fmla="*/ 0 w 101"/>
                  <a:gd name="T3" fmla="*/ 7558 h 7559"/>
                  <a:gd name="T4" fmla="*/ 0 w 101"/>
                  <a:gd name="T5" fmla="*/ 0 h 7559"/>
                  <a:gd name="T6" fmla="*/ 100 w 101"/>
                  <a:gd name="T7" fmla="*/ 0 h 7559"/>
                  <a:gd name="T8" fmla="*/ 100 w 101"/>
                  <a:gd name="T9" fmla="*/ 7558 h 75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1" h="7559">
                    <a:moveTo>
                      <a:pt x="100" y="7558"/>
                    </a:moveTo>
                    <a:lnTo>
                      <a:pt x="0" y="7558"/>
                    </a:lnTo>
                    <a:lnTo>
                      <a:pt x="0" y="0"/>
                    </a:lnTo>
                    <a:lnTo>
                      <a:pt x="100" y="0"/>
                    </a:lnTo>
                    <a:lnTo>
                      <a:pt x="100" y="7558"/>
                    </a:lnTo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E60C29D6-4D91-44FC-AB52-F05981726BF6}"/>
                </a:ext>
              </a:extLst>
            </p:cNvPr>
            <p:cNvGrpSpPr/>
            <p:nvPr/>
          </p:nvGrpSpPr>
          <p:grpSpPr>
            <a:xfrm>
              <a:off x="18554950" y="3719622"/>
              <a:ext cx="3350799" cy="9279437"/>
              <a:chOff x="18554950" y="3719622"/>
              <a:chExt cx="3350799" cy="9279437"/>
            </a:xfrm>
          </p:grpSpPr>
          <p:sp>
            <p:nvSpPr>
              <p:cNvPr id="44" name="Freeform 27">
                <a:extLst>
                  <a:ext uri="{FF2B5EF4-FFF2-40B4-BE49-F238E27FC236}">
                    <a16:creationId xmlns:a16="http://schemas.microsoft.com/office/drawing/2014/main" id="{9808D579-B718-4BE7-A8FD-EEFEF54C25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834593" y="4535742"/>
                <a:ext cx="1071156" cy="1616545"/>
              </a:xfrm>
              <a:custGeom>
                <a:avLst/>
                <a:gdLst>
                  <a:gd name="T0" fmla="*/ 207 w 1205"/>
                  <a:gd name="T1" fmla="*/ 1573 h 1819"/>
                  <a:gd name="T2" fmla="*/ 207 w 1205"/>
                  <a:gd name="T3" fmla="*/ 1573 h 1819"/>
                  <a:gd name="T4" fmla="*/ 1204 w 1205"/>
                  <a:gd name="T5" fmla="*/ 1303 h 1819"/>
                  <a:gd name="T6" fmla="*/ 1204 w 1205"/>
                  <a:gd name="T7" fmla="*/ 1303 h 1819"/>
                  <a:gd name="T8" fmla="*/ 1160 w 1205"/>
                  <a:gd name="T9" fmla="*/ 0 h 1819"/>
                  <a:gd name="T10" fmla="*/ 1160 w 1205"/>
                  <a:gd name="T11" fmla="*/ 0 h 1819"/>
                  <a:gd name="T12" fmla="*/ 163 w 1205"/>
                  <a:gd name="T13" fmla="*/ 297 h 1819"/>
                  <a:gd name="T14" fmla="*/ 163 w 1205"/>
                  <a:gd name="T15" fmla="*/ 297 h 1819"/>
                  <a:gd name="T16" fmla="*/ 207 w 1205"/>
                  <a:gd name="T17" fmla="*/ 1573 h 18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05" h="1819">
                    <a:moveTo>
                      <a:pt x="207" y="1573"/>
                    </a:moveTo>
                    <a:lnTo>
                      <a:pt x="207" y="1573"/>
                    </a:lnTo>
                    <a:cubicBezTo>
                      <a:pt x="207" y="1573"/>
                      <a:pt x="454" y="1818"/>
                      <a:pt x="1204" y="1303"/>
                    </a:cubicBezTo>
                    <a:lnTo>
                      <a:pt x="1204" y="1303"/>
                    </a:lnTo>
                    <a:cubicBezTo>
                      <a:pt x="1204" y="1303"/>
                      <a:pt x="1074" y="639"/>
                      <a:pt x="1160" y="0"/>
                    </a:cubicBezTo>
                    <a:lnTo>
                      <a:pt x="1160" y="0"/>
                    </a:lnTo>
                    <a:cubicBezTo>
                      <a:pt x="1160" y="0"/>
                      <a:pt x="751" y="467"/>
                      <a:pt x="163" y="297"/>
                    </a:cubicBezTo>
                    <a:lnTo>
                      <a:pt x="163" y="297"/>
                    </a:lnTo>
                    <a:cubicBezTo>
                      <a:pt x="163" y="297"/>
                      <a:pt x="0" y="1413"/>
                      <a:pt x="207" y="1573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45" name="Freeform 28">
                <a:extLst>
                  <a:ext uri="{FF2B5EF4-FFF2-40B4-BE49-F238E27FC236}">
                    <a16:creationId xmlns:a16="http://schemas.microsoft.com/office/drawing/2014/main" id="{5EE242F2-5A55-4E9B-B518-8197FD480D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834593" y="4535742"/>
                <a:ext cx="1071156" cy="1616545"/>
              </a:xfrm>
              <a:custGeom>
                <a:avLst/>
                <a:gdLst>
                  <a:gd name="T0" fmla="*/ 207 w 1205"/>
                  <a:gd name="T1" fmla="*/ 1573 h 1819"/>
                  <a:gd name="T2" fmla="*/ 207 w 1205"/>
                  <a:gd name="T3" fmla="*/ 1573 h 1819"/>
                  <a:gd name="T4" fmla="*/ 1204 w 1205"/>
                  <a:gd name="T5" fmla="*/ 1303 h 1819"/>
                  <a:gd name="T6" fmla="*/ 1204 w 1205"/>
                  <a:gd name="T7" fmla="*/ 1303 h 1819"/>
                  <a:gd name="T8" fmla="*/ 1160 w 1205"/>
                  <a:gd name="T9" fmla="*/ 0 h 1819"/>
                  <a:gd name="T10" fmla="*/ 1160 w 1205"/>
                  <a:gd name="T11" fmla="*/ 0 h 1819"/>
                  <a:gd name="T12" fmla="*/ 163 w 1205"/>
                  <a:gd name="T13" fmla="*/ 297 h 1819"/>
                  <a:gd name="T14" fmla="*/ 163 w 1205"/>
                  <a:gd name="T15" fmla="*/ 297 h 1819"/>
                  <a:gd name="T16" fmla="*/ 207 w 1205"/>
                  <a:gd name="T17" fmla="*/ 1573 h 18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05" h="1819">
                    <a:moveTo>
                      <a:pt x="207" y="1573"/>
                    </a:moveTo>
                    <a:lnTo>
                      <a:pt x="207" y="1573"/>
                    </a:lnTo>
                    <a:cubicBezTo>
                      <a:pt x="207" y="1573"/>
                      <a:pt x="454" y="1818"/>
                      <a:pt x="1204" y="1303"/>
                    </a:cubicBezTo>
                    <a:lnTo>
                      <a:pt x="1204" y="1303"/>
                    </a:lnTo>
                    <a:cubicBezTo>
                      <a:pt x="1204" y="1303"/>
                      <a:pt x="1074" y="639"/>
                      <a:pt x="1160" y="0"/>
                    </a:cubicBezTo>
                    <a:lnTo>
                      <a:pt x="1160" y="0"/>
                    </a:lnTo>
                    <a:cubicBezTo>
                      <a:pt x="1160" y="0"/>
                      <a:pt x="751" y="467"/>
                      <a:pt x="163" y="297"/>
                    </a:cubicBezTo>
                    <a:lnTo>
                      <a:pt x="163" y="297"/>
                    </a:lnTo>
                    <a:cubicBezTo>
                      <a:pt x="163" y="297"/>
                      <a:pt x="0" y="1413"/>
                      <a:pt x="207" y="1573"/>
                    </a:cubicBezTo>
                  </a:path>
                </a:pathLst>
              </a:custGeom>
              <a:solidFill>
                <a:srgbClr val="111340">
                  <a:alpha val="20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46" name="Freeform 29">
                <a:extLst>
                  <a:ext uri="{FF2B5EF4-FFF2-40B4-BE49-F238E27FC236}">
                    <a16:creationId xmlns:a16="http://schemas.microsoft.com/office/drawing/2014/main" id="{982222F9-AF1A-4BF3-B9FB-8787E37076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91432" y="5245922"/>
                <a:ext cx="486533" cy="686640"/>
              </a:xfrm>
              <a:custGeom>
                <a:avLst/>
                <a:gdLst>
                  <a:gd name="T0" fmla="*/ 547 w 548"/>
                  <a:gd name="T1" fmla="*/ 138 h 773"/>
                  <a:gd name="T2" fmla="*/ 547 w 548"/>
                  <a:gd name="T3" fmla="*/ 138 h 773"/>
                  <a:gd name="T4" fmla="*/ 255 w 548"/>
                  <a:gd name="T5" fmla="*/ 772 h 773"/>
                  <a:gd name="T6" fmla="*/ 255 w 548"/>
                  <a:gd name="T7" fmla="*/ 772 h 773"/>
                  <a:gd name="T8" fmla="*/ 100 w 548"/>
                  <a:gd name="T9" fmla="*/ 86 h 773"/>
                  <a:gd name="T10" fmla="*/ 100 w 548"/>
                  <a:gd name="T11" fmla="*/ 86 h 773"/>
                  <a:gd name="T12" fmla="*/ 547 w 548"/>
                  <a:gd name="T13" fmla="*/ 138 h 7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8" h="773">
                    <a:moveTo>
                      <a:pt x="547" y="138"/>
                    </a:moveTo>
                    <a:lnTo>
                      <a:pt x="547" y="138"/>
                    </a:lnTo>
                    <a:cubicBezTo>
                      <a:pt x="547" y="138"/>
                      <a:pt x="126" y="398"/>
                      <a:pt x="255" y="772"/>
                    </a:cubicBezTo>
                    <a:lnTo>
                      <a:pt x="255" y="772"/>
                    </a:lnTo>
                    <a:cubicBezTo>
                      <a:pt x="255" y="772"/>
                      <a:pt x="0" y="657"/>
                      <a:pt x="100" y="86"/>
                    </a:cubicBezTo>
                    <a:lnTo>
                      <a:pt x="100" y="86"/>
                    </a:lnTo>
                    <a:cubicBezTo>
                      <a:pt x="100" y="86"/>
                      <a:pt x="336" y="0"/>
                      <a:pt x="547" y="138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47" name="Freeform 30">
                <a:extLst>
                  <a:ext uri="{FF2B5EF4-FFF2-40B4-BE49-F238E27FC236}">
                    <a16:creationId xmlns:a16="http://schemas.microsoft.com/office/drawing/2014/main" id="{E6E2B9AD-3D5B-4051-8BF1-827A5D1ACB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91432" y="5245922"/>
                <a:ext cx="486533" cy="686640"/>
              </a:xfrm>
              <a:custGeom>
                <a:avLst/>
                <a:gdLst>
                  <a:gd name="T0" fmla="*/ 547 w 548"/>
                  <a:gd name="T1" fmla="*/ 138 h 773"/>
                  <a:gd name="T2" fmla="*/ 547 w 548"/>
                  <a:gd name="T3" fmla="*/ 138 h 773"/>
                  <a:gd name="T4" fmla="*/ 255 w 548"/>
                  <a:gd name="T5" fmla="*/ 772 h 773"/>
                  <a:gd name="T6" fmla="*/ 255 w 548"/>
                  <a:gd name="T7" fmla="*/ 772 h 773"/>
                  <a:gd name="T8" fmla="*/ 100 w 548"/>
                  <a:gd name="T9" fmla="*/ 86 h 773"/>
                  <a:gd name="T10" fmla="*/ 100 w 548"/>
                  <a:gd name="T11" fmla="*/ 86 h 773"/>
                  <a:gd name="T12" fmla="*/ 547 w 548"/>
                  <a:gd name="T13" fmla="*/ 138 h 7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48" h="773">
                    <a:moveTo>
                      <a:pt x="547" y="138"/>
                    </a:moveTo>
                    <a:lnTo>
                      <a:pt x="547" y="138"/>
                    </a:lnTo>
                    <a:cubicBezTo>
                      <a:pt x="547" y="138"/>
                      <a:pt x="126" y="398"/>
                      <a:pt x="255" y="772"/>
                    </a:cubicBezTo>
                    <a:lnTo>
                      <a:pt x="255" y="772"/>
                    </a:lnTo>
                    <a:cubicBezTo>
                      <a:pt x="255" y="772"/>
                      <a:pt x="0" y="657"/>
                      <a:pt x="100" y="86"/>
                    </a:cubicBezTo>
                    <a:lnTo>
                      <a:pt x="100" y="86"/>
                    </a:lnTo>
                    <a:cubicBezTo>
                      <a:pt x="100" y="86"/>
                      <a:pt x="336" y="0"/>
                      <a:pt x="547" y="138"/>
                    </a:cubicBezTo>
                  </a:path>
                </a:pathLst>
              </a:custGeom>
              <a:solidFill>
                <a:srgbClr val="111340">
                  <a:alpha val="40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48" name="Freeform 31">
                <a:extLst>
                  <a:ext uri="{FF2B5EF4-FFF2-40B4-BE49-F238E27FC236}">
                    <a16:creationId xmlns:a16="http://schemas.microsoft.com/office/drawing/2014/main" id="{D7A736C4-DD35-4415-823A-11E486104D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605959" y="3719622"/>
                <a:ext cx="2695548" cy="1777413"/>
              </a:xfrm>
              <a:custGeom>
                <a:avLst/>
                <a:gdLst>
                  <a:gd name="T0" fmla="*/ 19 w 3030"/>
                  <a:gd name="T1" fmla="*/ 208 h 1999"/>
                  <a:gd name="T2" fmla="*/ 19 w 3030"/>
                  <a:gd name="T3" fmla="*/ 208 h 1999"/>
                  <a:gd name="T4" fmla="*/ 1901 w 3030"/>
                  <a:gd name="T5" fmla="*/ 240 h 1999"/>
                  <a:gd name="T6" fmla="*/ 1901 w 3030"/>
                  <a:gd name="T7" fmla="*/ 240 h 1999"/>
                  <a:gd name="T8" fmla="*/ 2911 w 3030"/>
                  <a:gd name="T9" fmla="*/ 136 h 1999"/>
                  <a:gd name="T10" fmla="*/ 2911 w 3030"/>
                  <a:gd name="T11" fmla="*/ 136 h 1999"/>
                  <a:gd name="T12" fmla="*/ 2929 w 3030"/>
                  <a:gd name="T13" fmla="*/ 1087 h 1999"/>
                  <a:gd name="T14" fmla="*/ 2929 w 3030"/>
                  <a:gd name="T15" fmla="*/ 1087 h 1999"/>
                  <a:gd name="T16" fmla="*/ 3005 w 3030"/>
                  <a:gd name="T17" fmla="*/ 1856 h 1999"/>
                  <a:gd name="T18" fmla="*/ 3005 w 3030"/>
                  <a:gd name="T19" fmla="*/ 1856 h 1999"/>
                  <a:gd name="T20" fmla="*/ 2074 w 3030"/>
                  <a:gd name="T21" fmla="*/ 1811 h 1999"/>
                  <a:gd name="T22" fmla="*/ 2074 w 3030"/>
                  <a:gd name="T23" fmla="*/ 1811 h 1999"/>
                  <a:gd name="T24" fmla="*/ 19 w 3030"/>
                  <a:gd name="T25" fmla="*/ 1925 h 1999"/>
                  <a:gd name="T26" fmla="*/ 19 w 3030"/>
                  <a:gd name="T27" fmla="*/ 1925 h 1999"/>
                  <a:gd name="T28" fmla="*/ 45 w 3030"/>
                  <a:gd name="T29" fmla="*/ 1714 h 1999"/>
                  <a:gd name="T30" fmla="*/ 45 w 3030"/>
                  <a:gd name="T31" fmla="*/ 1714 h 1999"/>
                  <a:gd name="T32" fmla="*/ 465 w 3030"/>
                  <a:gd name="T33" fmla="*/ 1049 h 1999"/>
                  <a:gd name="T34" fmla="*/ 465 w 3030"/>
                  <a:gd name="T35" fmla="*/ 1049 h 1999"/>
                  <a:gd name="T36" fmla="*/ 19 w 3030"/>
                  <a:gd name="T37" fmla="*/ 208 h 19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030" h="1999">
                    <a:moveTo>
                      <a:pt x="19" y="208"/>
                    </a:moveTo>
                    <a:lnTo>
                      <a:pt x="19" y="208"/>
                    </a:lnTo>
                    <a:cubicBezTo>
                      <a:pt x="19" y="208"/>
                      <a:pt x="894" y="480"/>
                      <a:pt x="1901" y="240"/>
                    </a:cubicBezTo>
                    <a:lnTo>
                      <a:pt x="1901" y="240"/>
                    </a:lnTo>
                    <a:cubicBezTo>
                      <a:pt x="2908" y="0"/>
                      <a:pt x="2911" y="136"/>
                      <a:pt x="2911" y="136"/>
                    </a:cubicBezTo>
                    <a:lnTo>
                      <a:pt x="2911" y="136"/>
                    </a:lnTo>
                    <a:cubicBezTo>
                      <a:pt x="2911" y="136"/>
                      <a:pt x="2831" y="629"/>
                      <a:pt x="2929" y="1087"/>
                    </a:cubicBezTo>
                    <a:lnTo>
                      <a:pt x="2929" y="1087"/>
                    </a:lnTo>
                    <a:cubicBezTo>
                      <a:pt x="3029" y="1559"/>
                      <a:pt x="3005" y="1856"/>
                      <a:pt x="3005" y="1856"/>
                    </a:cubicBezTo>
                    <a:lnTo>
                      <a:pt x="3005" y="1856"/>
                    </a:lnTo>
                    <a:cubicBezTo>
                      <a:pt x="3005" y="1856"/>
                      <a:pt x="2600" y="1769"/>
                      <a:pt x="2074" y="1811"/>
                    </a:cubicBezTo>
                    <a:lnTo>
                      <a:pt x="2074" y="1811"/>
                    </a:lnTo>
                    <a:cubicBezTo>
                      <a:pt x="1581" y="1850"/>
                      <a:pt x="1046" y="1998"/>
                      <a:pt x="19" y="1925"/>
                    </a:cubicBezTo>
                    <a:lnTo>
                      <a:pt x="19" y="1925"/>
                    </a:lnTo>
                    <a:cubicBezTo>
                      <a:pt x="19" y="1925"/>
                      <a:pt x="0" y="1786"/>
                      <a:pt x="45" y="1714"/>
                    </a:cubicBezTo>
                    <a:lnTo>
                      <a:pt x="45" y="1714"/>
                    </a:lnTo>
                    <a:cubicBezTo>
                      <a:pt x="160" y="1534"/>
                      <a:pt x="492" y="1323"/>
                      <a:pt x="465" y="1049"/>
                    </a:cubicBezTo>
                    <a:lnTo>
                      <a:pt x="465" y="1049"/>
                    </a:lnTo>
                    <a:cubicBezTo>
                      <a:pt x="437" y="768"/>
                      <a:pt x="54" y="497"/>
                      <a:pt x="19" y="208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49" name="Freeform 32">
                <a:extLst>
                  <a:ext uri="{FF2B5EF4-FFF2-40B4-BE49-F238E27FC236}">
                    <a16:creationId xmlns:a16="http://schemas.microsoft.com/office/drawing/2014/main" id="{FEF9D878-5D06-4FFD-A96D-9666E78715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554950" y="3860874"/>
                <a:ext cx="90245" cy="9138185"/>
              </a:xfrm>
              <a:custGeom>
                <a:avLst/>
                <a:gdLst>
                  <a:gd name="T0" fmla="*/ 100 w 101"/>
                  <a:gd name="T1" fmla="*/ 10270 h 10271"/>
                  <a:gd name="T2" fmla="*/ 0 w 101"/>
                  <a:gd name="T3" fmla="*/ 10270 h 10271"/>
                  <a:gd name="T4" fmla="*/ 0 w 101"/>
                  <a:gd name="T5" fmla="*/ 0 h 10271"/>
                  <a:gd name="T6" fmla="*/ 100 w 101"/>
                  <a:gd name="T7" fmla="*/ 0 h 10271"/>
                  <a:gd name="T8" fmla="*/ 100 w 101"/>
                  <a:gd name="T9" fmla="*/ 10270 h 10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1" h="10271">
                    <a:moveTo>
                      <a:pt x="100" y="10270"/>
                    </a:moveTo>
                    <a:lnTo>
                      <a:pt x="0" y="10270"/>
                    </a:lnTo>
                    <a:lnTo>
                      <a:pt x="0" y="0"/>
                    </a:lnTo>
                    <a:lnTo>
                      <a:pt x="100" y="0"/>
                    </a:lnTo>
                    <a:lnTo>
                      <a:pt x="100" y="10270"/>
                    </a:lnTo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B36BCF9-4FBA-45FE-A5B5-23B69A0F89F5}"/>
              </a:ext>
            </a:extLst>
          </p:cNvPr>
          <p:cNvSpPr txBox="1"/>
          <p:nvPr/>
        </p:nvSpPr>
        <p:spPr>
          <a:xfrm>
            <a:off x="1520825" y="750700"/>
            <a:ext cx="21336000" cy="116955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7000" b="1" spc="-29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CHALLENGES SLIDE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6915C0-E321-464D-81F8-95043836538E}"/>
              </a:ext>
            </a:extLst>
          </p:cNvPr>
          <p:cNvSpPr txBox="1"/>
          <p:nvPr/>
        </p:nvSpPr>
        <p:spPr>
          <a:xfrm>
            <a:off x="1520827" y="1886522"/>
            <a:ext cx="213359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spc="-120" dirty="0">
                <a:latin typeface="Montserrat" pitchFamily="2" charset="77"/>
                <a:cs typeface="Poppins" pitchFamily="2" charset="77"/>
              </a:rPr>
              <a:t>Make a big impact with our professional slides and charts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FFE5BA-B923-4EAF-B24B-C507B4C6FD35}"/>
              </a:ext>
            </a:extLst>
          </p:cNvPr>
          <p:cNvSpPr txBox="1"/>
          <p:nvPr/>
        </p:nvSpPr>
        <p:spPr>
          <a:xfrm>
            <a:off x="1878813" y="9142231"/>
            <a:ext cx="4540274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 01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6CBE4A-FEC5-4FD5-9E14-DCD208057BD9}"/>
              </a:ext>
            </a:extLst>
          </p:cNvPr>
          <p:cNvSpPr txBox="1"/>
          <p:nvPr/>
        </p:nvSpPr>
        <p:spPr>
          <a:xfrm>
            <a:off x="1878813" y="9823573"/>
            <a:ext cx="4540275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83C699-0D0D-4165-8D20-022E1C767970}"/>
              </a:ext>
            </a:extLst>
          </p:cNvPr>
          <p:cNvSpPr txBox="1"/>
          <p:nvPr/>
        </p:nvSpPr>
        <p:spPr>
          <a:xfrm>
            <a:off x="7559650" y="8629151"/>
            <a:ext cx="4540274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 02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BC1027-447A-423C-91A0-A73FB4CAC664}"/>
              </a:ext>
            </a:extLst>
          </p:cNvPr>
          <p:cNvSpPr txBox="1"/>
          <p:nvPr/>
        </p:nvSpPr>
        <p:spPr>
          <a:xfrm>
            <a:off x="7559650" y="9310493"/>
            <a:ext cx="4540275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559F2F-CFD3-420D-95A3-275E7C6EC67D}"/>
              </a:ext>
            </a:extLst>
          </p:cNvPr>
          <p:cNvSpPr txBox="1"/>
          <p:nvPr/>
        </p:nvSpPr>
        <p:spPr>
          <a:xfrm>
            <a:off x="13240486" y="9142231"/>
            <a:ext cx="4540274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 03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ADBB0F-D21E-43C3-B53C-A9CCA9B27E2E}"/>
              </a:ext>
            </a:extLst>
          </p:cNvPr>
          <p:cNvSpPr txBox="1"/>
          <p:nvPr/>
        </p:nvSpPr>
        <p:spPr>
          <a:xfrm>
            <a:off x="13240486" y="9823573"/>
            <a:ext cx="4540275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6F73B2-3F06-47A7-8BAF-1836D562C03A}"/>
              </a:ext>
            </a:extLst>
          </p:cNvPr>
          <p:cNvSpPr txBox="1"/>
          <p:nvPr/>
        </p:nvSpPr>
        <p:spPr>
          <a:xfrm>
            <a:off x="18921321" y="6734819"/>
            <a:ext cx="4540274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SUCCESS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508FDE-ECA0-425D-986F-E535E5E14422}"/>
              </a:ext>
            </a:extLst>
          </p:cNvPr>
          <p:cNvSpPr txBox="1"/>
          <p:nvPr/>
        </p:nvSpPr>
        <p:spPr>
          <a:xfrm>
            <a:off x="18921321" y="7416161"/>
            <a:ext cx="4540275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</p:spTree>
    <p:extLst>
      <p:ext uri="{BB962C8B-B14F-4D97-AF65-F5344CB8AC3E}">
        <p14:creationId xmlns:p14="http://schemas.microsoft.com/office/powerpoint/2010/main" val="3498706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>
            <a:extLst>
              <a:ext uri="{FF2B5EF4-FFF2-40B4-BE49-F238E27FC236}">
                <a16:creationId xmlns:a16="http://schemas.microsoft.com/office/drawing/2014/main" id="{0F475B92-B471-4A2A-8781-108D4F9FE16F}"/>
              </a:ext>
            </a:extLst>
          </p:cNvPr>
          <p:cNvGrpSpPr/>
          <p:nvPr/>
        </p:nvGrpSpPr>
        <p:grpSpPr>
          <a:xfrm>
            <a:off x="1505508" y="6635814"/>
            <a:ext cx="21366634" cy="7075888"/>
            <a:chOff x="1505508" y="6635814"/>
            <a:chExt cx="21366634" cy="7075888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F86FB4CF-AC6C-40DE-89C8-A080283DC014}"/>
                </a:ext>
              </a:extLst>
            </p:cNvPr>
            <p:cNvGrpSpPr/>
            <p:nvPr/>
          </p:nvGrpSpPr>
          <p:grpSpPr>
            <a:xfrm>
              <a:off x="1505508" y="6635814"/>
              <a:ext cx="21366634" cy="7075888"/>
              <a:chOff x="1505508" y="6635814"/>
              <a:chExt cx="21366634" cy="7075888"/>
            </a:xfrm>
          </p:grpSpPr>
          <p:sp>
            <p:nvSpPr>
              <p:cNvPr id="143" name="Freeform 2">
                <a:extLst>
                  <a:ext uri="{FF2B5EF4-FFF2-40B4-BE49-F238E27FC236}">
                    <a16:creationId xmlns:a16="http://schemas.microsoft.com/office/drawing/2014/main" id="{06FEF340-6741-440C-8982-9173F1E512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05508" y="12897182"/>
                <a:ext cx="21366634" cy="814520"/>
              </a:xfrm>
              <a:custGeom>
                <a:avLst/>
                <a:gdLst>
                  <a:gd name="T0" fmla="*/ 0 w 24409"/>
                  <a:gd name="T1" fmla="*/ 96 h 932"/>
                  <a:gd name="T2" fmla="*/ 1466 w 24409"/>
                  <a:gd name="T3" fmla="*/ 931 h 932"/>
                  <a:gd name="T4" fmla="*/ 24408 w 24409"/>
                  <a:gd name="T5" fmla="*/ 931 h 932"/>
                  <a:gd name="T6" fmla="*/ 24408 w 24409"/>
                  <a:gd name="T7" fmla="*/ 834 h 932"/>
                  <a:gd name="T8" fmla="*/ 0 w 24409"/>
                  <a:gd name="T9" fmla="*/ 0 h 932"/>
                  <a:gd name="T10" fmla="*/ 0 w 24409"/>
                  <a:gd name="T11" fmla="*/ 96 h 9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409" h="932">
                    <a:moveTo>
                      <a:pt x="0" y="96"/>
                    </a:moveTo>
                    <a:lnTo>
                      <a:pt x="1466" y="931"/>
                    </a:lnTo>
                    <a:lnTo>
                      <a:pt x="24408" y="931"/>
                    </a:lnTo>
                    <a:lnTo>
                      <a:pt x="24408" y="834"/>
                    </a:lnTo>
                    <a:lnTo>
                      <a:pt x="0" y="0"/>
                    </a:lnTo>
                    <a:lnTo>
                      <a:pt x="0" y="96"/>
                    </a:lnTo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44" name="Freeform 3">
                <a:extLst>
                  <a:ext uri="{FF2B5EF4-FFF2-40B4-BE49-F238E27FC236}">
                    <a16:creationId xmlns:a16="http://schemas.microsoft.com/office/drawing/2014/main" id="{AE4FF419-4104-4453-BEFB-72A20740F1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05508" y="12897182"/>
                <a:ext cx="21366634" cy="814520"/>
              </a:xfrm>
              <a:custGeom>
                <a:avLst/>
                <a:gdLst>
                  <a:gd name="T0" fmla="*/ 0 w 24409"/>
                  <a:gd name="T1" fmla="*/ 0 h 932"/>
                  <a:gd name="T2" fmla="*/ 0 w 24409"/>
                  <a:gd name="T3" fmla="*/ 96 h 932"/>
                  <a:gd name="T4" fmla="*/ 1466 w 24409"/>
                  <a:gd name="T5" fmla="*/ 931 h 932"/>
                  <a:gd name="T6" fmla="*/ 24408 w 24409"/>
                  <a:gd name="T7" fmla="*/ 931 h 932"/>
                  <a:gd name="T8" fmla="*/ 24408 w 24409"/>
                  <a:gd name="T9" fmla="*/ 834 h 932"/>
                  <a:gd name="T10" fmla="*/ 0 w 24409"/>
                  <a:gd name="T11" fmla="*/ 0 h 9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409" h="932">
                    <a:moveTo>
                      <a:pt x="0" y="0"/>
                    </a:moveTo>
                    <a:lnTo>
                      <a:pt x="0" y="96"/>
                    </a:lnTo>
                    <a:lnTo>
                      <a:pt x="1466" y="931"/>
                    </a:lnTo>
                    <a:lnTo>
                      <a:pt x="24408" y="931"/>
                    </a:lnTo>
                    <a:lnTo>
                      <a:pt x="24408" y="834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111340">
                  <a:alpha val="50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45" name="Freeform 4">
                <a:extLst>
                  <a:ext uri="{FF2B5EF4-FFF2-40B4-BE49-F238E27FC236}">
                    <a16:creationId xmlns:a16="http://schemas.microsoft.com/office/drawing/2014/main" id="{1DF2CF05-DFAF-436C-A286-2A9E04FF0C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05508" y="12897182"/>
                <a:ext cx="21366634" cy="729594"/>
              </a:xfrm>
              <a:custGeom>
                <a:avLst/>
                <a:gdLst>
                  <a:gd name="T0" fmla="*/ 23169 w 24409"/>
                  <a:gd name="T1" fmla="*/ 0 h 835"/>
                  <a:gd name="T2" fmla="*/ 0 w 24409"/>
                  <a:gd name="T3" fmla="*/ 0 h 835"/>
                  <a:gd name="T4" fmla="*/ 1466 w 24409"/>
                  <a:gd name="T5" fmla="*/ 834 h 835"/>
                  <a:gd name="T6" fmla="*/ 24408 w 24409"/>
                  <a:gd name="T7" fmla="*/ 834 h 835"/>
                  <a:gd name="T8" fmla="*/ 23169 w 24409"/>
                  <a:gd name="T9" fmla="*/ 0 h 8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409" h="835">
                    <a:moveTo>
                      <a:pt x="23169" y="0"/>
                    </a:moveTo>
                    <a:lnTo>
                      <a:pt x="0" y="0"/>
                    </a:lnTo>
                    <a:lnTo>
                      <a:pt x="1466" y="834"/>
                    </a:lnTo>
                    <a:lnTo>
                      <a:pt x="24408" y="834"/>
                    </a:lnTo>
                    <a:lnTo>
                      <a:pt x="23169" y="0"/>
                    </a:lnTo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46" name="Freeform 5">
                <a:extLst>
                  <a:ext uri="{FF2B5EF4-FFF2-40B4-BE49-F238E27FC236}">
                    <a16:creationId xmlns:a16="http://schemas.microsoft.com/office/drawing/2014/main" id="{ED46647D-DB06-4BF8-85B6-1DA2BB679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907636" y="10164106"/>
                <a:ext cx="1825912" cy="1077018"/>
              </a:xfrm>
              <a:custGeom>
                <a:avLst/>
                <a:gdLst>
                  <a:gd name="T0" fmla="*/ 2084 w 2085"/>
                  <a:gd name="T1" fmla="*/ 972 h 1230"/>
                  <a:gd name="T2" fmla="*/ 1621 w 2085"/>
                  <a:gd name="T3" fmla="*/ 784 h 1230"/>
                  <a:gd name="T4" fmla="*/ 1636 w 2085"/>
                  <a:gd name="T5" fmla="*/ 970 h 1230"/>
                  <a:gd name="T6" fmla="*/ 1634 w 2085"/>
                  <a:gd name="T7" fmla="*/ 970 h 1230"/>
                  <a:gd name="T8" fmla="*/ 1634 w 2085"/>
                  <a:gd name="T9" fmla="*/ 970 h 1230"/>
                  <a:gd name="T10" fmla="*/ 1604 w 2085"/>
                  <a:gd name="T11" fmla="*/ 973 h 1230"/>
                  <a:gd name="T12" fmla="*/ 1604 w 2085"/>
                  <a:gd name="T13" fmla="*/ 973 h 1230"/>
                  <a:gd name="T14" fmla="*/ 1546 w 2085"/>
                  <a:gd name="T15" fmla="*/ 975 h 1230"/>
                  <a:gd name="T16" fmla="*/ 1546 w 2085"/>
                  <a:gd name="T17" fmla="*/ 975 h 1230"/>
                  <a:gd name="T18" fmla="*/ 1429 w 2085"/>
                  <a:gd name="T19" fmla="*/ 969 h 1230"/>
                  <a:gd name="T20" fmla="*/ 1429 w 2085"/>
                  <a:gd name="T21" fmla="*/ 969 h 1230"/>
                  <a:gd name="T22" fmla="*/ 1199 w 2085"/>
                  <a:gd name="T23" fmla="*/ 926 h 1230"/>
                  <a:gd name="T24" fmla="*/ 1199 w 2085"/>
                  <a:gd name="T25" fmla="*/ 926 h 1230"/>
                  <a:gd name="T26" fmla="*/ 981 w 2085"/>
                  <a:gd name="T27" fmla="*/ 842 h 1230"/>
                  <a:gd name="T28" fmla="*/ 981 w 2085"/>
                  <a:gd name="T29" fmla="*/ 842 h 1230"/>
                  <a:gd name="T30" fmla="*/ 778 w 2085"/>
                  <a:gd name="T31" fmla="*/ 726 h 1230"/>
                  <a:gd name="T32" fmla="*/ 778 w 2085"/>
                  <a:gd name="T33" fmla="*/ 726 h 1230"/>
                  <a:gd name="T34" fmla="*/ 461 w 2085"/>
                  <a:gd name="T35" fmla="*/ 409 h 1230"/>
                  <a:gd name="T36" fmla="*/ 461 w 2085"/>
                  <a:gd name="T37" fmla="*/ 409 h 1230"/>
                  <a:gd name="T38" fmla="*/ 406 w 2085"/>
                  <a:gd name="T39" fmla="*/ 313 h 1230"/>
                  <a:gd name="T40" fmla="*/ 406 w 2085"/>
                  <a:gd name="T41" fmla="*/ 313 h 1230"/>
                  <a:gd name="T42" fmla="*/ 360 w 2085"/>
                  <a:gd name="T43" fmla="*/ 213 h 1230"/>
                  <a:gd name="T44" fmla="*/ 360 w 2085"/>
                  <a:gd name="T45" fmla="*/ 213 h 1230"/>
                  <a:gd name="T46" fmla="*/ 295 w 2085"/>
                  <a:gd name="T47" fmla="*/ 0 h 1230"/>
                  <a:gd name="T48" fmla="*/ 0 w 2085"/>
                  <a:gd name="T49" fmla="*/ 83 h 1230"/>
                  <a:gd name="T50" fmla="*/ 0 w 2085"/>
                  <a:gd name="T51" fmla="*/ 83 h 1230"/>
                  <a:gd name="T52" fmla="*/ 107 w 2085"/>
                  <a:gd name="T53" fmla="*/ 333 h 1230"/>
                  <a:gd name="T54" fmla="*/ 107 w 2085"/>
                  <a:gd name="T55" fmla="*/ 333 h 1230"/>
                  <a:gd name="T56" fmla="*/ 177 w 2085"/>
                  <a:gd name="T57" fmla="*/ 450 h 1230"/>
                  <a:gd name="T58" fmla="*/ 177 w 2085"/>
                  <a:gd name="T59" fmla="*/ 450 h 1230"/>
                  <a:gd name="T60" fmla="*/ 258 w 2085"/>
                  <a:gd name="T61" fmla="*/ 560 h 1230"/>
                  <a:gd name="T62" fmla="*/ 258 w 2085"/>
                  <a:gd name="T63" fmla="*/ 560 h 1230"/>
                  <a:gd name="T64" fmla="*/ 350 w 2085"/>
                  <a:gd name="T65" fmla="*/ 661 h 1230"/>
                  <a:gd name="T66" fmla="*/ 350 w 2085"/>
                  <a:gd name="T67" fmla="*/ 661 h 1230"/>
                  <a:gd name="T68" fmla="*/ 451 w 2085"/>
                  <a:gd name="T69" fmla="*/ 752 h 1230"/>
                  <a:gd name="T70" fmla="*/ 451 w 2085"/>
                  <a:gd name="T71" fmla="*/ 752 h 1230"/>
                  <a:gd name="T72" fmla="*/ 674 w 2085"/>
                  <a:gd name="T73" fmla="*/ 899 h 1230"/>
                  <a:gd name="T74" fmla="*/ 674 w 2085"/>
                  <a:gd name="T75" fmla="*/ 899 h 1230"/>
                  <a:gd name="T76" fmla="*/ 912 w 2085"/>
                  <a:gd name="T77" fmla="*/ 1005 h 1230"/>
                  <a:gd name="T78" fmla="*/ 912 w 2085"/>
                  <a:gd name="T79" fmla="*/ 1005 h 1230"/>
                  <a:gd name="T80" fmla="*/ 1164 w 2085"/>
                  <a:gd name="T81" fmla="*/ 1076 h 1230"/>
                  <a:gd name="T82" fmla="*/ 1164 w 2085"/>
                  <a:gd name="T83" fmla="*/ 1076 h 1230"/>
                  <a:gd name="T84" fmla="*/ 1422 w 2085"/>
                  <a:gd name="T85" fmla="*/ 1103 h 1230"/>
                  <a:gd name="T86" fmla="*/ 1422 w 2085"/>
                  <a:gd name="T87" fmla="*/ 1103 h 1230"/>
                  <a:gd name="T88" fmla="*/ 1552 w 2085"/>
                  <a:gd name="T89" fmla="*/ 1097 h 1230"/>
                  <a:gd name="T90" fmla="*/ 1552 w 2085"/>
                  <a:gd name="T91" fmla="*/ 1097 h 1230"/>
                  <a:gd name="T92" fmla="*/ 1617 w 2085"/>
                  <a:gd name="T93" fmla="*/ 1089 h 1230"/>
                  <a:gd name="T94" fmla="*/ 1617 w 2085"/>
                  <a:gd name="T95" fmla="*/ 1089 h 1230"/>
                  <a:gd name="T96" fmla="*/ 1645 w 2085"/>
                  <a:gd name="T97" fmla="*/ 1085 h 1230"/>
                  <a:gd name="T98" fmla="*/ 1656 w 2085"/>
                  <a:gd name="T99" fmla="*/ 1229 h 1230"/>
                  <a:gd name="T100" fmla="*/ 2084 w 2085"/>
                  <a:gd name="T101" fmla="*/ 972 h 12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2085" h="1230">
                    <a:moveTo>
                      <a:pt x="2084" y="972"/>
                    </a:moveTo>
                    <a:lnTo>
                      <a:pt x="1621" y="784"/>
                    </a:lnTo>
                    <a:lnTo>
                      <a:pt x="1636" y="970"/>
                    </a:lnTo>
                    <a:lnTo>
                      <a:pt x="1634" y="970"/>
                    </a:lnTo>
                    <a:lnTo>
                      <a:pt x="1634" y="970"/>
                    </a:lnTo>
                    <a:cubicBezTo>
                      <a:pt x="1624" y="971"/>
                      <a:pt x="1615" y="972"/>
                      <a:pt x="1604" y="973"/>
                    </a:cubicBezTo>
                    <a:lnTo>
                      <a:pt x="1604" y="973"/>
                    </a:lnTo>
                    <a:cubicBezTo>
                      <a:pt x="1585" y="974"/>
                      <a:pt x="1566" y="975"/>
                      <a:pt x="1546" y="975"/>
                    </a:cubicBezTo>
                    <a:lnTo>
                      <a:pt x="1546" y="975"/>
                    </a:lnTo>
                    <a:cubicBezTo>
                      <a:pt x="1507" y="975"/>
                      <a:pt x="1468" y="973"/>
                      <a:pt x="1429" y="969"/>
                    </a:cubicBezTo>
                    <a:lnTo>
                      <a:pt x="1429" y="969"/>
                    </a:lnTo>
                    <a:cubicBezTo>
                      <a:pt x="1351" y="962"/>
                      <a:pt x="1274" y="947"/>
                      <a:pt x="1199" y="926"/>
                    </a:cubicBezTo>
                    <a:lnTo>
                      <a:pt x="1199" y="926"/>
                    </a:lnTo>
                    <a:cubicBezTo>
                      <a:pt x="1124" y="904"/>
                      <a:pt x="1052" y="877"/>
                      <a:pt x="981" y="842"/>
                    </a:cubicBezTo>
                    <a:lnTo>
                      <a:pt x="981" y="842"/>
                    </a:lnTo>
                    <a:cubicBezTo>
                      <a:pt x="910" y="807"/>
                      <a:pt x="842" y="769"/>
                      <a:pt x="778" y="726"/>
                    </a:cubicBezTo>
                    <a:lnTo>
                      <a:pt x="778" y="726"/>
                    </a:lnTo>
                    <a:cubicBezTo>
                      <a:pt x="651" y="639"/>
                      <a:pt x="542" y="533"/>
                      <a:pt x="461" y="409"/>
                    </a:cubicBezTo>
                    <a:lnTo>
                      <a:pt x="461" y="409"/>
                    </a:lnTo>
                    <a:cubicBezTo>
                      <a:pt x="441" y="379"/>
                      <a:pt x="423" y="346"/>
                      <a:pt x="406" y="313"/>
                    </a:cubicBezTo>
                    <a:lnTo>
                      <a:pt x="406" y="313"/>
                    </a:lnTo>
                    <a:cubicBezTo>
                      <a:pt x="389" y="281"/>
                      <a:pt x="373" y="247"/>
                      <a:pt x="360" y="213"/>
                    </a:cubicBezTo>
                    <a:lnTo>
                      <a:pt x="360" y="213"/>
                    </a:lnTo>
                    <a:cubicBezTo>
                      <a:pt x="333" y="145"/>
                      <a:pt x="311" y="73"/>
                      <a:pt x="295" y="0"/>
                    </a:cubicBezTo>
                    <a:lnTo>
                      <a:pt x="0" y="83"/>
                    </a:lnTo>
                    <a:lnTo>
                      <a:pt x="0" y="83"/>
                    </a:lnTo>
                    <a:cubicBezTo>
                      <a:pt x="29" y="168"/>
                      <a:pt x="65" y="252"/>
                      <a:pt x="107" y="333"/>
                    </a:cubicBezTo>
                    <a:lnTo>
                      <a:pt x="107" y="333"/>
                    </a:lnTo>
                    <a:cubicBezTo>
                      <a:pt x="128" y="372"/>
                      <a:pt x="152" y="411"/>
                      <a:pt x="177" y="450"/>
                    </a:cubicBezTo>
                    <a:lnTo>
                      <a:pt x="177" y="450"/>
                    </a:lnTo>
                    <a:cubicBezTo>
                      <a:pt x="202" y="488"/>
                      <a:pt x="229" y="526"/>
                      <a:pt x="258" y="560"/>
                    </a:cubicBezTo>
                    <a:lnTo>
                      <a:pt x="258" y="560"/>
                    </a:lnTo>
                    <a:cubicBezTo>
                      <a:pt x="288" y="595"/>
                      <a:pt x="318" y="629"/>
                      <a:pt x="350" y="661"/>
                    </a:cubicBezTo>
                    <a:lnTo>
                      <a:pt x="350" y="661"/>
                    </a:lnTo>
                    <a:cubicBezTo>
                      <a:pt x="382" y="694"/>
                      <a:pt x="416" y="723"/>
                      <a:pt x="451" y="752"/>
                    </a:cubicBezTo>
                    <a:lnTo>
                      <a:pt x="451" y="752"/>
                    </a:lnTo>
                    <a:cubicBezTo>
                      <a:pt x="522" y="809"/>
                      <a:pt x="596" y="857"/>
                      <a:pt x="674" y="899"/>
                    </a:cubicBezTo>
                    <a:lnTo>
                      <a:pt x="674" y="899"/>
                    </a:lnTo>
                    <a:cubicBezTo>
                      <a:pt x="751" y="941"/>
                      <a:pt x="832" y="975"/>
                      <a:pt x="912" y="1005"/>
                    </a:cubicBezTo>
                    <a:lnTo>
                      <a:pt x="912" y="1005"/>
                    </a:lnTo>
                    <a:cubicBezTo>
                      <a:pt x="993" y="1036"/>
                      <a:pt x="1079" y="1060"/>
                      <a:pt x="1164" y="1076"/>
                    </a:cubicBezTo>
                    <a:lnTo>
                      <a:pt x="1164" y="1076"/>
                    </a:lnTo>
                    <a:cubicBezTo>
                      <a:pt x="1249" y="1093"/>
                      <a:pt x="1336" y="1102"/>
                      <a:pt x="1422" y="1103"/>
                    </a:cubicBezTo>
                    <a:lnTo>
                      <a:pt x="1422" y="1103"/>
                    </a:lnTo>
                    <a:cubicBezTo>
                      <a:pt x="1466" y="1103"/>
                      <a:pt x="1509" y="1101"/>
                      <a:pt x="1552" y="1097"/>
                    </a:cubicBezTo>
                    <a:lnTo>
                      <a:pt x="1552" y="1097"/>
                    </a:lnTo>
                    <a:cubicBezTo>
                      <a:pt x="1574" y="1096"/>
                      <a:pt x="1595" y="1093"/>
                      <a:pt x="1617" y="1089"/>
                    </a:cubicBezTo>
                    <a:lnTo>
                      <a:pt x="1617" y="1089"/>
                    </a:lnTo>
                    <a:cubicBezTo>
                      <a:pt x="1626" y="1089"/>
                      <a:pt x="1635" y="1087"/>
                      <a:pt x="1645" y="1085"/>
                    </a:cubicBezTo>
                    <a:lnTo>
                      <a:pt x="1656" y="1229"/>
                    </a:lnTo>
                    <a:lnTo>
                      <a:pt x="2084" y="972"/>
                    </a:lnTo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47" name="Freeform 6">
                <a:extLst>
                  <a:ext uri="{FF2B5EF4-FFF2-40B4-BE49-F238E27FC236}">
                    <a16:creationId xmlns:a16="http://schemas.microsoft.com/office/drawing/2014/main" id="{26B8427A-11B6-4D2B-91F8-820179B3C0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47888" y="8508049"/>
                <a:ext cx="3859" cy="3859"/>
              </a:xfrm>
              <a:custGeom>
                <a:avLst/>
                <a:gdLst>
                  <a:gd name="T0" fmla="*/ 0 w 2"/>
                  <a:gd name="T1" fmla="*/ 0 h 1"/>
                  <a:gd name="T2" fmla="*/ 0 w 2"/>
                  <a:gd name="T3" fmla="*/ 0 h 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" h="1">
                    <a:moveTo>
                      <a:pt x="0" y="0"/>
                    </a:moveTo>
                    <a:cubicBezTo>
                      <a:pt x="0" y="0"/>
                      <a:pt x="1" y="0"/>
                      <a:pt x="0" y="0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48" name="Freeform 7">
                <a:extLst>
                  <a:ext uri="{FF2B5EF4-FFF2-40B4-BE49-F238E27FC236}">
                    <a16:creationId xmlns:a16="http://schemas.microsoft.com/office/drawing/2014/main" id="{2F57C186-8F7C-4218-A12D-E85B54D3A5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027117" y="8338197"/>
                <a:ext cx="822240" cy="1957159"/>
              </a:xfrm>
              <a:custGeom>
                <a:avLst/>
                <a:gdLst>
                  <a:gd name="T0" fmla="*/ 939 w 940"/>
                  <a:gd name="T1" fmla="*/ 2236 h 2237"/>
                  <a:gd name="T2" fmla="*/ 806 w 940"/>
                  <a:gd name="T3" fmla="*/ 1755 h 2237"/>
                  <a:gd name="T4" fmla="*/ 677 w 940"/>
                  <a:gd name="T5" fmla="*/ 1872 h 2237"/>
                  <a:gd name="T6" fmla="*/ 677 w 940"/>
                  <a:gd name="T7" fmla="*/ 1872 h 2237"/>
                  <a:gd name="T8" fmla="*/ 647 w 940"/>
                  <a:gd name="T9" fmla="*/ 1838 h 2237"/>
                  <a:gd name="T10" fmla="*/ 647 w 940"/>
                  <a:gd name="T11" fmla="*/ 1838 h 2237"/>
                  <a:gd name="T12" fmla="*/ 608 w 940"/>
                  <a:gd name="T13" fmla="*/ 1790 h 2237"/>
                  <a:gd name="T14" fmla="*/ 608 w 940"/>
                  <a:gd name="T15" fmla="*/ 1790 h 2237"/>
                  <a:gd name="T16" fmla="*/ 536 w 940"/>
                  <a:gd name="T17" fmla="*/ 1691 h 2237"/>
                  <a:gd name="T18" fmla="*/ 536 w 940"/>
                  <a:gd name="T19" fmla="*/ 1691 h 2237"/>
                  <a:gd name="T20" fmla="*/ 410 w 940"/>
                  <a:gd name="T21" fmla="*/ 1481 h 2237"/>
                  <a:gd name="T22" fmla="*/ 410 w 940"/>
                  <a:gd name="T23" fmla="*/ 1481 h 2237"/>
                  <a:gd name="T24" fmla="*/ 314 w 940"/>
                  <a:gd name="T25" fmla="*/ 1259 h 2237"/>
                  <a:gd name="T26" fmla="*/ 314 w 940"/>
                  <a:gd name="T27" fmla="*/ 1259 h 2237"/>
                  <a:gd name="T28" fmla="*/ 278 w 940"/>
                  <a:gd name="T29" fmla="*/ 1146 h 2237"/>
                  <a:gd name="T30" fmla="*/ 278 w 940"/>
                  <a:gd name="T31" fmla="*/ 1146 h 2237"/>
                  <a:gd name="T32" fmla="*/ 253 w 940"/>
                  <a:gd name="T33" fmla="*/ 1032 h 2237"/>
                  <a:gd name="T34" fmla="*/ 253 w 940"/>
                  <a:gd name="T35" fmla="*/ 1032 h 2237"/>
                  <a:gd name="T36" fmla="*/ 280 w 940"/>
                  <a:gd name="T37" fmla="*/ 581 h 2237"/>
                  <a:gd name="T38" fmla="*/ 280 w 940"/>
                  <a:gd name="T39" fmla="*/ 581 h 2237"/>
                  <a:gd name="T40" fmla="*/ 364 w 940"/>
                  <a:gd name="T41" fmla="*/ 372 h 2237"/>
                  <a:gd name="T42" fmla="*/ 364 w 940"/>
                  <a:gd name="T43" fmla="*/ 372 h 2237"/>
                  <a:gd name="T44" fmla="*/ 421 w 940"/>
                  <a:gd name="T45" fmla="*/ 277 h 2237"/>
                  <a:gd name="T46" fmla="*/ 421 w 940"/>
                  <a:gd name="T47" fmla="*/ 277 h 2237"/>
                  <a:gd name="T48" fmla="*/ 452 w 940"/>
                  <a:gd name="T49" fmla="*/ 232 h 2237"/>
                  <a:gd name="T50" fmla="*/ 452 w 940"/>
                  <a:gd name="T51" fmla="*/ 232 h 2237"/>
                  <a:gd name="T52" fmla="*/ 469 w 940"/>
                  <a:gd name="T53" fmla="*/ 211 h 2237"/>
                  <a:gd name="T54" fmla="*/ 477 w 940"/>
                  <a:gd name="T55" fmla="*/ 202 h 2237"/>
                  <a:gd name="T56" fmla="*/ 480 w 940"/>
                  <a:gd name="T57" fmla="*/ 197 h 2237"/>
                  <a:gd name="T58" fmla="*/ 482 w 940"/>
                  <a:gd name="T59" fmla="*/ 196 h 2237"/>
                  <a:gd name="T60" fmla="*/ 482 w 940"/>
                  <a:gd name="T61" fmla="*/ 196 h 2237"/>
                  <a:gd name="T62" fmla="*/ 248 w 940"/>
                  <a:gd name="T63" fmla="*/ 0 h 2237"/>
                  <a:gd name="T64" fmla="*/ 243 w 940"/>
                  <a:gd name="T65" fmla="*/ 6 h 2237"/>
                  <a:gd name="T66" fmla="*/ 240 w 940"/>
                  <a:gd name="T67" fmla="*/ 10 h 2237"/>
                  <a:gd name="T68" fmla="*/ 234 w 940"/>
                  <a:gd name="T69" fmla="*/ 18 h 2237"/>
                  <a:gd name="T70" fmla="*/ 223 w 940"/>
                  <a:gd name="T71" fmla="*/ 34 h 2237"/>
                  <a:gd name="T72" fmla="*/ 223 w 940"/>
                  <a:gd name="T73" fmla="*/ 34 h 2237"/>
                  <a:gd name="T74" fmla="*/ 204 w 940"/>
                  <a:gd name="T75" fmla="*/ 65 h 2237"/>
                  <a:gd name="T76" fmla="*/ 204 w 940"/>
                  <a:gd name="T77" fmla="*/ 65 h 2237"/>
                  <a:gd name="T78" fmla="*/ 169 w 940"/>
                  <a:gd name="T79" fmla="*/ 128 h 2237"/>
                  <a:gd name="T80" fmla="*/ 169 w 940"/>
                  <a:gd name="T81" fmla="*/ 128 h 2237"/>
                  <a:gd name="T82" fmla="*/ 109 w 940"/>
                  <a:gd name="T83" fmla="*/ 257 h 2237"/>
                  <a:gd name="T84" fmla="*/ 109 w 940"/>
                  <a:gd name="T85" fmla="*/ 257 h 2237"/>
                  <a:gd name="T86" fmla="*/ 32 w 940"/>
                  <a:gd name="T87" fmla="*/ 526 h 2237"/>
                  <a:gd name="T88" fmla="*/ 32 w 940"/>
                  <a:gd name="T89" fmla="*/ 526 h 2237"/>
                  <a:gd name="T90" fmla="*/ 56 w 940"/>
                  <a:gd name="T91" fmla="*/ 1076 h 2237"/>
                  <a:gd name="T92" fmla="*/ 56 w 940"/>
                  <a:gd name="T93" fmla="*/ 1076 h 2237"/>
                  <a:gd name="T94" fmla="*/ 98 w 940"/>
                  <a:gd name="T95" fmla="*/ 1205 h 2237"/>
                  <a:gd name="T96" fmla="*/ 98 w 940"/>
                  <a:gd name="T97" fmla="*/ 1205 h 2237"/>
                  <a:gd name="T98" fmla="*/ 153 w 940"/>
                  <a:gd name="T99" fmla="*/ 1328 h 2237"/>
                  <a:gd name="T100" fmla="*/ 153 w 940"/>
                  <a:gd name="T101" fmla="*/ 1328 h 2237"/>
                  <a:gd name="T102" fmla="*/ 287 w 940"/>
                  <a:gd name="T103" fmla="*/ 1555 h 2237"/>
                  <a:gd name="T104" fmla="*/ 287 w 940"/>
                  <a:gd name="T105" fmla="*/ 1555 h 2237"/>
                  <a:gd name="T106" fmla="*/ 447 w 940"/>
                  <a:gd name="T107" fmla="*/ 1760 h 2237"/>
                  <a:gd name="T108" fmla="*/ 447 w 940"/>
                  <a:gd name="T109" fmla="*/ 1760 h 2237"/>
                  <a:gd name="T110" fmla="*/ 537 w 940"/>
                  <a:gd name="T111" fmla="*/ 1854 h 2237"/>
                  <a:gd name="T112" fmla="*/ 537 w 940"/>
                  <a:gd name="T113" fmla="*/ 1854 h 2237"/>
                  <a:gd name="T114" fmla="*/ 583 w 940"/>
                  <a:gd name="T115" fmla="*/ 1900 h 2237"/>
                  <a:gd name="T116" fmla="*/ 583 w 940"/>
                  <a:gd name="T117" fmla="*/ 1900 h 2237"/>
                  <a:gd name="T118" fmla="*/ 614 w 940"/>
                  <a:gd name="T119" fmla="*/ 1928 h 2237"/>
                  <a:gd name="T120" fmla="*/ 474 w 940"/>
                  <a:gd name="T121" fmla="*/ 2054 h 2237"/>
                  <a:gd name="T122" fmla="*/ 939 w 940"/>
                  <a:gd name="T123" fmla="*/ 2236 h 2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40" h="2237">
                    <a:moveTo>
                      <a:pt x="939" y="2236"/>
                    </a:moveTo>
                    <a:lnTo>
                      <a:pt x="806" y="1755"/>
                    </a:lnTo>
                    <a:lnTo>
                      <a:pt x="677" y="1872"/>
                    </a:lnTo>
                    <a:lnTo>
                      <a:pt x="677" y="1872"/>
                    </a:lnTo>
                    <a:cubicBezTo>
                      <a:pt x="667" y="1861"/>
                      <a:pt x="657" y="1849"/>
                      <a:pt x="647" y="1838"/>
                    </a:cubicBezTo>
                    <a:lnTo>
                      <a:pt x="647" y="1838"/>
                    </a:lnTo>
                    <a:cubicBezTo>
                      <a:pt x="634" y="1822"/>
                      <a:pt x="621" y="1807"/>
                      <a:pt x="608" y="1790"/>
                    </a:cubicBezTo>
                    <a:lnTo>
                      <a:pt x="608" y="1790"/>
                    </a:lnTo>
                    <a:cubicBezTo>
                      <a:pt x="583" y="1758"/>
                      <a:pt x="558" y="1725"/>
                      <a:pt x="536" y="1691"/>
                    </a:cubicBezTo>
                    <a:lnTo>
                      <a:pt x="536" y="1691"/>
                    </a:lnTo>
                    <a:cubicBezTo>
                      <a:pt x="490" y="1624"/>
                      <a:pt x="447" y="1553"/>
                      <a:pt x="410" y="1481"/>
                    </a:cubicBezTo>
                    <a:lnTo>
                      <a:pt x="410" y="1481"/>
                    </a:lnTo>
                    <a:cubicBezTo>
                      <a:pt x="372" y="1409"/>
                      <a:pt x="340" y="1335"/>
                      <a:pt x="314" y="1259"/>
                    </a:cubicBezTo>
                    <a:lnTo>
                      <a:pt x="314" y="1259"/>
                    </a:lnTo>
                    <a:cubicBezTo>
                      <a:pt x="300" y="1221"/>
                      <a:pt x="288" y="1183"/>
                      <a:pt x="278" y="1146"/>
                    </a:cubicBezTo>
                    <a:lnTo>
                      <a:pt x="278" y="1146"/>
                    </a:lnTo>
                    <a:cubicBezTo>
                      <a:pt x="268" y="1109"/>
                      <a:pt x="259" y="1070"/>
                      <a:pt x="253" y="1032"/>
                    </a:cubicBezTo>
                    <a:lnTo>
                      <a:pt x="253" y="1032"/>
                    </a:lnTo>
                    <a:cubicBezTo>
                      <a:pt x="229" y="880"/>
                      <a:pt x="238" y="726"/>
                      <a:pt x="280" y="581"/>
                    </a:cubicBezTo>
                    <a:lnTo>
                      <a:pt x="280" y="581"/>
                    </a:lnTo>
                    <a:cubicBezTo>
                      <a:pt x="300" y="508"/>
                      <a:pt x="329" y="438"/>
                      <a:pt x="364" y="372"/>
                    </a:cubicBezTo>
                    <a:lnTo>
                      <a:pt x="364" y="372"/>
                    </a:lnTo>
                    <a:cubicBezTo>
                      <a:pt x="381" y="339"/>
                      <a:pt x="400" y="307"/>
                      <a:pt x="421" y="277"/>
                    </a:cubicBezTo>
                    <a:lnTo>
                      <a:pt x="421" y="277"/>
                    </a:lnTo>
                    <a:cubicBezTo>
                      <a:pt x="431" y="261"/>
                      <a:pt x="441" y="246"/>
                      <a:pt x="452" y="232"/>
                    </a:cubicBezTo>
                    <a:lnTo>
                      <a:pt x="452" y="232"/>
                    </a:lnTo>
                    <a:cubicBezTo>
                      <a:pt x="458" y="225"/>
                      <a:pt x="463" y="218"/>
                      <a:pt x="469" y="211"/>
                    </a:cubicBezTo>
                    <a:lnTo>
                      <a:pt x="477" y="202"/>
                    </a:lnTo>
                    <a:lnTo>
                      <a:pt x="480" y="197"/>
                    </a:lnTo>
                    <a:lnTo>
                      <a:pt x="482" y="196"/>
                    </a:lnTo>
                    <a:lnTo>
                      <a:pt x="482" y="196"/>
                    </a:lnTo>
                    <a:lnTo>
                      <a:pt x="248" y="0"/>
                    </a:lnTo>
                    <a:lnTo>
                      <a:pt x="243" y="6"/>
                    </a:lnTo>
                    <a:lnTo>
                      <a:pt x="240" y="10"/>
                    </a:lnTo>
                    <a:lnTo>
                      <a:pt x="234" y="18"/>
                    </a:lnTo>
                    <a:lnTo>
                      <a:pt x="223" y="34"/>
                    </a:lnTo>
                    <a:lnTo>
                      <a:pt x="223" y="34"/>
                    </a:lnTo>
                    <a:cubicBezTo>
                      <a:pt x="216" y="45"/>
                      <a:pt x="210" y="55"/>
                      <a:pt x="204" y="65"/>
                    </a:cubicBezTo>
                    <a:lnTo>
                      <a:pt x="204" y="65"/>
                    </a:lnTo>
                    <a:cubicBezTo>
                      <a:pt x="191" y="86"/>
                      <a:pt x="179" y="107"/>
                      <a:pt x="169" y="128"/>
                    </a:cubicBezTo>
                    <a:lnTo>
                      <a:pt x="169" y="128"/>
                    </a:lnTo>
                    <a:cubicBezTo>
                      <a:pt x="146" y="170"/>
                      <a:pt x="127" y="213"/>
                      <a:pt x="109" y="257"/>
                    </a:cubicBezTo>
                    <a:lnTo>
                      <a:pt x="109" y="257"/>
                    </a:lnTo>
                    <a:cubicBezTo>
                      <a:pt x="74" y="344"/>
                      <a:pt x="49" y="433"/>
                      <a:pt x="32" y="526"/>
                    </a:cubicBezTo>
                    <a:lnTo>
                      <a:pt x="32" y="526"/>
                    </a:lnTo>
                    <a:cubicBezTo>
                      <a:pt x="0" y="709"/>
                      <a:pt x="9" y="899"/>
                      <a:pt x="56" y="1076"/>
                    </a:cubicBezTo>
                    <a:lnTo>
                      <a:pt x="56" y="1076"/>
                    </a:lnTo>
                    <a:cubicBezTo>
                      <a:pt x="69" y="1120"/>
                      <a:pt x="83" y="1162"/>
                      <a:pt x="98" y="1205"/>
                    </a:cubicBezTo>
                    <a:lnTo>
                      <a:pt x="98" y="1205"/>
                    </a:lnTo>
                    <a:cubicBezTo>
                      <a:pt x="115" y="1248"/>
                      <a:pt x="133" y="1289"/>
                      <a:pt x="153" y="1328"/>
                    </a:cubicBezTo>
                    <a:lnTo>
                      <a:pt x="153" y="1328"/>
                    </a:lnTo>
                    <a:cubicBezTo>
                      <a:pt x="193" y="1407"/>
                      <a:pt x="237" y="1483"/>
                      <a:pt x="287" y="1555"/>
                    </a:cubicBezTo>
                    <a:lnTo>
                      <a:pt x="287" y="1555"/>
                    </a:lnTo>
                    <a:cubicBezTo>
                      <a:pt x="337" y="1627"/>
                      <a:pt x="390" y="1695"/>
                      <a:pt x="447" y="1760"/>
                    </a:cubicBezTo>
                    <a:lnTo>
                      <a:pt x="447" y="1760"/>
                    </a:lnTo>
                    <a:cubicBezTo>
                      <a:pt x="476" y="1793"/>
                      <a:pt x="505" y="1824"/>
                      <a:pt x="537" y="1854"/>
                    </a:cubicBezTo>
                    <a:lnTo>
                      <a:pt x="537" y="1854"/>
                    </a:lnTo>
                    <a:cubicBezTo>
                      <a:pt x="551" y="1870"/>
                      <a:pt x="567" y="1885"/>
                      <a:pt x="583" y="1900"/>
                    </a:cubicBezTo>
                    <a:lnTo>
                      <a:pt x="583" y="1900"/>
                    </a:lnTo>
                    <a:cubicBezTo>
                      <a:pt x="593" y="1909"/>
                      <a:pt x="604" y="1918"/>
                      <a:pt x="614" y="1928"/>
                    </a:cubicBezTo>
                    <a:lnTo>
                      <a:pt x="474" y="2054"/>
                    </a:lnTo>
                    <a:lnTo>
                      <a:pt x="939" y="2236"/>
                    </a:lnTo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49" name="Freeform 94">
                <a:extLst>
                  <a:ext uri="{FF2B5EF4-FFF2-40B4-BE49-F238E27FC236}">
                    <a16:creationId xmlns:a16="http://schemas.microsoft.com/office/drawing/2014/main" id="{EECE4CDF-F216-4023-9031-7BB75E1070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219943" y="6635814"/>
                <a:ext cx="1652199" cy="6990962"/>
              </a:xfrm>
              <a:custGeom>
                <a:avLst/>
                <a:gdLst>
                  <a:gd name="T0" fmla="*/ 1466 w 1886"/>
                  <a:gd name="T1" fmla="*/ 0 h 7985"/>
                  <a:gd name="T2" fmla="*/ 0 w 1886"/>
                  <a:gd name="T3" fmla="*/ 832 h 7985"/>
                  <a:gd name="T4" fmla="*/ 0 w 1886"/>
                  <a:gd name="T5" fmla="*/ 7150 h 7985"/>
                  <a:gd name="T6" fmla="*/ 1466 w 1886"/>
                  <a:gd name="T7" fmla="*/ 7984 h 7985"/>
                  <a:gd name="T8" fmla="*/ 1885 w 1886"/>
                  <a:gd name="T9" fmla="*/ 7984 h 7985"/>
                  <a:gd name="T10" fmla="*/ 1885 w 1886"/>
                  <a:gd name="T11" fmla="*/ 31 h 7985"/>
                  <a:gd name="T12" fmla="*/ 1466 w 1886"/>
                  <a:gd name="T13" fmla="*/ 0 h 79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86" h="7985">
                    <a:moveTo>
                      <a:pt x="1466" y="0"/>
                    </a:moveTo>
                    <a:lnTo>
                      <a:pt x="0" y="832"/>
                    </a:lnTo>
                    <a:lnTo>
                      <a:pt x="0" y="7150"/>
                    </a:lnTo>
                    <a:lnTo>
                      <a:pt x="1466" y="7984"/>
                    </a:lnTo>
                    <a:lnTo>
                      <a:pt x="1885" y="7984"/>
                    </a:lnTo>
                    <a:lnTo>
                      <a:pt x="1885" y="31"/>
                    </a:lnTo>
                    <a:lnTo>
                      <a:pt x="1466" y="0"/>
                    </a:lnTo>
                  </a:path>
                </a:pathLst>
              </a:custGeom>
              <a:solidFill>
                <a:schemeClr val="accent2">
                  <a:alpha val="94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50" name="Freeform 95">
                <a:extLst>
                  <a:ext uri="{FF2B5EF4-FFF2-40B4-BE49-F238E27FC236}">
                    <a16:creationId xmlns:a16="http://schemas.microsoft.com/office/drawing/2014/main" id="{E2D9D777-F30D-4353-8ADC-40B851BA42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532625" y="8716504"/>
                <a:ext cx="536580" cy="2868184"/>
              </a:xfrm>
              <a:custGeom>
                <a:avLst/>
                <a:gdLst>
                  <a:gd name="T0" fmla="*/ 291 w 613"/>
                  <a:gd name="T1" fmla="*/ 11 h 3277"/>
                  <a:gd name="T2" fmla="*/ 291 w 613"/>
                  <a:gd name="T3" fmla="*/ 11 h 3277"/>
                  <a:gd name="T4" fmla="*/ 412 w 613"/>
                  <a:gd name="T5" fmla="*/ 57 h 3277"/>
                  <a:gd name="T6" fmla="*/ 412 w 613"/>
                  <a:gd name="T7" fmla="*/ 57 h 3277"/>
                  <a:gd name="T8" fmla="*/ 515 w 613"/>
                  <a:gd name="T9" fmla="*/ 247 h 3277"/>
                  <a:gd name="T10" fmla="*/ 515 w 613"/>
                  <a:gd name="T11" fmla="*/ 247 h 3277"/>
                  <a:gd name="T12" fmla="*/ 586 w 613"/>
                  <a:gd name="T13" fmla="*/ 553 h 3277"/>
                  <a:gd name="T14" fmla="*/ 586 w 613"/>
                  <a:gd name="T15" fmla="*/ 553 h 3277"/>
                  <a:gd name="T16" fmla="*/ 612 w 613"/>
                  <a:gd name="T17" fmla="*/ 944 h 3277"/>
                  <a:gd name="T18" fmla="*/ 612 w 613"/>
                  <a:gd name="T19" fmla="*/ 944 h 3277"/>
                  <a:gd name="T20" fmla="*/ 601 w 613"/>
                  <a:gd name="T21" fmla="*/ 1207 h 3277"/>
                  <a:gd name="T22" fmla="*/ 601 w 613"/>
                  <a:gd name="T23" fmla="*/ 1207 h 3277"/>
                  <a:gd name="T24" fmla="*/ 568 w 613"/>
                  <a:gd name="T25" fmla="*/ 1445 h 3277"/>
                  <a:gd name="T26" fmla="*/ 568 w 613"/>
                  <a:gd name="T27" fmla="*/ 1445 h 3277"/>
                  <a:gd name="T28" fmla="*/ 520 w 613"/>
                  <a:gd name="T29" fmla="*/ 1646 h 3277"/>
                  <a:gd name="T30" fmla="*/ 520 w 613"/>
                  <a:gd name="T31" fmla="*/ 1646 h 3277"/>
                  <a:gd name="T32" fmla="*/ 457 w 613"/>
                  <a:gd name="T33" fmla="*/ 1801 h 3277"/>
                  <a:gd name="T34" fmla="*/ 514 w 613"/>
                  <a:gd name="T35" fmla="*/ 3276 h 3277"/>
                  <a:gd name="T36" fmla="*/ 84 w 613"/>
                  <a:gd name="T37" fmla="*/ 3165 h 3277"/>
                  <a:gd name="T38" fmla="*/ 134 w 613"/>
                  <a:gd name="T39" fmla="*/ 1792 h 3277"/>
                  <a:gd name="T40" fmla="*/ 134 w 613"/>
                  <a:gd name="T41" fmla="*/ 1792 h 3277"/>
                  <a:gd name="T42" fmla="*/ 79 w 613"/>
                  <a:gd name="T43" fmla="*/ 1644 h 3277"/>
                  <a:gd name="T44" fmla="*/ 79 w 613"/>
                  <a:gd name="T45" fmla="*/ 1644 h 3277"/>
                  <a:gd name="T46" fmla="*/ 37 w 613"/>
                  <a:gd name="T47" fmla="*/ 1459 h 3277"/>
                  <a:gd name="T48" fmla="*/ 37 w 613"/>
                  <a:gd name="T49" fmla="*/ 1459 h 3277"/>
                  <a:gd name="T50" fmla="*/ 10 w 613"/>
                  <a:gd name="T51" fmla="*/ 1244 h 3277"/>
                  <a:gd name="T52" fmla="*/ 10 w 613"/>
                  <a:gd name="T53" fmla="*/ 1244 h 3277"/>
                  <a:gd name="T54" fmla="*/ 0 w 613"/>
                  <a:gd name="T55" fmla="*/ 1006 h 3277"/>
                  <a:gd name="T56" fmla="*/ 0 w 613"/>
                  <a:gd name="T57" fmla="*/ 1006 h 3277"/>
                  <a:gd name="T58" fmla="*/ 22 w 613"/>
                  <a:gd name="T59" fmla="*/ 645 h 3277"/>
                  <a:gd name="T60" fmla="*/ 22 w 613"/>
                  <a:gd name="T61" fmla="*/ 645 h 3277"/>
                  <a:gd name="T62" fmla="*/ 83 w 613"/>
                  <a:gd name="T63" fmla="*/ 338 h 3277"/>
                  <a:gd name="T64" fmla="*/ 83 w 613"/>
                  <a:gd name="T65" fmla="*/ 338 h 3277"/>
                  <a:gd name="T66" fmla="*/ 174 w 613"/>
                  <a:gd name="T67" fmla="*/ 116 h 3277"/>
                  <a:gd name="T68" fmla="*/ 174 w 613"/>
                  <a:gd name="T69" fmla="*/ 116 h 3277"/>
                  <a:gd name="T70" fmla="*/ 291 w 613"/>
                  <a:gd name="T71" fmla="*/ 11 h 32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613" h="3277">
                    <a:moveTo>
                      <a:pt x="291" y="11"/>
                    </a:moveTo>
                    <a:lnTo>
                      <a:pt x="291" y="11"/>
                    </a:lnTo>
                    <a:cubicBezTo>
                      <a:pt x="334" y="0"/>
                      <a:pt x="374" y="17"/>
                      <a:pt x="412" y="57"/>
                    </a:cubicBezTo>
                    <a:lnTo>
                      <a:pt x="412" y="57"/>
                    </a:lnTo>
                    <a:cubicBezTo>
                      <a:pt x="450" y="98"/>
                      <a:pt x="485" y="162"/>
                      <a:pt x="515" y="247"/>
                    </a:cubicBezTo>
                    <a:lnTo>
                      <a:pt x="515" y="247"/>
                    </a:lnTo>
                    <a:cubicBezTo>
                      <a:pt x="544" y="331"/>
                      <a:pt x="568" y="435"/>
                      <a:pt x="586" y="553"/>
                    </a:cubicBezTo>
                    <a:lnTo>
                      <a:pt x="586" y="553"/>
                    </a:lnTo>
                    <a:cubicBezTo>
                      <a:pt x="603" y="671"/>
                      <a:pt x="612" y="804"/>
                      <a:pt x="612" y="944"/>
                    </a:cubicBezTo>
                    <a:lnTo>
                      <a:pt x="612" y="944"/>
                    </a:lnTo>
                    <a:cubicBezTo>
                      <a:pt x="612" y="1034"/>
                      <a:pt x="607" y="1123"/>
                      <a:pt x="601" y="1207"/>
                    </a:cubicBezTo>
                    <a:lnTo>
                      <a:pt x="601" y="1207"/>
                    </a:lnTo>
                    <a:cubicBezTo>
                      <a:pt x="593" y="1291"/>
                      <a:pt x="582" y="1371"/>
                      <a:pt x="568" y="1445"/>
                    </a:cubicBezTo>
                    <a:lnTo>
                      <a:pt x="568" y="1445"/>
                    </a:lnTo>
                    <a:cubicBezTo>
                      <a:pt x="554" y="1518"/>
                      <a:pt x="538" y="1586"/>
                      <a:pt x="520" y="1646"/>
                    </a:cubicBezTo>
                    <a:lnTo>
                      <a:pt x="520" y="1646"/>
                    </a:lnTo>
                    <a:cubicBezTo>
                      <a:pt x="501" y="1705"/>
                      <a:pt x="480" y="1758"/>
                      <a:pt x="457" y="1801"/>
                    </a:cubicBezTo>
                    <a:lnTo>
                      <a:pt x="514" y="3276"/>
                    </a:lnTo>
                    <a:lnTo>
                      <a:pt x="84" y="3165"/>
                    </a:lnTo>
                    <a:lnTo>
                      <a:pt x="134" y="1792"/>
                    </a:lnTo>
                    <a:lnTo>
                      <a:pt x="134" y="1792"/>
                    </a:lnTo>
                    <a:cubicBezTo>
                      <a:pt x="113" y="1750"/>
                      <a:pt x="95" y="1700"/>
                      <a:pt x="79" y="1644"/>
                    </a:cubicBezTo>
                    <a:lnTo>
                      <a:pt x="79" y="1644"/>
                    </a:lnTo>
                    <a:cubicBezTo>
                      <a:pt x="62" y="1588"/>
                      <a:pt x="48" y="1526"/>
                      <a:pt x="37" y="1459"/>
                    </a:cubicBezTo>
                    <a:lnTo>
                      <a:pt x="37" y="1459"/>
                    </a:lnTo>
                    <a:cubicBezTo>
                      <a:pt x="24" y="1392"/>
                      <a:pt x="16" y="1320"/>
                      <a:pt x="10" y="1244"/>
                    </a:cubicBezTo>
                    <a:lnTo>
                      <a:pt x="10" y="1244"/>
                    </a:lnTo>
                    <a:cubicBezTo>
                      <a:pt x="4" y="1168"/>
                      <a:pt x="0" y="1089"/>
                      <a:pt x="0" y="1006"/>
                    </a:cubicBezTo>
                    <a:lnTo>
                      <a:pt x="0" y="1006"/>
                    </a:lnTo>
                    <a:cubicBezTo>
                      <a:pt x="0" y="879"/>
                      <a:pt x="8" y="758"/>
                      <a:pt x="22" y="645"/>
                    </a:cubicBezTo>
                    <a:lnTo>
                      <a:pt x="22" y="645"/>
                    </a:lnTo>
                    <a:cubicBezTo>
                      <a:pt x="37" y="532"/>
                      <a:pt x="57" y="428"/>
                      <a:pt x="83" y="338"/>
                    </a:cubicBezTo>
                    <a:lnTo>
                      <a:pt x="83" y="338"/>
                    </a:lnTo>
                    <a:cubicBezTo>
                      <a:pt x="109" y="249"/>
                      <a:pt x="140" y="172"/>
                      <a:pt x="174" y="116"/>
                    </a:cubicBezTo>
                    <a:lnTo>
                      <a:pt x="174" y="116"/>
                    </a:lnTo>
                    <a:cubicBezTo>
                      <a:pt x="210" y="59"/>
                      <a:pt x="249" y="22"/>
                      <a:pt x="291" y="11"/>
                    </a:cubicBezTo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51" name="Freeform 96">
                <a:extLst>
                  <a:ext uri="{FF2B5EF4-FFF2-40B4-BE49-F238E27FC236}">
                    <a16:creationId xmlns:a16="http://schemas.microsoft.com/office/drawing/2014/main" id="{BBA08343-5671-46B8-95DB-964FA950AC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219943" y="6635814"/>
                <a:ext cx="1285471" cy="6990962"/>
              </a:xfrm>
              <a:custGeom>
                <a:avLst/>
                <a:gdLst>
                  <a:gd name="T0" fmla="*/ 871 w 1467"/>
                  <a:gd name="T1" fmla="*/ 5652 h 7985"/>
                  <a:gd name="T2" fmla="*/ 814 w 1467"/>
                  <a:gd name="T3" fmla="*/ 4177 h 7985"/>
                  <a:gd name="T4" fmla="*/ 814 w 1467"/>
                  <a:gd name="T5" fmla="*/ 4177 h 7985"/>
                  <a:gd name="T6" fmla="*/ 877 w 1467"/>
                  <a:gd name="T7" fmla="*/ 4022 h 7985"/>
                  <a:gd name="T8" fmla="*/ 877 w 1467"/>
                  <a:gd name="T9" fmla="*/ 4022 h 7985"/>
                  <a:gd name="T10" fmla="*/ 925 w 1467"/>
                  <a:gd name="T11" fmla="*/ 3821 h 7985"/>
                  <a:gd name="T12" fmla="*/ 925 w 1467"/>
                  <a:gd name="T13" fmla="*/ 3821 h 7985"/>
                  <a:gd name="T14" fmla="*/ 958 w 1467"/>
                  <a:gd name="T15" fmla="*/ 3583 h 7985"/>
                  <a:gd name="T16" fmla="*/ 958 w 1467"/>
                  <a:gd name="T17" fmla="*/ 3583 h 7985"/>
                  <a:gd name="T18" fmla="*/ 969 w 1467"/>
                  <a:gd name="T19" fmla="*/ 3320 h 7985"/>
                  <a:gd name="T20" fmla="*/ 969 w 1467"/>
                  <a:gd name="T21" fmla="*/ 3320 h 7985"/>
                  <a:gd name="T22" fmla="*/ 943 w 1467"/>
                  <a:gd name="T23" fmla="*/ 2929 h 7985"/>
                  <a:gd name="T24" fmla="*/ 943 w 1467"/>
                  <a:gd name="T25" fmla="*/ 2929 h 7985"/>
                  <a:gd name="T26" fmla="*/ 872 w 1467"/>
                  <a:gd name="T27" fmla="*/ 2623 h 7985"/>
                  <a:gd name="T28" fmla="*/ 872 w 1467"/>
                  <a:gd name="T29" fmla="*/ 2623 h 7985"/>
                  <a:gd name="T30" fmla="*/ 769 w 1467"/>
                  <a:gd name="T31" fmla="*/ 2433 h 7985"/>
                  <a:gd name="T32" fmla="*/ 769 w 1467"/>
                  <a:gd name="T33" fmla="*/ 2433 h 7985"/>
                  <a:gd name="T34" fmla="*/ 648 w 1467"/>
                  <a:gd name="T35" fmla="*/ 2387 h 7985"/>
                  <a:gd name="T36" fmla="*/ 648 w 1467"/>
                  <a:gd name="T37" fmla="*/ 2387 h 7985"/>
                  <a:gd name="T38" fmla="*/ 531 w 1467"/>
                  <a:gd name="T39" fmla="*/ 2492 h 7985"/>
                  <a:gd name="T40" fmla="*/ 531 w 1467"/>
                  <a:gd name="T41" fmla="*/ 2492 h 7985"/>
                  <a:gd name="T42" fmla="*/ 440 w 1467"/>
                  <a:gd name="T43" fmla="*/ 2714 h 7985"/>
                  <a:gd name="T44" fmla="*/ 440 w 1467"/>
                  <a:gd name="T45" fmla="*/ 2714 h 7985"/>
                  <a:gd name="T46" fmla="*/ 379 w 1467"/>
                  <a:gd name="T47" fmla="*/ 3021 h 7985"/>
                  <a:gd name="T48" fmla="*/ 379 w 1467"/>
                  <a:gd name="T49" fmla="*/ 3021 h 7985"/>
                  <a:gd name="T50" fmla="*/ 357 w 1467"/>
                  <a:gd name="T51" fmla="*/ 3382 h 7985"/>
                  <a:gd name="T52" fmla="*/ 357 w 1467"/>
                  <a:gd name="T53" fmla="*/ 3382 h 7985"/>
                  <a:gd name="T54" fmla="*/ 367 w 1467"/>
                  <a:gd name="T55" fmla="*/ 3620 h 7985"/>
                  <a:gd name="T56" fmla="*/ 367 w 1467"/>
                  <a:gd name="T57" fmla="*/ 3620 h 7985"/>
                  <a:gd name="T58" fmla="*/ 394 w 1467"/>
                  <a:gd name="T59" fmla="*/ 3835 h 7985"/>
                  <a:gd name="T60" fmla="*/ 394 w 1467"/>
                  <a:gd name="T61" fmla="*/ 3835 h 7985"/>
                  <a:gd name="T62" fmla="*/ 436 w 1467"/>
                  <a:gd name="T63" fmla="*/ 4020 h 7985"/>
                  <a:gd name="T64" fmla="*/ 436 w 1467"/>
                  <a:gd name="T65" fmla="*/ 4020 h 7985"/>
                  <a:gd name="T66" fmla="*/ 491 w 1467"/>
                  <a:gd name="T67" fmla="*/ 4168 h 7985"/>
                  <a:gd name="T68" fmla="*/ 441 w 1467"/>
                  <a:gd name="T69" fmla="*/ 5541 h 7985"/>
                  <a:gd name="T70" fmla="*/ 871 w 1467"/>
                  <a:gd name="T71" fmla="*/ 5652 h 7985"/>
                  <a:gd name="T72" fmla="*/ 0 w 1467"/>
                  <a:gd name="T73" fmla="*/ 832 h 7985"/>
                  <a:gd name="T74" fmla="*/ 1466 w 1467"/>
                  <a:gd name="T75" fmla="*/ 0 h 7985"/>
                  <a:gd name="T76" fmla="*/ 1466 w 1467"/>
                  <a:gd name="T77" fmla="*/ 7984 h 7985"/>
                  <a:gd name="T78" fmla="*/ 0 w 1467"/>
                  <a:gd name="T79" fmla="*/ 7150 h 7985"/>
                  <a:gd name="T80" fmla="*/ 0 w 1467"/>
                  <a:gd name="T81" fmla="*/ 832 h 79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467" h="7985">
                    <a:moveTo>
                      <a:pt x="871" y="5652"/>
                    </a:moveTo>
                    <a:lnTo>
                      <a:pt x="814" y="4177"/>
                    </a:lnTo>
                    <a:lnTo>
                      <a:pt x="814" y="4177"/>
                    </a:lnTo>
                    <a:cubicBezTo>
                      <a:pt x="837" y="4134"/>
                      <a:pt x="858" y="4081"/>
                      <a:pt x="877" y="4022"/>
                    </a:cubicBezTo>
                    <a:lnTo>
                      <a:pt x="877" y="4022"/>
                    </a:lnTo>
                    <a:cubicBezTo>
                      <a:pt x="895" y="3962"/>
                      <a:pt x="911" y="3894"/>
                      <a:pt x="925" y="3821"/>
                    </a:cubicBezTo>
                    <a:lnTo>
                      <a:pt x="925" y="3821"/>
                    </a:lnTo>
                    <a:cubicBezTo>
                      <a:pt x="939" y="3747"/>
                      <a:pt x="950" y="3667"/>
                      <a:pt x="958" y="3583"/>
                    </a:cubicBezTo>
                    <a:lnTo>
                      <a:pt x="958" y="3583"/>
                    </a:lnTo>
                    <a:cubicBezTo>
                      <a:pt x="964" y="3499"/>
                      <a:pt x="969" y="3410"/>
                      <a:pt x="969" y="3320"/>
                    </a:cubicBezTo>
                    <a:lnTo>
                      <a:pt x="969" y="3320"/>
                    </a:lnTo>
                    <a:cubicBezTo>
                      <a:pt x="969" y="3180"/>
                      <a:pt x="960" y="3047"/>
                      <a:pt x="943" y="2929"/>
                    </a:cubicBezTo>
                    <a:lnTo>
                      <a:pt x="943" y="2929"/>
                    </a:lnTo>
                    <a:cubicBezTo>
                      <a:pt x="925" y="2811"/>
                      <a:pt x="901" y="2707"/>
                      <a:pt x="872" y="2623"/>
                    </a:cubicBezTo>
                    <a:lnTo>
                      <a:pt x="872" y="2623"/>
                    </a:lnTo>
                    <a:cubicBezTo>
                      <a:pt x="842" y="2538"/>
                      <a:pt x="807" y="2474"/>
                      <a:pt x="769" y="2433"/>
                    </a:cubicBezTo>
                    <a:lnTo>
                      <a:pt x="769" y="2433"/>
                    </a:lnTo>
                    <a:cubicBezTo>
                      <a:pt x="731" y="2393"/>
                      <a:pt x="691" y="2376"/>
                      <a:pt x="648" y="2387"/>
                    </a:cubicBezTo>
                    <a:lnTo>
                      <a:pt x="648" y="2387"/>
                    </a:lnTo>
                    <a:cubicBezTo>
                      <a:pt x="606" y="2398"/>
                      <a:pt x="567" y="2435"/>
                      <a:pt x="531" y="2492"/>
                    </a:cubicBezTo>
                    <a:lnTo>
                      <a:pt x="531" y="2492"/>
                    </a:lnTo>
                    <a:cubicBezTo>
                      <a:pt x="497" y="2548"/>
                      <a:pt x="466" y="2625"/>
                      <a:pt x="440" y="2714"/>
                    </a:cubicBezTo>
                    <a:lnTo>
                      <a:pt x="440" y="2714"/>
                    </a:lnTo>
                    <a:cubicBezTo>
                      <a:pt x="414" y="2804"/>
                      <a:pt x="394" y="2908"/>
                      <a:pt x="379" y="3021"/>
                    </a:cubicBezTo>
                    <a:lnTo>
                      <a:pt x="379" y="3021"/>
                    </a:lnTo>
                    <a:cubicBezTo>
                      <a:pt x="365" y="3134"/>
                      <a:pt x="357" y="3255"/>
                      <a:pt x="357" y="3382"/>
                    </a:cubicBezTo>
                    <a:lnTo>
                      <a:pt x="357" y="3382"/>
                    </a:lnTo>
                    <a:cubicBezTo>
                      <a:pt x="357" y="3465"/>
                      <a:pt x="361" y="3544"/>
                      <a:pt x="367" y="3620"/>
                    </a:cubicBezTo>
                    <a:lnTo>
                      <a:pt x="367" y="3620"/>
                    </a:lnTo>
                    <a:cubicBezTo>
                      <a:pt x="373" y="3696"/>
                      <a:pt x="381" y="3768"/>
                      <a:pt x="394" y="3835"/>
                    </a:cubicBezTo>
                    <a:lnTo>
                      <a:pt x="394" y="3835"/>
                    </a:lnTo>
                    <a:cubicBezTo>
                      <a:pt x="405" y="3902"/>
                      <a:pt x="419" y="3964"/>
                      <a:pt x="436" y="4020"/>
                    </a:cubicBezTo>
                    <a:lnTo>
                      <a:pt x="436" y="4020"/>
                    </a:lnTo>
                    <a:cubicBezTo>
                      <a:pt x="452" y="4076"/>
                      <a:pt x="470" y="4126"/>
                      <a:pt x="491" y="4168"/>
                    </a:cubicBezTo>
                    <a:lnTo>
                      <a:pt x="441" y="5541"/>
                    </a:lnTo>
                    <a:lnTo>
                      <a:pt x="871" y="5652"/>
                    </a:lnTo>
                    <a:close/>
                    <a:moveTo>
                      <a:pt x="0" y="832"/>
                    </a:moveTo>
                    <a:lnTo>
                      <a:pt x="1466" y="0"/>
                    </a:lnTo>
                    <a:lnTo>
                      <a:pt x="1466" y="7984"/>
                    </a:lnTo>
                    <a:lnTo>
                      <a:pt x="0" y="7150"/>
                    </a:lnTo>
                    <a:lnTo>
                      <a:pt x="0" y="832"/>
                    </a:lnTo>
                    <a:close/>
                  </a:path>
                </a:pathLst>
              </a:custGeom>
              <a:solidFill>
                <a:schemeClr val="tx2">
                  <a:alpha val="4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CD402371-40B6-4E16-9FF0-532F474EB9B7}"/>
                </a:ext>
              </a:extLst>
            </p:cNvPr>
            <p:cNvGrpSpPr/>
            <p:nvPr/>
          </p:nvGrpSpPr>
          <p:grpSpPr>
            <a:xfrm>
              <a:off x="6720743" y="8044816"/>
              <a:ext cx="3906601" cy="5153468"/>
              <a:chOff x="6720743" y="8044816"/>
              <a:chExt cx="3906601" cy="5153468"/>
            </a:xfrm>
          </p:grpSpPr>
          <p:sp>
            <p:nvSpPr>
              <p:cNvPr id="119" name="Freeform 8">
                <a:extLst>
                  <a:ext uri="{FF2B5EF4-FFF2-40B4-BE49-F238E27FC236}">
                    <a16:creationId xmlns:a16="http://schemas.microsoft.com/office/drawing/2014/main" id="{85BAB0EE-9162-45B6-B82D-918AA1282D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0743" y="11715938"/>
                <a:ext cx="374446" cy="733453"/>
              </a:xfrm>
              <a:custGeom>
                <a:avLst/>
                <a:gdLst>
                  <a:gd name="T0" fmla="*/ 23 w 429"/>
                  <a:gd name="T1" fmla="*/ 837 h 838"/>
                  <a:gd name="T2" fmla="*/ 0 w 429"/>
                  <a:gd name="T3" fmla="*/ 10 h 838"/>
                  <a:gd name="T4" fmla="*/ 345 w 429"/>
                  <a:gd name="T5" fmla="*/ 0 h 838"/>
                  <a:gd name="T6" fmla="*/ 428 w 429"/>
                  <a:gd name="T7" fmla="*/ 306 h 838"/>
                  <a:gd name="T8" fmla="*/ 341 w 429"/>
                  <a:gd name="T9" fmla="*/ 379 h 838"/>
                  <a:gd name="T10" fmla="*/ 341 w 429"/>
                  <a:gd name="T11" fmla="*/ 379 h 838"/>
                  <a:gd name="T12" fmla="*/ 247 w 429"/>
                  <a:gd name="T13" fmla="*/ 569 h 838"/>
                  <a:gd name="T14" fmla="*/ 241 w 429"/>
                  <a:gd name="T15" fmla="*/ 676 h 838"/>
                  <a:gd name="T16" fmla="*/ 241 w 429"/>
                  <a:gd name="T17" fmla="*/ 676 h 838"/>
                  <a:gd name="T18" fmla="*/ 76 w 429"/>
                  <a:gd name="T19" fmla="*/ 836 h 838"/>
                  <a:gd name="T20" fmla="*/ 23 w 429"/>
                  <a:gd name="T21" fmla="*/ 837 h 8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29" h="838">
                    <a:moveTo>
                      <a:pt x="23" y="837"/>
                    </a:moveTo>
                    <a:lnTo>
                      <a:pt x="0" y="10"/>
                    </a:lnTo>
                    <a:lnTo>
                      <a:pt x="345" y="0"/>
                    </a:lnTo>
                    <a:lnTo>
                      <a:pt x="428" y="306"/>
                    </a:lnTo>
                    <a:lnTo>
                      <a:pt x="341" y="379"/>
                    </a:lnTo>
                    <a:lnTo>
                      <a:pt x="341" y="379"/>
                    </a:lnTo>
                    <a:cubicBezTo>
                      <a:pt x="285" y="427"/>
                      <a:pt x="251" y="496"/>
                      <a:pt x="247" y="569"/>
                    </a:cubicBezTo>
                    <a:lnTo>
                      <a:pt x="241" y="676"/>
                    </a:lnTo>
                    <a:lnTo>
                      <a:pt x="241" y="676"/>
                    </a:lnTo>
                    <a:cubicBezTo>
                      <a:pt x="236" y="764"/>
                      <a:pt x="165" y="834"/>
                      <a:pt x="76" y="836"/>
                    </a:cubicBezTo>
                    <a:lnTo>
                      <a:pt x="23" y="837"/>
                    </a:lnTo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20" name="Freeform 9">
                <a:extLst>
                  <a:ext uri="{FF2B5EF4-FFF2-40B4-BE49-F238E27FC236}">
                    <a16:creationId xmlns:a16="http://schemas.microsoft.com/office/drawing/2014/main" id="{F031ECCE-A1E2-428D-871C-D94E07C9A7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1612" y="12831559"/>
                <a:ext cx="725732" cy="366725"/>
              </a:xfrm>
              <a:custGeom>
                <a:avLst/>
                <a:gdLst>
                  <a:gd name="T0" fmla="*/ 827 w 828"/>
                  <a:gd name="T1" fmla="*/ 420 h 421"/>
                  <a:gd name="T2" fmla="*/ 0 w 828"/>
                  <a:gd name="T3" fmla="*/ 420 h 421"/>
                  <a:gd name="T4" fmla="*/ 0 w 828"/>
                  <a:gd name="T5" fmla="*/ 74 h 421"/>
                  <a:gd name="T6" fmla="*/ 308 w 828"/>
                  <a:gd name="T7" fmla="*/ 0 h 421"/>
                  <a:gd name="T8" fmla="*/ 378 w 828"/>
                  <a:gd name="T9" fmla="*/ 89 h 421"/>
                  <a:gd name="T10" fmla="*/ 378 w 828"/>
                  <a:gd name="T11" fmla="*/ 89 h 421"/>
                  <a:gd name="T12" fmla="*/ 566 w 828"/>
                  <a:gd name="T13" fmla="*/ 188 h 421"/>
                  <a:gd name="T14" fmla="*/ 672 w 828"/>
                  <a:gd name="T15" fmla="*/ 198 h 421"/>
                  <a:gd name="T16" fmla="*/ 672 w 828"/>
                  <a:gd name="T17" fmla="*/ 198 h 421"/>
                  <a:gd name="T18" fmla="*/ 827 w 828"/>
                  <a:gd name="T19" fmla="*/ 367 h 421"/>
                  <a:gd name="T20" fmla="*/ 827 w 828"/>
                  <a:gd name="T21" fmla="*/ 420 h 4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28" h="421">
                    <a:moveTo>
                      <a:pt x="827" y="420"/>
                    </a:moveTo>
                    <a:lnTo>
                      <a:pt x="0" y="420"/>
                    </a:lnTo>
                    <a:lnTo>
                      <a:pt x="0" y="74"/>
                    </a:lnTo>
                    <a:lnTo>
                      <a:pt x="308" y="0"/>
                    </a:lnTo>
                    <a:lnTo>
                      <a:pt x="378" y="89"/>
                    </a:lnTo>
                    <a:lnTo>
                      <a:pt x="378" y="89"/>
                    </a:lnTo>
                    <a:cubicBezTo>
                      <a:pt x="424" y="146"/>
                      <a:pt x="493" y="182"/>
                      <a:pt x="566" y="188"/>
                    </a:cubicBezTo>
                    <a:lnTo>
                      <a:pt x="672" y="198"/>
                    </a:lnTo>
                    <a:lnTo>
                      <a:pt x="672" y="198"/>
                    </a:lnTo>
                    <a:cubicBezTo>
                      <a:pt x="760" y="205"/>
                      <a:pt x="827" y="279"/>
                      <a:pt x="827" y="367"/>
                    </a:cubicBezTo>
                    <a:lnTo>
                      <a:pt x="827" y="420"/>
                    </a:lnTo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21" name="Freeform 10">
                <a:extLst>
                  <a:ext uri="{FF2B5EF4-FFF2-40B4-BE49-F238E27FC236}">
                    <a16:creationId xmlns:a16="http://schemas.microsoft.com/office/drawing/2014/main" id="{091171D8-BE58-44C4-BAA4-1B5046557D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0743" y="11715938"/>
                <a:ext cx="374446" cy="733453"/>
              </a:xfrm>
              <a:custGeom>
                <a:avLst/>
                <a:gdLst>
                  <a:gd name="T0" fmla="*/ 23 w 429"/>
                  <a:gd name="T1" fmla="*/ 837 h 838"/>
                  <a:gd name="T2" fmla="*/ 0 w 429"/>
                  <a:gd name="T3" fmla="*/ 10 h 838"/>
                  <a:gd name="T4" fmla="*/ 345 w 429"/>
                  <a:gd name="T5" fmla="*/ 0 h 838"/>
                  <a:gd name="T6" fmla="*/ 428 w 429"/>
                  <a:gd name="T7" fmla="*/ 306 h 838"/>
                  <a:gd name="T8" fmla="*/ 341 w 429"/>
                  <a:gd name="T9" fmla="*/ 379 h 838"/>
                  <a:gd name="T10" fmla="*/ 341 w 429"/>
                  <a:gd name="T11" fmla="*/ 379 h 838"/>
                  <a:gd name="T12" fmla="*/ 247 w 429"/>
                  <a:gd name="T13" fmla="*/ 569 h 838"/>
                  <a:gd name="T14" fmla="*/ 241 w 429"/>
                  <a:gd name="T15" fmla="*/ 676 h 838"/>
                  <a:gd name="T16" fmla="*/ 241 w 429"/>
                  <a:gd name="T17" fmla="*/ 676 h 838"/>
                  <a:gd name="T18" fmla="*/ 76 w 429"/>
                  <a:gd name="T19" fmla="*/ 836 h 838"/>
                  <a:gd name="T20" fmla="*/ 23 w 429"/>
                  <a:gd name="T21" fmla="*/ 837 h 8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29" h="838">
                    <a:moveTo>
                      <a:pt x="23" y="837"/>
                    </a:moveTo>
                    <a:lnTo>
                      <a:pt x="0" y="10"/>
                    </a:lnTo>
                    <a:lnTo>
                      <a:pt x="345" y="0"/>
                    </a:lnTo>
                    <a:lnTo>
                      <a:pt x="428" y="306"/>
                    </a:lnTo>
                    <a:lnTo>
                      <a:pt x="341" y="379"/>
                    </a:lnTo>
                    <a:lnTo>
                      <a:pt x="341" y="379"/>
                    </a:lnTo>
                    <a:cubicBezTo>
                      <a:pt x="285" y="427"/>
                      <a:pt x="251" y="496"/>
                      <a:pt x="247" y="569"/>
                    </a:cubicBezTo>
                    <a:lnTo>
                      <a:pt x="241" y="676"/>
                    </a:lnTo>
                    <a:lnTo>
                      <a:pt x="241" y="676"/>
                    </a:lnTo>
                    <a:cubicBezTo>
                      <a:pt x="236" y="764"/>
                      <a:pt x="165" y="834"/>
                      <a:pt x="76" y="836"/>
                    </a:cubicBezTo>
                    <a:lnTo>
                      <a:pt x="23" y="837"/>
                    </a:lnTo>
                  </a:path>
                </a:pathLst>
              </a:custGeom>
              <a:solidFill>
                <a:srgbClr val="FFFFFF">
                  <a:alpha val="10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22" name="Freeform 11">
                <a:extLst>
                  <a:ext uri="{FF2B5EF4-FFF2-40B4-BE49-F238E27FC236}">
                    <a16:creationId xmlns:a16="http://schemas.microsoft.com/office/drawing/2014/main" id="{33E2CF31-3CF7-41C1-B907-B6758D96CD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1612" y="12831559"/>
                <a:ext cx="725732" cy="366725"/>
              </a:xfrm>
              <a:custGeom>
                <a:avLst/>
                <a:gdLst>
                  <a:gd name="T0" fmla="*/ 827 w 828"/>
                  <a:gd name="T1" fmla="*/ 420 h 421"/>
                  <a:gd name="T2" fmla="*/ 0 w 828"/>
                  <a:gd name="T3" fmla="*/ 420 h 421"/>
                  <a:gd name="T4" fmla="*/ 0 w 828"/>
                  <a:gd name="T5" fmla="*/ 74 h 421"/>
                  <a:gd name="T6" fmla="*/ 308 w 828"/>
                  <a:gd name="T7" fmla="*/ 0 h 421"/>
                  <a:gd name="T8" fmla="*/ 378 w 828"/>
                  <a:gd name="T9" fmla="*/ 89 h 421"/>
                  <a:gd name="T10" fmla="*/ 378 w 828"/>
                  <a:gd name="T11" fmla="*/ 89 h 421"/>
                  <a:gd name="T12" fmla="*/ 566 w 828"/>
                  <a:gd name="T13" fmla="*/ 188 h 421"/>
                  <a:gd name="T14" fmla="*/ 672 w 828"/>
                  <a:gd name="T15" fmla="*/ 198 h 421"/>
                  <a:gd name="T16" fmla="*/ 672 w 828"/>
                  <a:gd name="T17" fmla="*/ 198 h 421"/>
                  <a:gd name="T18" fmla="*/ 827 w 828"/>
                  <a:gd name="T19" fmla="*/ 367 h 421"/>
                  <a:gd name="T20" fmla="*/ 827 w 828"/>
                  <a:gd name="T21" fmla="*/ 420 h 4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28" h="421">
                    <a:moveTo>
                      <a:pt x="827" y="420"/>
                    </a:moveTo>
                    <a:lnTo>
                      <a:pt x="0" y="420"/>
                    </a:lnTo>
                    <a:lnTo>
                      <a:pt x="0" y="74"/>
                    </a:lnTo>
                    <a:lnTo>
                      <a:pt x="308" y="0"/>
                    </a:lnTo>
                    <a:lnTo>
                      <a:pt x="378" y="89"/>
                    </a:lnTo>
                    <a:lnTo>
                      <a:pt x="378" y="89"/>
                    </a:lnTo>
                    <a:cubicBezTo>
                      <a:pt x="424" y="146"/>
                      <a:pt x="493" y="182"/>
                      <a:pt x="566" y="188"/>
                    </a:cubicBezTo>
                    <a:lnTo>
                      <a:pt x="672" y="198"/>
                    </a:lnTo>
                    <a:lnTo>
                      <a:pt x="672" y="198"/>
                    </a:lnTo>
                    <a:cubicBezTo>
                      <a:pt x="760" y="205"/>
                      <a:pt x="827" y="279"/>
                      <a:pt x="827" y="367"/>
                    </a:cubicBezTo>
                    <a:lnTo>
                      <a:pt x="827" y="420"/>
                    </a:lnTo>
                  </a:path>
                </a:pathLst>
              </a:custGeom>
              <a:solidFill>
                <a:srgbClr val="FFFFFF">
                  <a:alpha val="10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23" name="Freeform 12">
                <a:extLst>
                  <a:ext uri="{FF2B5EF4-FFF2-40B4-BE49-F238E27FC236}">
                    <a16:creationId xmlns:a16="http://schemas.microsoft.com/office/drawing/2014/main" id="{C438FC79-86F9-43BC-8A7D-1E4CEEADD3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01621" y="10766310"/>
                <a:ext cx="644665" cy="837681"/>
              </a:xfrm>
              <a:custGeom>
                <a:avLst/>
                <a:gdLst>
                  <a:gd name="T0" fmla="*/ 0 w 736"/>
                  <a:gd name="T1" fmla="*/ 0 h 955"/>
                  <a:gd name="T2" fmla="*/ 0 w 736"/>
                  <a:gd name="T3" fmla="*/ 0 h 955"/>
                  <a:gd name="T4" fmla="*/ 258 w 736"/>
                  <a:gd name="T5" fmla="*/ 463 h 955"/>
                  <a:gd name="T6" fmla="*/ 258 w 736"/>
                  <a:gd name="T7" fmla="*/ 463 h 955"/>
                  <a:gd name="T8" fmla="*/ 550 w 736"/>
                  <a:gd name="T9" fmla="*/ 954 h 955"/>
                  <a:gd name="T10" fmla="*/ 550 w 736"/>
                  <a:gd name="T11" fmla="*/ 954 h 955"/>
                  <a:gd name="T12" fmla="*/ 735 w 736"/>
                  <a:gd name="T13" fmla="*/ 823 h 955"/>
                  <a:gd name="T14" fmla="*/ 735 w 736"/>
                  <a:gd name="T15" fmla="*/ 823 h 955"/>
                  <a:gd name="T16" fmla="*/ 0 w 736"/>
                  <a:gd name="T17" fmla="*/ 0 h 9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36" h="955">
                    <a:moveTo>
                      <a:pt x="0" y="0"/>
                    </a:moveTo>
                    <a:lnTo>
                      <a:pt x="0" y="0"/>
                    </a:lnTo>
                    <a:cubicBezTo>
                      <a:pt x="0" y="0"/>
                      <a:pt x="14" y="233"/>
                      <a:pt x="258" y="463"/>
                    </a:cubicBezTo>
                    <a:lnTo>
                      <a:pt x="258" y="463"/>
                    </a:lnTo>
                    <a:cubicBezTo>
                      <a:pt x="497" y="692"/>
                      <a:pt x="550" y="954"/>
                      <a:pt x="550" y="954"/>
                    </a:cubicBezTo>
                    <a:lnTo>
                      <a:pt x="550" y="954"/>
                    </a:lnTo>
                    <a:cubicBezTo>
                      <a:pt x="550" y="954"/>
                      <a:pt x="659" y="905"/>
                      <a:pt x="735" y="823"/>
                    </a:cubicBezTo>
                    <a:lnTo>
                      <a:pt x="735" y="823"/>
                    </a:lnTo>
                    <a:cubicBezTo>
                      <a:pt x="735" y="823"/>
                      <a:pt x="719" y="454"/>
                      <a:pt x="0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24" name="Freeform 13">
                <a:extLst>
                  <a:ext uri="{FF2B5EF4-FFF2-40B4-BE49-F238E27FC236}">
                    <a16:creationId xmlns:a16="http://schemas.microsoft.com/office/drawing/2014/main" id="{DAA275F6-CB5F-4B96-9BF4-67039EA921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01621" y="10766310"/>
                <a:ext cx="644665" cy="837681"/>
              </a:xfrm>
              <a:custGeom>
                <a:avLst/>
                <a:gdLst>
                  <a:gd name="T0" fmla="*/ 0 w 736"/>
                  <a:gd name="T1" fmla="*/ 0 h 955"/>
                  <a:gd name="T2" fmla="*/ 0 w 736"/>
                  <a:gd name="T3" fmla="*/ 0 h 955"/>
                  <a:gd name="T4" fmla="*/ 258 w 736"/>
                  <a:gd name="T5" fmla="*/ 463 h 955"/>
                  <a:gd name="T6" fmla="*/ 258 w 736"/>
                  <a:gd name="T7" fmla="*/ 463 h 955"/>
                  <a:gd name="T8" fmla="*/ 550 w 736"/>
                  <a:gd name="T9" fmla="*/ 954 h 955"/>
                  <a:gd name="T10" fmla="*/ 550 w 736"/>
                  <a:gd name="T11" fmla="*/ 954 h 955"/>
                  <a:gd name="T12" fmla="*/ 735 w 736"/>
                  <a:gd name="T13" fmla="*/ 823 h 955"/>
                  <a:gd name="T14" fmla="*/ 735 w 736"/>
                  <a:gd name="T15" fmla="*/ 823 h 955"/>
                  <a:gd name="T16" fmla="*/ 0 w 736"/>
                  <a:gd name="T17" fmla="*/ 0 h 9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36" h="955">
                    <a:moveTo>
                      <a:pt x="0" y="0"/>
                    </a:moveTo>
                    <a:lnTo>
                      <a:pt x="0" y="0"/>
                    </a:lnTo>
                    <a:cubicBezTo>
                      <a:pt x="0" y="0"/>
                      <a:pt x="14" y="233"/>
                      <a:pt x="258" y="463"/>
                    </a:cubicBezTo>
                    <a:lnTo>
                      <a:pt x="258" y="463"/>
                    </a:lnTo>
                    <a:cubicBezTo>
                      <a:pt x="497" y="692"/>
                      <a:pt x="550" y="954"/>
                      <a:pt x="550" y="954"/>
                    </a:cubicBezTo>
                    <a:lnTo>
                      <a:pt x="550" y="954"/>
                    </a:lnTo>
                    <a:cubicBezTo>
                      <a:pt x="550" y="954"/>
                      <a:pt x="659" y="905"/>
                      <a:pt x="735" y="823"/>
                    </a:cubicBezTo>
                    <a:lnTo>
                      <a:pt x="735" y="823"/>
                    </a:lnTo>
                    <a:cubicBezTo>
                      <a:pt x="735" y="823"/>
                      <a:pt x="719" y="454"/>
                      <a:pt x="0" y="0"/>
                    </a:cubicBezTo>
                  </a:path>
                </a:pathLst>
              </a:custGeom>
              <a:solidFill>
                <a:srgbClr val="111340">
                  <a:alpha val="15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25" name="Freeform 14">
                <a:extLst>
                  <a:ext uri="{FF2B5EF4-FFF2-40B4-BE49-F238E27FC236}">
                    <a16:creationId xmlns:a16="http://schemas.microsoft.com/office/drawing/2014/main" id="{47A926C9-C7C4-4C35-B9B2-18C303C510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04926" y="10287635"/>
                <a:ext cx="1578852" cy="2686753"/>
              </a:xfrm>
              <a:custGeom>
                <a:avLst/>
                <a:gdLst>
                  <a:gd name="T0" fmla="*/ 0 w 1802"/>
                  <a:gd name="T1" fmla="*/ 253 h 3071"/>
                  <a:gd name="T2" fmla="*/ 0 w 1802"/>
                  <a:gd name="T3" fmla="*/ 253 h 3071"/>
                  <a:gd name="T4" fmla="*/ 814 w 1802"/>
                  <a:gd name="T5" fmla="*/ 1515 h 3071"/>
                  <a:gd name="T6" fmla="*/ 1238 w 1802"/>
                  <a:gd name="T7" fmla="*/ 3070 h 3071"/>
                  <a:gd name="T8" fmla="*/ 1801 w 1802"/>
                  <a:gd name="T9" fmla="*/ 2925 h 3071"/>
                  <a:gd name="T10" fmla="*/ 1383 w 1802"/>
                  <a:gd name="T11" fmla="*/ 1313 h 3071"/>
                  <a:gd name="T12" fmla="*/ 764 w 1802"/>
                  <a:gd name="T13" fmla="*/ 0 h 3071"/>
                  <a:gd name="T14" fmla="*/ 0 w 1802"/>
                  <a:gd name="T15" fmla="*/ 253 h 30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02" h="3071">
                    <a:moveTo>
                      <a:pt x="0" y="253"/>
                    </a:moveTo>
                    <a:lnTo>
                      <a:pt x="0" y="253"/>
                    </a:lnTo>
                    <a:cubicBezTo>
                      <a:pt x="0" y="253"/>
                      <a:pt x="162" y="967"/>
                      <a:pt x="814" y="1515"/>
                    </a:cubicBezTo>
                    <a:lnTo>
                      <a:pt x="1238" y="3070"/>
                    </a:lnTo>
                    <a:lnTo>
                      <a:pt x="1801" y="2925"/>
                    </a:lnTo>
                    <a:lnTo>
                      <a:pt x="1383" y="1313"/>
                    </a:lnTo>
                    <a:lnTo>
                      <a:pt x="764" y="0"/>
                    </a:lnTo>
                    <a:lnTo>
                      <a:pt x="0" y="253"/>
                    </a:lnTo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26" name="Freeform 15">
                <a:extLst>
                  <a:ext uri="{FF2B5EF4-FFF2-40B4-BE49-F238E27FC236}">
                    <a16:creationId xmlns:a16="http://schemas.microsoft.com/office/drawing/2014/main" id="{9CE3ADB6-BFC1-4001-8DE5-286234C5A4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67801" y="10553996"/>
                <a:ext cx="2088409" cy="1509367"/>
              </a:xfrm>
              <a:custGeom>
                <a:avLst/>
                <a:gdLst>
                  <a:gd name="T0" fmla="*/ 1731 w 2384"/>
                  <a:gd name="T1" fmla="*/ 0 h 1722"/>
                  <a:gd name="T2" fmla="*/ 1192 w 2384"/>
                  <a:gd name="T3" fmla="*/ 909 h 1722"/>
                  <a:gd name="T4" fmla="*/ 0 w 2384"/>
                  <a:gd name="T5" fmla="*/ 1286 h 1722"/>
                  <a:gd name="T6" fmla="*/ 116 w 2384"/>
                  <a:gd name="T7" fmla="*/ 1721 h 1722"/>
                  <a:gd name="T8" fmla="*/ 1490 w 2384"/>
                  <a:gd name="T9" fmla="*/ 1337 h 1722"/>
                  <a:gd name="T10" fmla="*/ 2383 w 2384"/>
                  <a:gd name="T11" fmla="*/ 287 h 1722"/>
                  <a:gd name="T12" fmla="*/ 1731 w 2384"/>
                  <a:gd name="T13" fmla="*/ 0 h 17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384" h="1722">
                    <a:moveTo>
                      <a:pt x="1731" y="0"/>
                    </a:moveTo>
                    <a:lnTo>
                      <a:pt x="1192" y="909"/>
                    </a:lnTo>
                    <a:lnTo>
                      <a:pt x="0" y="1286"/>
                    </a:lnTo>
                    <a:lnTo>
                      <a:pt x="116" y="1721"/>
                    </a:lnTo>
                    <a:lnTo>
                      <a:pt x="1490" y="1337"/>
                    </a:lnTo>
                    <a:lnTo>
                      <a:pt x="2383" y="287"/>
                    </a:lnTo>
                    <a:lnTo>
                      <a:pt x="1731" y="0"/>
                    </a:lnTo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27" name="Freeform 16">
                <a:extLst>
                  <a:ext uri="{FF2B5EF4-FFF2-40B4-BE49-F238E27FC236}">
                    <a16:creationId xmlns:a16="http://schemas.microsoft.com/office/drawing/2014/main" id="{6BDFCA16-FBAB-400F-B945-B82D26D121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69261" y="9372751"/>
                <a:ext cx="826099" cy="1281612"/>
              </a:xfrm>
              <a:custGeom>
                <a:avLst/>
                <a:gdLst>
                  <a:gd name="T0" fmla="*/ 206 w 945"/>
                  <a:gd name="T1" fmla="*/ 0 h 1463"/>
                  <a:gd name="T2" fmla="*/ 540 w 945"/>
                  <a:gd name="T3" fmla="*/ 746 h 1463"/>
                  <a:gd name="T4" fmla="*/ 944 w 945"/>
                  <a:gd name="T5" fmla="*/ 1409 h 1463"/>
                  <a:gd name="T6" fmla="*/ 706 w 945"/>
                  <a:gd name="T7" fmla="*/ 1462 h 1463"/>
                  <a:gd name="T8" fmla="*/ 294 w 945"/>
                  <a:gd name="T9" fmla="*/ 869 h 1463"/>
                  <a:gd name="T10" fmla="*/ 0 w 945"/>
                  <a:gd name="T11" fmla="*/ 282 h 1463"/>
                  <a:gd name="T12" fmla="*/ 206 w 945"/>
                  <a:gd name="T13" fmla="*/ 0 h 14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45" h="1463">
                    <a:moveTo>
                      <a:pt x="206" y="0"/>
                    </a:moveTo>
                    <a:lnTo>
                      <a:pt x="540" y="746"/>
                    </a:lnTo>
                    <a:lnTo>
                      <a:pt x="944" y="1409"/>
                    </a:lnTo>
                    <a:lnTo>
                      <a:pt x="706" y="1462"/>
                    </a:lnTo>
                    <a:lnTo>
                      <a:pt x="294" y="869"/>
                    </a:lnTo>
                    <a:lnTo>
                      <a:pt x="0" y="282"/>
                    </a:lnTo>
                    <a:lnTo>
                      <a:pt x="206" y="0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28" name="Freeform 17">
                <a:extLst>
                  <a:ext uri="{FF2B5EF4-FFF2-40B4-BE49-F238E27FC236}">
                    <a16:creationId xmlns:a16="http://schemas.microsoft.com/office/drawing/2014/main" id="{75EA8205-D7D8-4342-8C15-88E8EEE595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69261" y="9372751"/>
                <a:ext cx="826099" cy="1281612"/>
              </a:xfrm>
              <a:custGeom>
                <a:avLst/>
                <a:gdLst>
                  <a:gd name="T0" fmla="*/ 206 w 945"/>
                  <a:gd name="T1" fmla="*/ 0 h 1463"/>
                  <a:gd name="T2" fmla="*/ 540 w 945"/>
                  <a:gd name="T3" fmla="*/ 746 h 1463"/>
                  <a:gd name="T4" fmla="*/ 944 w 945"/>
                  <a:gd name="T5" fmla="*/ 1409 h 1463"/>
                  <a:gd name="T6" fmla="*/ 706 w 945"/>
                  <a:gd name="T7" fmla="*/ 1462 h 1463"/>
                  <a:gd name="T8" fmla="*/ 294 w 945"/>
                  <a:gd name="T9" fmla="*/ 869 h 1463"/>
                  <a:gd name="T10" fmla="*/ 0 w 945"/>
                  <a:gd name="T11" fmla="*/ 282 h 1463"/>
                  <a:gd name="T12" fmla="*/ 206 w 945"/>
                  <a:gd name="T13" fmla="*/ 0 h 14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45" h="1463">
                    <a:moveTo>
                      <a:pt x="206" y="0"/>
                    </a:moveTo>
                    <a:lnTo>
                      <a:pt x="540" y="746"/>
                    </a:lnTo>
                    <a:lnTo>
                      <a:pt x="944" y="1409"/>
                    </a:lnTo>
                    <a:lnTo>
                      <a:pt x="706" y="1462"/>
                    </a:lnTo>
                    <a:lnTo>
                      <a:pt x="294" y="869"/>
                    </a:lnTo>
                    <a:lnTo>
                      <a:pt x="0" y="282"/>
                    </a:lnTo>
                    <a:lnTo>
                      <a:pt x="206" y="0"/>
                    </a:lnTo>
                  </a:path>
                </a:pathLst>
              </a:custGeom>
              <a:solidFill>
                <a:srgbClr val="111340">
                  <a:alpha val="15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29" name="Freeform 18">
                <a:extLst>
                  <a:ext uri="{FF2B5EF4-FFF2-40B4-BE49-F238E27FC236}">
                    <a16:creationId xmlns:a16="http://schemas.microsoft.com/office/drawing/2014/main" id="{3EBD448A-7751-40C1-8B0A-0851A1C2F5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06762" y="9017605"/>
                <a:ext cx="710291" cy="1347235"/>
              </a:xfrm>
              <a:custGeom>
                <a:avLst/>
                <a:gdLst>
                  <a:gd name="T0" fmla="*/ 231 w 811"/>
                  <a:gd name="T1" fmla="*/ 1536 h 1537"/>
                  <a:gd name="T2" fmla="*/ 231 w 811"/>
                  <a:gd name="T3" fmla="*/ 1536 h 1537"/>
                  <a:gd name="T4" fmla="*/ 423 w 811"/>
                  <a:gd name="T5" fmla="*/ 0 h 1537"/>
                  <a:gd name="T6" fmla="*/ 281 w 811"/>
                  <a:gd name="T7" fmla="*/ 0 h 1537"/>
                  <a:gd name="T8" fmla="*/ 281 w 811"/>
                  <a:gd name="T9" fmla="*/ 0 h 1537"/>
                  <a:gd name="T10" fmla="*/ 0 w 811"/>
                  <a:gd name="T11" fmla="*/ 1172 h 1537"/>
                  <a:gd name="T12" fmla="*/ 231 w 811"/>
                  <a:gd name="T13" fmla="*/ 1536 h 15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1" h="1537">
                    <a:moveTo>
                      <a:pt x="231" y="1536"/>
                    </a:moveTo>
                    <a:lnTo>
                      <a:pt x="231" y="1536"/>
                    </a:lnTo>
                    <a:cubicBezTo>
                      <a:pt x="810" y="601"/>
                      <a:pt x="423" y="0"/>
                      <a:pt x="423" y="0"/>
                    </a:cubicBezTo>
                    <a:lnTo>
                      <a:pt x="281" y="0"/>
                    </a:lnTo>
                    <a:lnTo>
                      <a:pt x="281" y="0"/>
                    </a:lnTo>
                    <a:cubicBezTo>
                      <a:pt x="281" y="0"/>
                      <a:pt x="351" y="533"/>
                      <a:pt x="0" y="1172"/>
                    </a:cubicBezTo>
                    <a:lnTo>
                      <a:pt x="231" y="1536"/>
                    </a:lnTo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30" name="Freeform 19">
                <a:extLst>
                  <a:ext uri="{FF2B5EF4-FFF2-40B4-BE49-F238E27FC236}">
                    <a16:creationId xmlns:a16="http://schemas.microsoft.com/office/drawing/2014/main" id="{415AD39C-D49B-4D9F-B336-D5170CC5E2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11722" y="8940400"/>
                <a:ext cx="81067" cy="185293"/>
              </a:xfrm>
              <a:custGeom>
                <a:avLst/>
                <a:gdLst>
                  <a:gd name="T0" fmla="*/ 28 w 94"/>
                  <a:gd name="T1" fmla="*/ 0 h 213"/>
                  <a:gd name="T2" fmla="*/ 28 w 94"/>
                  <a:gd name="T3" fmla="*/ 0 h 213"/>
                  <a:gd name="T4" fmla="*/ 90 w 94"/>
                  <a:gd name="T5" fmla="*/ 152 h 213"/>
                  <a:gd name="T6" fmla="*/ 90 w 94"/>
                  <a:gd name="T7" fmla="*/ 152 h 213"/>
                  <a:gd name="T8" fmla="*/ 0 w 94"/>
                  <a:gd name="T9" fmla="*/ 138 h 213"/>
                  <a:gd name="T10" fmla="*/ 28 w 94"/>
                  <a:gd name="T11" fmla="*/ 0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94" h="213">
                    <a:moveTo>
                      <a:pt x="28" y="0"/>
                    </a:moveTo>
                    <a:lnTo>
                      <a:pt x="28" y="0"/>
                    </a:lnTo>
                    <a:cubicBezTo>
                      <a:pt x="28" y="0"/>
                      <a:pt x="88" y="91"/>
                      <a:pt x="90" y="152"/>
                    </a:cubicBezTo>
                    <a:lnTo>
                      <a:pt x="90" y="152"/>
                    </a:lnTo>
                    <a:cubicBezTo>
                      <a:pt x="93" y="212"/>
                      <a:pt x="0" y="138"/>
                      <a:pt x="0" y="138"/>
                    </a:cubicBezTo>
                    <a:lnTo>
                      <a:pt x="28" y="0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31" name="Freeform 20">
                <a:extLst>
                  <a:ext uri="{FF2B5EF4-FFF2-40B4-BE49-F238E27FC236}">
                    <a16:creationId xmlns:a16="http://schemas.microsoft.com/office/drawing/2014/main" id="{FFDBDA9E-9539-432E-A7EC-25F6079648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22203" y="9075508"/>
                <a:ext cx="513416" cy="1366538"/>
              </a:xfrm>
              <a:custGeom>
                <a:avLst/>
                <a:gdLst>
                  <a:gd name="T0" fmla="*/ 359 w 588"/>
                  <a:gd name="T1" fmla="*/ 6 h 1560"/>
                  <a:gd name="T2" fmla="*/ 359 w 588"/>
                  <a:gd name="T3" fmla="*/ 6 h 1560"/>
                  <a:gd name="T4" fmla="*/ 376 w 588"/>
                  <a:gd name="T5" fmla="*/ 550 h 1560"/>
                  <a:gd name="T6" fmla="*/ 376 w 588"/>
                  <a:gd name="T7" fmla="*/ 550 h 1560"/>
                  <a:gd name="T8" fmla="*/ 0 w 588"/>
                  <a:gd name="T9" fmla="*/ 1433 h 1560"/>
                  <a:gd name="T10" fmla="*/ 134 w 588"/>
                  <a:gd name="T11" fmla="*/ 1559 h 1560"/>
                  <a:gd name="T12" fmla="*/ 250 w 588"/>
                  <a:gd name="T13" fmla="*/ 1433 h 1560"/>
                  <a:gd name="T14" fmla="*/ 250 w 588"/>
                  <a:gd name="T15" fmla="*/ 1433 h 1560"/>
                  <a:gd name="T16" fmla="*/ 438 w 588"/>
                  <a:gd name="T17" fmla="*/ 648 h 1560"/>
                  <a:gd name="T18" fmla="*/ 438 w 588"/>
                  <a:gd name="T19" fmla="*/ 648 h 1560"/>
                  <a:gd name="T20" fmla="*/ 421 w 588"/>
                  <a:gd name="T21" fmla="*/ 0 h 1560"/>
                  <a:gd name="T22" fmla="*/ 359 w 588"/>
                  <a:gd name="T23" fmla="*/ 6 h 1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88" h="1560">
                    <a:moveTo>
                      <a:pt x="359" y="6"/>
                    </a:moveTo>
                    <a:lnTo>
                      <a:pt x="359" y="6"/>
                    </a:lnTo>
                    <a:cubicBezTo>
                      <a:pt x="359" y="6"/>
                      <a:pt x="530" y="310"/>
                      <a:pt x="376" y="550"/>
                    </a:cubicBezTo>
                    <a:lnTo>
                      <a:pt x="376" y="550"/>
                    </a:lnTo>
                    <a:cubicBezTo>
                      <a:pt x="199" y="825"/>
                      <a:pt x="14" y="1127"/>
                      <a:pt x="0" y="1433"/>
                    </a:cubicBezTo>
                    <a:lnTo>
                      <a:pt x="134" y="1559"/>
                    </a:lnTo>
                    <a:lnTo>
                      <a:pt x="250" y="1433"/>
                    </a:lnTo>
                    <a:lnTo>
                      <a:pt x="250" y="1433"/>
                    </a:lnTo>
                    <a:cubicBezTo>
                      <a:pt x="250" y="1433"/>
                      <a:pt x="307" y="896"/>
                      <a:pt x="438" y="648"/>
                    </a:cubicBezTo>
                    <a:lnTo>
                      <a:pt x="438" y="648"/>
                    </a:lnTo>
                    <a:cubicBezTo>
                      <a:pt x="587" y="368"/>
                      <a:pt x="421" y="0"/>
                      <a:pt x="421" y="0"/>
                    </a:cubicBezTo>
                    <a:lnTo>
                      <a:pt x="359" y="6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32" name="Freeform 21">
                <a:extLst>
                  <a:ext uri="{FF2B5EF4-FFF2-40B4-BE49-F238E27FC236}">
                    <a16:creationId xmlns:a16="http://schemas.microsoft.com/office/drawing/2014/main" id="{BCEAC5F7-778B-478B-99F7-75C39193C2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22203" y="9075508"/>
                <a:ext cx="513416" cy="1366538"/>
              </a:xfrm>
              <a:custGeom>
                <a:avLst/>
                <a:gdLst>
                  <a:gd name="T0" fmla="*/ 359 w 588"/>
                  <a:gd name="T1" fmla="*/ 6 h 1560"/>
                  <a:gd name="T2" fmla="*/ 359 w 588"/>
                  <a:gd name="T3" fmla="*/ 6 h 1560"/>
                  <a:gd name="T4" fmla="*/ 376 w 588"/>
                  <a:gd name="T5" fmla="*/ 550 h 1560"/>
                  <a:gd name="T6" fmla="*/ 376 w 588"/>
                  <a:gd name="T7" fmla="*/ 550 h 1560"/>
                  <a:gd name="T8" fmla="*/ 0 w 588"/>
                  <a:gd name="T9" fmla="*/ 1433 h 1560"/>
                  <a:gd name="T10" fmla="*/ 134 w 588"/>
                  <a:gd name="T11" fmla="*/ 1559 h 1560"/>
                  <a:gd name="T12" fmla="*/ 250 w 588"/>
                  <a:gd name="T13" fmla="*/ 1433 h 1560"/>
                  <a:gd name="T14" fmla="*/ 250 w 588"/>
                  <a:gd name="T15" fmla="*/ 1433 h 1560"/>
                  <a:gd name="T16" fmla="*/ 438 w 588"/>
                  <a:gd name="T17" fmla="*/ 648 h 1560"/>
                  <a:gd name="T18" fmla="*/ 438 w 588"/>
                  <a:gd name="T19" fmla="*/ 648 h 1560"/>
                  <a:gd name="T20" fmla="*/ 421 w 588"/>
                  <a:gd name="T21" fmla="*/ 0 h 1560"/>
                  <a:gd name="T22" fmla="*/ 359 w 588"/>
                  <a:gd name="T23" fmla="*/ 6 h 1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88" h="1560">
                    <a:moveTo>
                      <a:pt x="359" y="6"/>
                    </a:moveTo>
                    <a:lnTo>
                      <a:pt x="359" y="6"/>
                    </a:lnTo>
                    <a:cubicBezTo>
                      <a:pt x="359" y="6"/>
                      <a:pt x="530" y="310"/>
                      <a:pt x="376" y="550"/>
                    </a:cubicBezTo>
                    <a:lnTo>
                      <a:pt x="376" y="550"/>
                    </a:lnTo>
                    <a:cubicBezTo>
                      <a:pt x="199" y="825"/>
                      <a:pt x="14" y="1127"/>
                      <a:pt x="0" y="1433"/>
                    </a:cubicBezTo>
                    <a:lnTo>
                      <a:pt x="134" y="1559"/>
                    </a:lnTo>
                    <a:lnTo>
                      <a:pt x="250" y="1433"/>
                    </a:lnTo>
                    <a:lnTo>
                      <a:pt x="250" y="1433"/>
                    </a:lnTo>
                    <a:cubicBezTo>
                      <a:pt x="250" y="1433"/>
                      <a:pt x="307" y="896"/>
                      <a:pt x="438" y="648"/>
                    </a:cubicBezTo>
                    <a:lnTo>
                      <a:pt x="438" y="648"/>
                    </a:lnTo>
                    <a:cubicBezTo>
                      <a:pt x="587" y="368"/>
                      <a:pt x="421" y="0"/>
                      <a:pt x="421" y="0"/>
                    </a:cubicBezTo>
                    <a:lnTo>
                      <a:pt x="359" y="6"/>
                    </a:lnTo>
                  </a:path>
                </a:pathLst>
              </a:custGeom>
              <a:solidFill>
                <a:srgbClr val="111340">
                  <a:alpha val="5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33" name="Freeform 22">
                <a:extLst>
                  <a:ext uri="{FF2B5EF4-FFF2-40B4-BE49-F238E27FC236}">
                    <a16:creationId xmlns:a16="http://schemas.microsoft.com/office/drawing/2014/main" id="{7374E6A6-E13A-48C4-BC5D-CE2E96A06C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01621" y="8774407"/>
                <a:ext cx="1733263" cy="2860466"/>
              </a:xfrm>
              <a:custGeom>
                <a:avLst/>
                <a:gdLst>
                  <a:gd name="T0" fmla="*/ 1779 w 1981"/>
                  <a:gd name="T1" fmla="*/ 0 h 3268"/>
                  <a:gd name="T2" fmla="*/ 1701 w 1981"/>
                  <a:gd name="T3" fmla="*/ 47 h 3268"/>
                  <a:gd name="T4" fmla="*/ 1343 w 1981"/>
                  <a:gd name="T5" fmla="*/ 193 h 3268"/>
                  <a:gd name="T6" fmla="*/ 1343 w 1981"/>
                  <a:gd name="T7" fmla="*/ 193 h 3268"/>
                  <a:gd name="T8" fmla="*/ 0 w 1981"/>
                  <a:gd name="T9" fmla="*/ 2276 h 3268"/>
                  <a:gd name="T10" fmla="*/ 0 w 1981"/>
                  <a:gd name="T11" fmla="*/ 2276 h 3268"/>
                  <a:gd name="T12" fmla="*/ 436 w 1981"/>
                  <a:gd name="T13" fmla="*/ 2753 h 3268"/>
                  <a:gd name="T14" fmla="*/ 436 w 1981"/>
                  <a:gd name="T15" fmla="*/ 2753 h 3268"/>
                  <a:gd name="T16" fmla="*/ 828 w 1981"/>
                  <a:gd name="T17" fmla="*/ 3267 h 3268"/>
                  <a:gd name="T18" fmla="*/ 828 w 1981"/>
                  <a:gd name="T19" fmla="*/ 3267 h 3268"/>
                  <a:gd name="T20" fmla="*/ 1945 w 1981"/>
                  <a:gd name="T21" fmla="*/ 365 h 3268"/>
                  <a:gd name="T22" fmla="*/ 1980 w 1981"/>
                  <a:gd name="T23" fmla="*/ 193 h 3268"/>
                  <a:gd name="T24" fmla="*/ 1779 w 1981"/>
                  <a:gd name="T25" fmla="*/ 0 h 32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981" h="3268">
                    <a:moveTo>
                      <a:pt x="1779" y="0"/>
                    </a:moveTo>
                    <a:lnTo>
                      <a:pt x="1701" y="47"/>
                    </a:lnTo>
                    <a:lnTo>
                      <a:pt x="1343" y="193"/>
                    </a:lnTo>
                    <a:lnTo>
                      <a:pt x="1343" y="193"/>
                    </a:lnTo>
                    <a:cubicBezTo>
                      <a:pt x="1343" y="193"/>
                      <a:pt x="1429" y="1247"/>
                      <a:pt x="0" y="2276"/>
                    </a:cubicBezTo>
                    <a:lnTo>
                      <a:pt x="0" y="2276"/>
                    </a:lnTo>
                    <a:cubicBezTo>
                      <a:pt x="0" y="2276"/>
                      <a:pt x="88" y="2529"/>
                      <a:pt x="436" y="2753"/>
                    </a:cubicBezTo>
                    <a:lnTo>
                      <a:pt x="436" y="2753"/>
                    </a:lnTo>
                    <a:cubicBezTo>
                      <a:pt x="699" y="2922"/>
                      <a:pt x="828" y="3267"/>
                      <a:pt x="828" y="3267"/>
                    </a:cubicBezTo>
                    <a:lnTo>
                      <a:pt x="828" y="3267"/>
                    </a:lnTo>
                    <a:cubicBezTo>
                      <a:pt x="828" y="3267"/>
                      <a:pt x="1621" y="2628"/>
                      <a:pt x="1945" y="365"/>
                    </a:cubicBezTo>
                    <a:lnTo>
                      <a:pt x="1980" y="193"/>
                    </a:lnTo>
                    <a:lnTo>
                      <a:pt x="1779" y="0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34" name="Freeform 23">
                <a:extLst>
                  <a:ext uri="{FF2B5EF4-FFF2-40B4-BE49-F238E27FC236}">
                    <a16:creationId xmlns:a16="http://schemas.microsoft.com/office/drawing/2014/main" id="{32113490-2A92-43DC-8F87-F7C9646A7F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95369" y="8940400"/>
                <a:ext cx="1150363" cy="1347235"/>
              </a:xfrm>
              <a:custGeom>
                <a:avLst/>
                <a:gdLst>
                  <a:gd name="T0" fmla="*/ 894 w 1312"/>
                  <a:gd name="T1" fmla="*/ 0 h 1540"/>
                  <a:gd name="T2" fmla="*/ 149 w 1312"/>
                  <a:gd name="T3" fmla="*/ 409 h 1540"/>
                  <a:gd name="T4" fmla="*/ 149 w 1312"/>
                  <a:gd name="T5" fmla="*/ 409 h 1540"/>
                  <a:gd name="T6" fmla="*/ 34 w 1312"/>
                  <a:gd name="T7" fmla="*/ 692 h 1540"/>
                  <a:gd name="T8" fmla="*/ 34 w 1312"/>
                  <a:gd name="T9" fmla="*/ 692 h 1540"/>
                  <a:gd name="T10" fmla="*/ 430 w 1312"/>
                  <a:gd name="T11" fmla="*/ 1454 h 1540"/>
                  <a:gd name="T12" fmla="*/ 430 w 1312"/>
                  <a:gd name="T13" fmla="*/ 1454 h 1540"/>
                  <a:gd name="T14" fmla="*/ 507 w 1312"/>
                  <a:gd name="T15" fmla="*/ 1539 h 1540"/>
                  <a:gd name="T16" fmla="*/ 673 w 1312"/>
                  <a:gd name="T17" fmla="*/ 1464 h 1540"/>
                  <a:gd name="T18" fmla="*/ 673 w 1312"/>
                  <a:gd name="T19" fmla="*/ 1464 h 1540"/>
                  <a:gd name="T20" fmla="*/ 623 w 1312"/>
                  <a:gd name="T21" fmla="*/ 1350 h 1540"/>
                  <a:gd name="T22" fmla="*/ 623 w 1312"/>
                  <a:gd name="T23" fmla="*/ 1350 h 1540"/>
                  <a:gd name="T24" fmla="*/ 399 w 1312"/>
                  <a:gd name="T25" fmla="*/ 727 h 1540"/>
                  <a:gd name="T26" fmla="*/ 399 w 1312"/>
                  <a:gd name="T27" fmla="*/ 727 h 1540"/>
                  <a:gd name="T28" fmla="*/ 1032 w 1312"/>
                  <a:gd name="T29" fmla="*/ 416 h 1540"/>
                  <a:gd name="T30" fmla="*/ 1032 w 1312"/>
                  <a:gd name="T31" fmla="*/ 416 h 1540"/>
                  <a:gd name="T32" fmla="*/ 894 w 1312"/>
                  <a:gd name="T33" fmla="*/ 0 h 15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312" h="1540">
                    <a:moveTo>
                      <a:pt x="894" y="0"/>
                    </a:moveTo>
                    <a:lnTo>
                      <a:pt x="149" y="409"/>
                    </a:lnTo>
                    <a:lnTo>
                      <a:pt x="149" y="409"/>
                    </a:lnTo>
                    <a:cubicBezTo>
                      <a:pt x="49" y="465"/>
                      <a:pt x="0" y="582"/>
                      <a:pt x="34" y="692"/>
                    </a:cubicBezTo>
                    <a:lnTo>
                      <a:pt x="34" y="692"/>
                    </a:lnTo>
                    <a:cubicBezTo>
                      <a:pt x="93" y="888"/>
                      <a:pt x="212" y="1197"/>
                      <a:pt x="430" y="1454"/>
                    </a:cubicBezTo>
                    <a:lnTo>
                      <a:pt x="430" y="1454"/>
                    </a:lnTo>
                    <a:cubicBezTo>
                      <a:pt x="455" y="1483"/>
                      <a:pt x="480" y="1511"/>
                      <a:pt x="507" y="1539"/>
                    </a:cubicBezTo>
                    <a:lnTo>
                      <a:pt x="673" y="1464"/>
                    </a:lnTo>
                    <a:lnTo>
                      <a:pt x="673" y="1464"/>
                    </a:lnTo>
                    <a:cubicBezTo>
                      <a:pt x="673" y="1464"/>
                      <a:pt x="653" y="1419"/>
                      <a:pt x="623" y="1350"/>
                    </a:cubicBezTo>
                    <a:lnTo>
                      <a:pt x="623" y="1350"/>
                    </a:lnTo>
                    <a:cubicBezTo>
                      <a:pt x="536" y="1154"/>
                      <a:pt x="471" y="882"/>
                      <a:pt x="399" y="727"/>
                    </a:cubicBezTo>
                    <a:lnTo>
                      <a:pt x="399" y="727"/>
                    </a:lnTo>
                    <a:cubicBezTo>
                      <a:pt x="399" y="727"/>
                      <a:pt x="797" y="574"/>
                      <a:pt x="1032" y="416"/>
                    </a:cubicBezTo>
                    <a:lnTo>
                      <a:pt x="1032" y="416"/>
                    </a:lnTo>
                    <a:cubicBezTo>
                      <a:pt x="1172" y="321"/>
                      <a:pt x="1311" y="12"/>
                      <a:pt x="894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35" name="Freeform 24">
                <a:extLst>
                  <a:ext uri="{FF2B5EF4-FFF2-40B4-BE49-F238E27FC236}">
                    <a16:creationId xmlns:a16="http://schemas.microsoft.com/office/drawing/2014/main" id="{FDBCEC24-DB22-4200-92DB-C6D47CCD7A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73676" y="10121645"/>
                <a:ext cx="212314" cy="165991"/>
              </a:xfrm>
              <a:custGeom>
                <a:avLst/>
                <a:gdLst>
                  <a:gd name="T0" fmla="*/ 77 w 244"/>
                  <a:gd name="T1" fmla="*/ 189 h 190"/>
                  <a:gd name="T2" fmla="*/ 243 w 244"/>
                  <a:gd name="T3" fmla="*/ 114 h 190"/>
                  <a:gd name="T4" fmla="*/ 243 w 244"/>
                  <a:gd name="T5" fmla="*/ 114 h 190"/>
                  <a:gd name="T6" fmla="*/ 193 w 244"/>
                  <a:gd name="T7" fmla="*/ 0 h 190"/>
                  <a:gd name="T8" fmla="*/ 0 w 244"/>
                  <a:gd name="T9" fmla="*/ 104 h 190"/>
                  <a:gd name="T10" fmla="*/ 0 w 244"/>
                  <a:gd name="T11" fmla="*/ 104 h 190"/>
                  <a:gd name="T12" fmla="*/ 77 w 244"/>
                  <a:gd name="T13" fmla="*/ 189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4" h="190">
                    <a:moveTo>
                      <a:pt x="77" y="189"/>
                    </a:moveTo>
                    <a:lnTo>
                      <a:pt x="243" y="114"/>
                    </a:lnTo>
                    <a:lnTo>
                      <a:pt x="243" y="114"/>
                    </a:lnTo>
                    <a:cubicBezTo>
                      <a:pt x="243" y="114"/>
                      <a:pt x="223" y="69"/>
                      <a:pt x="193" y="0"/>
                    </a:cubicBezTo>
                    <a:lnTo>
                      <a:pt x="0" y="104"/>
                    </a:lnTo>
                    <a:lnTo>
                      <a:pt x="0" y="104"/>
                    </a:lnTo>
                    <a:cubicBezTo>
                      <a:pt x="25" y="133"/>
                      <a:pt x="50" y="161"/>
                      <a:pt x="77" y="189"/>
                    </a:cubicBezTo>
                  </a:path>
                </a:pathLst>
              </a:custGeom>
              <a:solidFill>
                <a:srgbClr val="111340">
                  <a:alpha val="15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36" name="Freeform 25">
                <a:extLst>
                  <a:ext uri="{FF2B5EF4-FFF2-40B4-BE49-F238E27FC236}">
                    <a16:creationId xmlns:a16="http://schemas.microsoft.com/office/drawing/2014/main" id="{A2C0EC1B-26A6-4AC5-8109-FC2728ED20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39300" y="10222012"/>
                <a:ext cx="355145" cy="420769"/>
              </a:xfrm>
              <a:custGeom>
                <a:avLst/>
                <a:gdLst>
                  <a:gd name="T0" fmla="*/ 0 w 404"/>
                  <a:gd name="T1" fmla="*/ 75 h 480"/>
                  <a:gd name="T2" fmla="*/ 38 w 404"/>
                  <a:gd name="T3" fmla="*/ 154 h 480"/>
                  <a:gd name="T4" fmla="*/ 100 w 404"/>
                  <a:gd name="T5" fmla="*/ 357 h 480"/>
                  <a:gd name="T6" fmla="*/ 100 w 404"/>
                  <a:gd name="T7" fmla="*/ 357 h 480"/>
                  <a:gd name="T8" fmla="*/ 187 w 404"/>
                  <a:gd name="T9" fmla="*/ 458 h 480"/>
                  <a:gd name="T10" fmla="*/ 187 w 404"/>
                  <a:gd name="T11" fmla="*/ 458 h 480"/>
                  <a:gd name="T12" fmla="*/ 201 w 404"/>
                  <a:gd name="T13" fmla="*/ 425 h 480"/>
                  <a:gd name="T14" fmla="*/ 201 w 404"/>
                  <a:gd name="T15" fmla="*/ 425 h 480"/>
                  <a:gd name="T16" fmla="*/ 248 w 404"/>
                  <a:gd name="T17" fmla="*/ 466 h 480"/>
                  <a:gd name="T18" fmla="*/ 248 w 404"/>
                  <a:gd name="T19" fmla="*/ 466 h 480"/>
                  <a:gd name="T20" fmla="*/ 248 w 404"/>
                  <a:gd name="T21" fmla="*/ 418 h 480"/>
                  <a:gd name="T22" fmla="*/ 248 w 404"/>
                  <a:gd name="T23" fmla="*/ 418 h 480"/>
                  <a:gd name="T24" fmla="*/ 321 w 404"/>
                  <a:gd name="T25" fmla="*/ 476 h 480"/>
                  <a:gd name="T26" fmla="*/ 321 w 404"/>
                  <a:gd name="T27" fmla="*/ 476 h 480"/>
                  <a:gd name="T28" fmla="*/ 315 w 404"/>
                  <a:gd name="T29" fmla="*/ 400 h 480"/>
                  <a:gd name="T30" fmla="*/ 315 w 404"/>
                  <a:gd name="T31" fmla="*/ 400 h 480"/>
                  <a:gd name="T32" fmla="*/ 355 w 404"/>
                  <a:gd name="T33" fmla="*/ 410 h 480"/>
                  <a:gd name="T34" fmla="*/ 355 w 404"/>
                  <a:gd name="T35" fmla="*/ 410 h 480"/>
                  <a:gd name="T36" fmla="*/ 313 w 404"/>
                  <a:gd name="T37" fmla="*/ 281 h 480"/>
                  <a:gd name="T38" fmla="*/ 282 w 404"/>
                  <a:gd name="T39" fmla="*/ 180 h 480"/>
                  <a:gd name="T40" fmla="*/ 334 w 404"/>
                  <a:gd name="T41" fmla="*/ 196 h 480"/>
                  <a:gd name="T42" fmla="*/ 334 w 404"/>
                  <a:gd name="T43" fmla="*/ 196 h 480"/>
                  <a:gd name="T44" fmla="*/ 403 w 404"/>
                  <a:gd name="T45" fmla="*/ 272 h 480"/>
                  <a:gd name="T46" fmla="*/ 380 w 404"/>
                  <a:gd name="T47" fmla="*/ 150 h 480"/>
                  <a:gd name="T48" fmla="*/ 276 w 404"/>
                  <a:gd name="T49" fmla="*/ 50 h 480"/>
                  <a:gd name="T50" fmla="*/ 166 w 404"/>
                  <a:gd name="T51" fmla="*/ 0 h 480"/>
                  <a:gd name="T52" fmla="*/ 0 w 404"/>
                  <a:gd name="T53" fmla="*/ 75 h 4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04" h="480">
                    <a:moveTo>
                      <a:pt x="0" y="75"/>
                    </a:moveTo>
                    <a:lnTo>
                      <a:pt x="38" y="154"/>
                    </a:lnTo>
                    <a:lnTo>
                      <a:pt x="100" y="357"/>
                    </a:lnTo>
                    <a:lnTo>
                      <a:pt x="100" y="357"/>
                    </a:lnTo>
                    <a:cubicBezTo>
                      <a:pt x="100" y="357"/>
                      <a:pt x="169" y="465"/>
                      <a:pt x="187" y="458"/>
                    </a:cubicBezTo>
                    <a:lnTo>
                      <a:pt x="187" y="458"/>
                    </a:lnTo>
                    <a:cubicBezTo>
                      <a:pt x="206" y="452"/>
                      <a:pt x="201" y="425"/>
                      <a:pt x="201" y="425"/>
                    </a:cubicBezTo>
                    <a:lnTo>
                      <a:pt x="201" y="425"/>
                    </a:lnTo>
                    <a:cubicBezTo>
                      <a:pt x="201" y="425"/>
                      <a:pt x="234" y="468"/>
                      <a:pt x="248" y="466"/>
                    </a:cubicBezTo>
                    <a:lnTo>
                      <a:pt x="248" y="466"/>
                    </a:lnTo>
                    <a:cubicBezTo>
                      <a:pt x="262" y="463"/>
                      <a:pt x="248" y="418"/>
                      <a:pt x="248" y="418"/>
                    </a:cubicBezTo>
                    <a:lnTo>
                      <a:pt x="248" y="418"/>
                    </a:lnTo>
                    <a:cubicBezTo>
                      <a:pt x="248" y="418"/>
                      <a:pt x="301" y="479"/>
                      <a:pt x="321" y="476"/>
                    </a:cubicBezTo>
                    <a:lnTo>
                      <a:pt x="321" y="476"/>
                    </a:lnTo>
                    <a:cubicBezTo>
                      <a:pt x="341" y="472"/>
                      <a:pt x="315" y="400"/>
                      <a:pt x="315" y="400"/>
                    </a:cubicBezTo>
                    <a:lnTo>
                      <a:pt x="315" y="400"/>
                    </a:lnTo>
                    <a:cubicBezTo>
                      <a:pt x="315" y="400"/>
                      <a:pt x="337" y="415"/>
                      <a:pt x="355" y="410"/>
                    </a:cubicBezTo>
                    <a:lnTo>
                      <a:pt x="355" y="410"/>
                    </a:lnTo>
                    <a:cubicBezTo>
                      <a:pt x="374" y="405"/>
                      <a:pt x="313" y="281"/>
                      <a:pt x="313" y="281"/>
                    </a:cubicBezTo>
                    <a:lnTo>
                      <a:pt x="282" y="180"/>
                    </a:lnTo>
                    <a:lnTo>
                      <a:pt x="334" y="196"/>
                    </a:lnTo>
                    <a:lnTo>
                      <a:pt x="334" y="196"/>
                    </a:lnTo>
                    <a:cubicBezTo>
                      <a:pt x="334" y="196"/>
                      <a:pt x="357" y="258"/>
                      <a:pt x="403" y="272"/>
                    </a:cubicBezTo>
                    <a:lnTo>
                      <a:pt x="380" y="150"/>
                    </a:lnTo>
                    <a:lnTo>
                      <a:pt x="276" y="50"/>
                    </a:lnTo>
                    <a:lnTo>
                      <a:pt x="166" y="0"/>
                    </a:lnTo>
                    <a:lnTo>
                      <a:pt x="0" y="75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37" name="Freeform 26">
                <a:extLst>
                  <a:ext uri="{FF2B5EF4-FFF2-40B4-BE49-F238E27FC236}">
                    <a16:creationId xmlns:a16="http://schemas.microsoft.com/office/drawing/2014/main" id="{1AEF9FB6-C14C-4F5B-9A75-8C67CB9938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39300" y="10222012"/>
                <a:ext cx="355145" cy="420769"/>
              </a:xfrm>
              <a:custGeom>
                <a:avLst/>
                <a:gdLst>
                  <a:gd name="T0" fmla="*/ 0 w 404"/>
                  <a:gd name="T1" fmla="*/ 75 h 480"/>
                  <a:gd name="T2" fmla="*/ 38 w 404"/>
                  <a:gd name="T3" fmla="*/ 154 h 480"/>
                  <a:gd name="T4" fmla="*/ 100 w 404"/>
                  <a:gd name="T5" fmla="*/ 357 h 480"/>
                  <a:gd name="T6" fmla="*/ 100 w 404"/>
                  <a:gd name="T7" fmla="*/ 357 h 480"/>
                  <a:gd name="T8" fmla="*/ 187 w 404"/>
                  <a:gd name="T9" fmla="*/ 458 h 480"/>
                  <a:gd name="T10" fmla="*/ 187 w 404"/>
                  <a:gd name="T11" fmla="*/ 458 h 480"/>
                  <a:gd name="T12" fmla="*/ 201 w 404"/>
                  <a:gd name="T13" fmla="*/ 425 h 480"/>
                  <a:gd name="T14" fmla="*/ 201 w 404"/>
                  <a:gd name="T15" fmla="*/ 425 h 480"/>
                  <a:gd name="T16" fmla="*/ 248 w 404"/>
                  <a:gd name="T17" fmla="*/ 466 h 480"/>
                  <a:gd name="T18" fmla="*/ 248 w 404"/>
                  <a:gd name="T19" fmla="*/ 466 h 480"/>
                  <a:gd name="T20" fmla="*/ 248 w 404"/>
                  <a:gd name="T21" fmla="*/ 418 h 480"/>
                  <a:gd name="T22" fmla="*/ 248 w 404"/>
                  <a:gd name="T23" fmla="*/ 418 h 480"/>
                  <a:gd name="T24" fmla="*/ 321 w 404"/>
                  <a:gd name="T25" fmla="*/ 476 h 480"/>
                  <a:gd name="T26" fmla="*/ 321 w 404"/>
                  <a:gd name="T27" fmla="*/ 476 h 480"/>
                  <a:gd name="T28" fmla="*/ 315 w 404"/>
                  <a:gd name="T29" fmla="*/ 400 h 480"/>
                  <a:gd name="T30" fmla="*/ 315 w 404"/>
                  <a:gd name="T31" fmla="*/ 400 h 480"/>
                  <a:gd name="T32" fmla="*/ 355 w 404"/>
                  <a:gd name="T33" fmla="*/ 410 h 480"/>
                  <a:gd name="T34" fmla="*/ 355 w 404"/>
                  <a:gd name="T35" fmla="*/ 410 h 480"/>
                  <a:gd name="T36" fmla="*/ 313 w 404"/>
                  <a:gd name="T37" fmla="*/ 281 h 480"/>
                  <a:gd name="T38" fmla="*/ 282 w 404"/>
                  <a:gd name="T39" fmla="*/ 180 h 480"/>
                  <a:gd name="T40" fmla="*/ 334 w 404"/>
                  <a:gd name="T41" fmla="*/ 196 h 480"/>
                  <a:gd name="T42" fmla="*/ 334 w 404"/>
                  <a:gd name="T43" fmla="*/ 196 h 480"/>
                  <a:gd name="T44" fmla="*/ 403 w 404"/>
                  <a:gd name="T45" fmla="*/ 272 h 480"/>
                  <a:gd name="T46" fmla="*/ 380 w 404"/>
                  <a:gd name="T47" fmla="*/ 150 h 480"/>
                  <a:gd name="T48" fmla="*/ 276 w 404"/>
                  <a:gd name="T49" fmla="*/ 50 h 480"/>
                  <a:gd name="T50" fmla="*/ 166 w 404"/>
                  <a:gd name="T51" fmla="*/ 0 h 480"/>
                  <a:gd name="T52" fmla="*/ 0 w 404"/>
                  <a:gd name="T53" fmla="*/ 75 h 4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04" h="480">
                    <a:moveTo>
                      <a:pt x="0" y="75"/>
                    </a:moveTo>
                    <a:lnTo>
                      <a:pt x="38" y="154"/>
                    </a:lnTo>
                    <a:lnTo>
                      <a:pt x="100" y="357"/>
                    </a:lnTo>
                    <a:lnTo>
                      <a:pt x="100" y="357"/>
                    </a:lnTo>
                    <a:cubicBezTo>
                      <a:pt x="100" y="357"/>
                      <a:pt x="169" y="465"/>
                      <a:pt x="187" y="458"/>
                    </a:cubicBezTo>
                    <a:lnTo>
                      <a:pt x="187" y="458"/>
                    </a:lnTo>
                    <a:cubicBezTo>
                      <a:pt x="206" y="452"/>
                      <a:pt x="201" y="425"/>
                      <a:pt x="201" y="425"/>
                    </a:cubicBezTo>
                    <a:lnTo>
                      <a:pt x="201" y="425"/>
                    </a:lnTo>
                    <a:cubicBezTo>
                      <a:pt x="201" y="425"/>
                      <a:pt x="234" y="468"/>
                      <a:pt x="248" y="466"/>
                    </a:cubicBezTo>
                    <a:lnTo>
                      <a:pt x="248" y="466"/>
                    </a:lnTo>
                    <a:cubicBezTo>
                      <a:pt x="262" y="463"/>
                      <a:pt x="248" y="418"/>
                      <a:pt x="248" y="418"/>
                    </a:cubicBezTo>
                    <a:lnTo>
                      <a:pt x="248" y="418"/>
                    </a:lnTo>
                    <a:cubicBezTo>
                      <a:pt x="248" y="418"/>
                      <a:pt x="301" y="479"/>
                      <a:pt x="321" y="476"/>
                    </a:cubicBezTo>
                    <a:lnTo>
                      <a:pt x="321" y="476"/>
                    </a:lnTo>
                    <a:cubicBezTo>
                      <a:pt x="341" y="472"/>
                      <a:pt x="315" y="400"/>
                      <a:pt x="315" y="400"/>
                    </a:cubicBezTo>
                    <a:lnTo>
                      <a:pt x="315" y="400"/>
                    </a:lnTo>
                    <a:cubicBezTo>
                      <a:pt x="315" y="400"/>
                      <a:pt x="337" y="415"/>
                      <a:pt x="355" y="410"/>
                    </a:cubicBezTo>
                    <a:lnTo>
                      <a:pt x="355" y="410"/>
                    </a:lnTo>
                    <a:cubicBezTo>
                      <a:pt x="374" y="405"/>
                      <a:pt x="313" y="281"/>
                      <a:pt x="313" y="281"/>
                    </a:cubicBezTo>
                    <a:lnTo>
                      <a:pt x="282" y="180"/>
                    </a:lnTo>
                    <a:lnTo>
                      <a:pt x="334" y="196"/>
                    </a:lnTo>
                    <a:lnTo>
                      <a:pt x="334" y="196"/>
                    </a:lnTo>
                    <a:cubicBezTo>
                      <a:pt x="334" y="196"/>
                      <a:pt x="357" y="258"/>
                      <a:pt x="403" y="272"/>
                    </a:cubicBezTo>
                    <a:lnTo>
                      <a:pt x="380" y="150"/>
                    </a:lnTo>
                    <a:lnTo>
                      <a:pt x="276" y="50"/>
                    </a:lnTo>
                    <a:lnTo>
                      <a:pt x="166" y="0"/>
                    </a:lnTo>
                    <a:lnTo>
                      <a:pt x="0" y="75"/>
                    </a:lnTo>
                  </a:path>
                </a:pathLst>
              </a:custGeom>
              <a:solidFill>
                <a:srgbClr val="C4C8CE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38" name="Freeform 29">
                <a:extLst>
                  <a:ext uri="{FF2B5EF4-FFF2-40B4-BE49-F238E27FC236}">
                    <a16:creationId xmlns:a16="http://schemas.microsoft.com/office/drawing/2014/main" id="{0AF6D901-875E-418E-A9A3-CB66E119A6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61173" y="8253271"/>
                <a:ext cx="536577" cy="687129"/>
              </a:xfrm>
              <a:custGeom>
                <a:avLst/>
                <a:gdLst>
                  <a:gd name="T0" fmla="*/ 580 w 612"/>
                  <a:gd name="T1" fmla="*/ 271 h 785"/>
                  <a:gd name="T2" fmla="*/ 580 w 612"/>
                  <a:gd name="T3" fmla="*/ 271 h 785"/>
                  <a:gd name="T4" fmla="*/ 393 w 612"/>
                  <a:gd name="T5" fmla="*/ 16 h 785"/>
                  <a:gd name="T6" fmla="*/ 393 w 612"/>
                  <a:gd name="T7" fmla="*/ 16 h 785"/>
                  <a:gd name="T8" fmla="*/ 129 w 612"/>
                  <a:gd name="T9" fmla="*/ 256 h 785"/>
                  <a:gd name="T10" fmla="*/ 129 w 612"/>
                  <a:gd name="T11" fmla="*/ 256 h 785"/>
                  <a:gd name="T12" fmla="*/ 125 w 612"/>
                  <a:gd name="T13" fmla="*/ 358 h 785"/>
                  <a:gd name="T14" fmla="*/ 124 w 612"/>
                  <a:gd name="T15" fmla="*/ 356 h 785"/>
                  <a:gd name="T16" fmla="*/ 0 w 612"/>
                  <a:gd name="T17" fmla="*/ 591 h 785"/>
                  <a:gd name="T18" fmla="*/ 201 w 612"/>
                  <a:gd name="T19" fmla="*/ 784 h 785"/>
                  <a:gd name="T20" fmla="*/ 277 w 612"/>
                  <a:gd name="T21" fmla="*/ 646 h 785"/>
                  <a:gd name="T22" fmla="*/ 277 w 612"/>
                  <a:gd name="T23" fmla="*/ 646 h 785"/>
                  <a:gd name="T24" fmla="*/ 355 w 612"/>
                  <a:gd name="T25" fmla="*/ 673 h 785"/>
                  <a:gd name="T26" fmla="*/ 355 w 612"/>
                  <a:gd name="T27" fmla="*/ 673 h 785"/>
                  <a:gd name="T28" fmla="*/ 530 w 612"/>
                  <a:gd name="T29" fmla="*/ 459 h 785"/>
                  <a:gd name="T30" fmla="*/ 530 w 612"/>
                  <a:gd name="T31" fmla="*/ 459 h 785"/>
                  <a:gd name="T32" fmla="*/ 580 w 612"/>
                  <a:gd name="T33" fmla="*/ 445 h 785"/>
                  <a:gd name="T34" fmla="*/ 580 w 612"/>
                  <a:gd name="T35" fmla="*/ 445 h 785"/>
                  <a:gd name="T36" fmla="*/ 580 w 612"/>
                  <a:gd name="T37" fmla="*/ 271 h 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12" h="785">
                    <a:moveTo>
                      <a:pt x="580" y="271"/>
                    </a:moveTo>
                    <a:lnTo>
                      <a:pt x="580" y="271"/>
                    </a:lnTo>
                    <a:cubicBezTo>
                      <a:pt x="611" y="119"/>
                      <a:pt x="563" y="0"/>
                      <a:pt x="393" y="16"/>
                    </a:cubicBezTo>
                    <a:lnTo>
                      <a:pt x="393" y="16"/>
                    </a:lnTo>
                    <a:cubicBezTo>
                      <a:pt x="267" y="28"/>
                      <a:pt x="160" y="54"/>
                      <a:pt x="129" y="256"/>
                    </a:cubicBezTo>
                    <a:lnTo>
                      <a:pt x="129" y="256"/>
                    </a:lnTo>
                    <a:cubicBezTo>
                      <a:pt x="124" y="291"/>
                      <a:pt x="123" y="325"/>
                      <a:pt x="125" y="358"/>
                    </a:cubicBezTo>
                    <a:lnTo>
                      <a:pt x="124" y="356"/>
                    </a:lnTo>
                    <a:lnTo>
                      <a:pt x="0" y="591"/>
                    </a:lnTo>
                    <a:lnTo>
                      <a:pt x="201" y="784"/>
                    </a:lnTo>
                    <a:lnTo>
                      <a:pt x="277" y="646"/>
                    </a:lnTo>
                    <a:lnTo>
                      <a:pt x="277" y="646"/>
                    </a:lnTo>
                    <a:cubicBezTo>
                      <a:pt x="302" y="661"/>
                      <a:pt x="329" y="671"/>
                      <a:pt x="355" y="673"/>
                    </a:cubicBezTo>
                    <a:lnTo>
                      <a:pt x="355" y="673"/>
                    </a:lnTo>
                    <a:cubicBezTo>
                      <a:pt x="435" y="678"/>
                      <a:pt x="481" y="574"/>
                      <a:pt x="530" y="459"/>
                    </a:cubicBezTo>
                    <a:lnTo>
                      <a:pt x="530" y="459"/>
                    </a:lnTo>
                    <a:cubicBezTo>
                      <a:pt x="534" y="449"/>
                      <a:pt x="564" y="468"/>
                      <a:pt x="580" y="445"/>
                    </a:cubicBezTo>
                    <a:lnTo>
                      <a:pt x="580" y="445"/>
                    </a:lnTo>
                    <a:cubicBezTo>
                      <a:pt x="594" y="424"/>
                      <a:pt x="573" y="309"/>
                      <a:pt x="580" y="27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39" name="Freeform 30">
                <a:extLst>
                  <a:ext uri="{FF2B5EF4-FFF2-40B4-BE49-F238E27FC236}">
                    <a16:creationId xmlns:a16="http://schemas.microsoft.com/office/drawing/2014/main" id="{8CE23B98-3EA6-48B1-8CB2-5BB0976A18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61173" y="8253271"/>
                <a:ext cx="536577" cy="687129"/>
              </a:xfrm>
              <a:custGeom>
                <a:avLst/>
                <a:gdLst>
                  <a:gd name="T0" fmla="*/ 580 w 612"/>
                  <a:gd name="T1" fmla="*/ 271 h 785"/>
                  <a:gd name="T2" fmla="*/ 580 w 612"/>
                  <a:gd name="T3" fmla="*/ 271 h 785"/>
                  <a:gd name="T4" fmla="*/ 393 w 612"/>
                  <a:gd name="T5" fmla="*/ 16 h 785"/>
                  <a:gd name="T6" fmla="*/ 393 w 612"/>
                  <a:gd name="T7" fmla="*/ 16 h 785"/>
                  <a:gd name="T8" fmla="*/ 129 w 612"/>
                  <a:gd name="T9" fmla="*/ 256 h 785"/>
                  <a:gd name="T10" fmla="*/ 129 w 612"/>
                  <a:gd name="T11" fmla="*/ 256 h 785"/>
                  <a:gd name="T12" fmla="*/ 125 w 612"/>
                  <a:gd name="T13" fmla="*/ 358 h 785"/>
                  <a:gd name="T14" fmla="*/ 124 w 612"/>
                  <a:gd name="T15" fmla="*/ 356 h 785"/>
                  <a:gd name="T16" fmla="*/ 0 w 612"/>
                  <a:gd name="T17" fmla="*/ 591 h 785"/>
                  <a:gd name="T18" fmla="*/ 201 w 612"/>
                  <a:gd name="T19" fmla="*/ 784 h 785"/>
                  <a:gd name="T20" fmla="*/ 277 w 612"/>
                  <a:gd name="T21" fmla="*/ 646 h 785"/>
                  <a:gd name="T22" fmla="*/ 277 w 612"/>
                  <a:gd name="T23" fmla="*/ 646 h 785"/>
                  <a:gd name="T24" fmla="*/ 355 w 612"/>
                  <a:gd name="T25" fmla="*/ 673 h 785"/>
                  <a:gd name="T26" fmla="*/ 355 w 612"/>
                  <a:gd name="T27" fmla="*/ 673 h 785"/>
                  <a:gd name="T28" fmla="*/ 530 w 612"/>
                  <a:gd name="T29" fmla="*/ 459 h 785"/>
                  <a:gd name="T30" fmla="*/ 530 w 612"/>
                  <a:gd name="T31" fmla="*/ 459 h 785"/>
                  <a:gd name="T32" fmla="*/ 580 w 612"/>
                  <a:gd name="T33" fmla="*/ 445 h 785"/>
                  <a:gd name="T34" fmla="*/ 580 w 612"/>
                  <a:gd name="T35" fmla="*/ 445 h 785"/>
                  <a:gd name="T36" fmla="*/ 580 w 612"/>
                  <a:gd name="T37" fmla="*/ 271 h 7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612" h="785">
                    <a:moveTo>
                      <a:pt x="580" y="271"/>
                    </a:moveTo>
                    <a:lnTo>
                      <a:pt x="580" y="271"/>
                    </a:lnTo>
                    <a:cubicBezTo>
                      <a:pt x="611" y="119"/>
                      <a:pt x="563" y="0"/>
                      <a:pt x="393" y="16"/>
                    </a:cubicBezTo>
                    <a:lnTo>
                      <a:pt x="393" y="16"/>
                    </a:lnTo>
                    <a:cubicBezTo>
                      <a:pt x="267" y="28"/>
                      <a:pt x="160" y="54"/>
                      <a:pt x="129" y="256"/>
                    </a:cubicBezTo>
                    <a:lnTo>
                      <a:pt x="129" y="256"/>
                    </a:lnTo>
                    <a:cubicBezTo>
                      <a:pt x="124" y="291"/>
                      <a:pt x="123" y="325"/>
                      <a:pt x="125" y="358"/>
                    </a:cubicBezTo>
                    <a:lnTo>
                      <a:pt x="124" y="356"/>
                    </a:lnTo>
                    <a:lnTo>
                      <a:pt x="0" y="591"/>
                    </a:lnTo>
                    <a:lnTo>
                      <a:pt x="201" y="784"/>
                    </a:lnTo>
                    <a:lnTo>
                      <a:pt x="277" y="646"/>
                    </a:lnTo>
                    <a:lnTo>
                      <a:pt x="277" y="646"/>
                    </a:lnTo>
                    <a:cubicBezTo>
                      <a:pt x="302" y="661"/>
                      <a:pt x="329" y="671"/>
                      <a:pt x="355" y="673"/>
                    </a:cubicBezTo>
                    <a:lnTo>
                      <a:pt x="355" y="673"/>
                    </a:lnTo>
                    <a:cubicBezTo>
                      <a:pt x="435" y="678"/>
                      <a:pt x="481" y="574"/>
                      <a:pt x="530" y="459"/>
                    </a:cubicBezTo>
                    <a:lnTo>
                      <a:pt x="530" y="459"/>
                    </a:lnTo>
                    <a:cubicBezTo>
                      <a:pt x="534" y="449"/>
                      <a:pt x="564" y="468"/>
                      <a:pt x="580" y="445"/>
                    </a:cubicBezTo>
                    <a:lnTo>
                      <a:pt x="580" y="445"/>
                    </a:lnTo>
                    <a:cubicBezTo>
                      <a:pt x="594" y="424"/>
                      <a:pt x="573" y="309"/>
                      <a:pt x="580" y="271"/>
                    </a:cubicBezTo>
                  </a:path>
                </a:pathLst>
              </a:custGeom>
              <a:solidFill>
                <a:srgbClr val="C4C8CE">
                  <a:alpha val="15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40" name="Freeform 31">
                <a:extLst>
                  <a:ext uri="{FF2B5EF4-FFF2-40B4-BE49-F238E27FC236}">
                    <a16:creationId xmlns:a16="http://schemas.microsoft.com/office/drawing/2014/main" id="{84EE7AAA-8F99-4208-BD64-850F3758C1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65399" y="8596834"/>
                <a:ext cx="135111" cy="254778"/>
              </a:xfrm>
              <a:custGeom>
                <a:avLst/>
                <a:gdLst>
                  <a:gd name="T0" fmla="*/ 7 w 156"/>
                  <a:gd name="T1" fmla="*/ 0 h 290"/>
                  <a:gd name="T2" fmla="*/ 7 w 156"/>
                  <a:gd name="T3" fmla="*/ 0 h 290"/>
                  <a:gd name="T4" fmla="*/ 136 w 156"/>
                  <a:gd name="T5" fmla="*/ 289 h 290"/>
                  <a:gd name="T6" fmla="*/ 155 w 156"/>
                  <a:gd name="T7" fmla="*/ 254 h 290"/>
                  <a:gd name="T8" fmla="*/ 155 w 156"/>
                  <a:gd name="T9" fmla="*/ 254 h 290"/>
                  <a:gd name="T10" fmla="*/ 7 w 156"/>
                  <a:gd name="T11" fmla="*/ 0 h 2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6" h="290">
                    <a:moveTo>
                      <a:pt x="7" y="0"/>
                    </a:moveTo>
                    <a:lnTo>
                      <a:pt x="7" y="0"/>
                    </a:lnTo>
                    <a:cubicBezTo>
                      <a:pt x="0" y="67"/>
                      <a:pt x="5" y="204"/>
                      <a:pt x="136" y="289"/>
                    </a:cubicBezTo>
                    <a:lnTo>
                      <a:pt x="155" y="254"/>
                    </a:lnTo>
                    <a:lnTo>
                      <a:pt x="155" y="254"/>
                    </a:lnTo>
                    <a:cubicBezTo>
                      <a:pt x="84" y="209"/>
                      <a:pt x="23" y="115"/>
                      <a:pt x="7" y="0"/>
                    </a:cubicBezTo>
                  </a:path>
                </a:pathLst>
              </a:custGeom>
              <a:solidFill>
                <a:srgbClr val="C4C8CE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41" name="Freeform 32">
                <a:extLst>
                  <a:ext uri="{FF2B5EF4-FFF2-40B4-BE49-F238E27FC236}">
                    <a16:creationId xmlns:a16="http://schemas.microsoft.com/office/drawing/2014/main" id="{59CC10B0-F553-4EDC-9D99-9549DF6C0D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30291" y="8044816"/>
                <a:ext cx="698709" cy="663968"/>
              </a:xfrm>
              <a:custGeom>
                <a:avLst/>
                <a:gdLst>
                  <a:gd name="T0" fmla="*/ 647 w 800"/>
                  <a:gd name="T1" fmla="*/ 179 h 760"/>
                  <a:gd name="T2" fmla="*/ 647 w 800"/>
                  <a:gd name="T3" fmla="*/ 179 h 760"/>
                  <a:gd name="T4" fmla="*/ 639 w 800"/>
                  <a:gd name="T5" fmla="*/ 117 h 760"/>
                  <a:gd name="T6" fmla="*/ 639 w 800"/>
                  <a:gd name="T7" fmla="*/ 117 h 760"/>
                  <a:gd name="T8" fmla="*/ 571 w 800"/>
                  <a:gd name="T9" fmla="*/ 156 h 760"/>
                  <a:gd name="T10" fmla="*/ 571 w 800"/>
                  <a:gd name="T11" fmla="*/ 156 h 760"/>
                  <a:gd name="T12" fmla="*/ 547 w 800"/>
                  <a:gd name="T13" fmla="*/ 104 h 760"/>
                  <a:gd name="T14" fmla="*/ 547 w 800"/>
                  <a:gd name="T15" fmla="*/ 104 h 760"/>
                  <a:gd name="T16" fmla="*/ 400 w 800"/>
                  <a:gd name="T17" fmla="*/ 187 h 760"/>
                  <a:gd name="T18" fmla="*/ 400 w 800"/>
                  <a:gd name="T19" fmla="*/ 187 h 760"/>
                  <a:gd name="T20" fmla="*/ 195 w 800"/>
                  <a:gd name="T21" fmla="*/ 115 h 760"/>
                  <a:gd name="T22" fmla="*/ 195 w 800"/>
                  <a:gd name="T23" fmla="*/ 115 h 760"/>
                  <a:gd name="T24" fmla="*/ 122 w 800"/>
                  <a:gd name="T25" fmla="*/ 237 h 760"/>
                  <a:gd name="T26" fmla="*/ 122 w 800"/>
                  <a:gd name="T27" fmla="*/ 237 h 760"/>
                  <a:gd name="T28" fmla="*/ 12 w 800"/>
                  <a:gd name="T29" fmla="*/ 305 h 760"/>
                  <a:gd name="T30" fmla="*/ 12 w 800"/>
                  <a:gd name="T31" fmla="*/ 305 h 760"/>
                  <a:gd name="T32" fmla="*/ 74 w 800"/>
                  <a:gd name="T33" fmla="*/ 759 h 760"/>
                  <a:gd name="T34" fmla="*/ 74 w 800"/>
                  <a:gd name="T35" fmla="*/ 759 h 760"/>
                  <a:gd name="T36" fmla="*/ 202 w 800"/>
                  <a:gd name="T37" fmla="*/ 609 h 760"/>
                  <a:gd name="T38" fmla="*/ 202 w 800"/>
                  <a:gd name="T39" fmla="*/ 609 h 760"/>
                  <a:gd name="T40" fmla="*/ 181 w 800"/>
                  <a:gd name="T41" fmla="*/ 573 h 760"/>
                  <a:gd name="T42" fmla="*/ 181 w 800"/>
                  <a:gd name="T43" fmla="*/ 573 h 760"/>
                  <a:gd name="T44" fmla="*/ 204 w 800"/>
                  <a:gd name="T45" fmla="*/ 486 h 760"/>
                  <a:gd name="T46" fmla="*/ 204 w 800"/>
                  <a:gd name="T47" fmla="*/ 486 h 760"/>
                  <a:gd name="T48" fmla="*/ 276 w 800"/>
                  <a:gd name="T49" fmla="*/ 541 h 760"/>
                  <a:gd name="T50" fmla="*/ 276 w 800"/>
                  <a:gd name="T51" fmla="*/ 541 h 760"/>
                  <a:gd name="T52" fmla="*/ 277 w 800"/>
                  <a:gd name="T53" fmla="*/ 603 h 760"/>
                  <a:gd name="T54" fmla="*/ 277 w 800"/>
                  <a:gd name="T55" fmla="*/ 603 h 760"/>
                  <a:gd name="T56" fmla="*/ 296 w 800"/>
                  <a:gd name="T57" fmla="*/ 593 h 760"/>
                  <a:gd name="T58" fmla="*/ 296 w 800"/>
                  <a:gd name="T59" fmla="*/ 593 h 760"/>
                  <a:gd name="T60" fmla="*/ 410 w 800"/>
                  <a:gd name="T61" fmla="*/ 423 h 760"/>
                  <a:gd name="T62" fmla="*/ 410 w 800"/>
                  <a:gd name="T63" fmla="*/ 423 h 760"/>
                  <a:gd name="T64" fmla="*/ 761 w 800"/>
                  <a:gd name="T65" fmla="*/ 219 h 760"/>
                  <a:gd name="T66" fmla="*/ 761 w 800"/>
                  <a:gd name="T67" fmla="*/ 219 h 760"/>
                  <a:gd name="T68" fmla="*/ 647 w 800"/>
                  <a:gd name="T69" fmla="*/ 179 h 7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800" h="760">
                    <a:moveTo>
                      <a:pt x="647" y="179"/>
                    </a:moveTo>
                    <a:lnTo>
                      <a:pt x="647" y="179"/>
                    </a:lnTo>
                    <a:cubicBezTo>
                      <a:pt x="647" y="179"/>
                      <a:pt x="667" y="124"/>
                      <a:pt x="639" y="117"/>
                    </a:cubicBezTo>
                    <a:lnTo>
                      <a:pt x="639" y="117"/>
                    </a:lnTo>
                    <a:cubicBezTo>
                      <a:pt x="611" y="110"/>
                      <a:pt x="571" y="156"/>
                      <a:pt x="571" y="156"/>
                    </a:cubicBezTo>
                    <a:lnTo>
                      <a:pt x="571" y="156"/>
                    </a:lnTo>
                    <a:cubicBezTo>
                      <a:pt x="571" y="156"/>
                      <a:pt x="585" y="104"/>
                      <a:pt x="547" y="104"/>
                    </a:cubicBezTo>
                    <a:lnTo>
                      <a:pt x="547" y="104"/>
                    </a:lnTo>
                    <a:cubicBezTo>
                      <a:pt x="509" y="104"/>
                      <a:pt x="463" y="180"/>
                      <a:pt x="400" y="187"/>
                    </a:cubicBezTo>
                    <a:lnTo>
                      <a:pt x="400" y="187"/>
                    </a:lnTo>
                    <a:cubicBezTo>
                      <a:pt x="336" y="195"/>
                      <a:pt x="261" y="103"/>
                      <a:pt x="195" y="115"/>
                    </a:cubicBezTo>
                    <a:lnTo>
                      <a:pt x="195" y="115"/>
                    </a:lnTo>
                    <a:cubicBezTo>
                      <a:pt x="129" y="128"/>
                      <a:pt x="113" y="183"/>
                      <a:pt x="122" y="237"/>
                    </a:cubicBezTo>
                    <a:lnTo>
                      <a:pt x="122" y="237"/>
                    </a:lnTo>
                    <a:cubicBezTo>
                      <a:pt x="122" y="237"/>
                      <a:pt x="25" y="209"/>
                      <a:pt x="12" y="305"/>
                    </a:cubicBezTo>
                    <a:lnTo>
                      <a:pt x="12" y="305"/>
                    </a:lnTo>
                    <a:cubicBezTo>
                      <a:pt x="0" y="401"/>
                      <a:pt x="74" y="759"/>
                      <a:pt x="74" y="759"/>
                    </a:cubicBezTo>
                    <a:lnTo>
                      <a:pt x="74" y="759"/>
                    </a:lnTo>
                    <a:cubicBezTo>
                      <a:pt x="74" y="759"/>
                      <a:pt x="163" y="679"/>
                      <a:pt x="202" y="609"/>
                    </a:cubicBezTo>
                    <a:lnTo>
                      <a:pt x="202" y="609"/>
                    </a:lnTo>
                    <a:cubicBezTo>
                      <a:pt x="194" y="600"/>
                      <a:pt x="187" y="587"/>
                      <a:pt x="181" y="573"/>
                    </a:cubicBezTo>
                    <a:lnTo>
                      <a:pt x="181" y="573"/>
                    </a:lnTo>
                    <a:cubicBezTo>
                      <a:pt x="169" y="533"/>
                      <a:pt x="179" y="494"/>
                      <a:pt x="204" y="486"/>
                    </a:cubicBezTo>
                    <a:lnTo>
                      <a:pt x="204" y="486"/>
                    </a:lnTo>
                    <a:cubicBezTo>
                      <a:pt x="230" y="477"/>
                      <a:pt x="262" y="502"/>
                      <a:pt x="276" y="541"/>
                    </a:cubicBezTo>
                    <a:lnTo>
                      <a:pt x="276" y="541"/>
                    </a:lnTo>
                    <a:cubicBezTo>
                      <a:pt x="283" y="564"/>
                      <a:pt x="283" y="586"/>
                      <a:pt x="277" y="603"/>
                    </a:cubicBezTo>
                    <a:lnTo>
                      <a:pt x="277" y="603"/>
                    </a:lnTo>
                    <a:cubicBezTo>
                      <a:pt x="282" y="601"/>
                      <a:pt x="289" y="598"/>
                      <a:pt x="296" y="593"/>
                    </a:cubicBezTo>
                    <a:lnTo>
                      <a:pt x="296" y="593"/>
                    </a:lnTo>
                    <a:cubicBezTo>
                      <a:pt x="353" y="549"/>
                      <a:pt x="344" y="425"/>
                      <a:pt x="410" y="423"/>
                    </a:cubicBezTo>
                    <a:lnTo>
                      <a:pt x="410" y="423"/>
                    </a:lnTo>
                    <a:cubicBezTo>
                      <a:pt x="476" y="421"/>
                      <a:pt x="722" y="437"/>
                      <a:pt x="761" y="219"/>
                    </a:cubicBezTo>
                    <a:lnTo>
                      <a:pt x="761" y="219"/>
                    </a:lnTo>
                    <a:cubicBezTo>
                      <a:pt x="799" y="0"/>
                      <a:pt x="647" y="179"/>
                      <a:pt x="647" y="179"/>
                    </a:cubicBezTo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42" name="Freeform 33">
                <a:extLst>
                  <a:ext uri="{FF2B5EF4-FFF2-40B4-BE49-F238E27FC236}">
                    <a16:creationId xmlns:a16="http://schemas.microsoft.com/office/drawing/2014/main" id="{33711064-962F-4FF5-AD1D-178C44F105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91688" y="8774407"/>
                <a:ext cx="243196" cy="320404"/>
              </a:xfrm>
              <a:custGeom>
                <a:avLst/>
                <a:gdLst>
                  <a:gd name="T0" fmla="*/ 78 w 280"/>
                  <a:gd name="T1" fmla="*/ 0 h 366"/>
                  <a:gd name="T2" fmla="*/ 0 w 280"/>
                  <a:gd name="T3" fmla="*/ 47 h 366"/>
                  <a:gd name="T4" fmla="*/ 244 w 280"/>
                  <a:gd name="T5" fmla="*/ 365 h 366"/>
                  <a:gd name="T6" fmla="*/ 279 w 280"/>
                  <a:gd name="T7" fmla="*/ 193 h 366"/>
                  <a:gd name="T8" fmla="*/ 78 w 280"/>
                  <a:gd name="T9" fmla="*/ 0 h 3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80" h="366">
                    <a:moveTo>
                      <a:pt x="78" y="0"/>
                    </a:moveTo>
                    <a:lnTo>
                      <a:pt x="0" y="47"/>
                    </a:lnTo>
                    <a:lnTo>
                      <a:pt x="244" y="365"/>
                    </a:lnTo>
                    <a:lnTo>
                      <a:pt x="279" y="193"/>
                    </a:lnTo>
                    <a:lnTo>
                      <a:pt x="78" y="0"/>
                    </a:lnTo>
                  </a:path>
                </a:pathLst>
              </a:custGeom>
              <a:solidFill>
                <a:srgbClr val="111340">
                  <a:alpha val="15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A5191EC5-6660-446C-A2BC-C59CB57100DF}"/>
                </a:ext>
              </a:extLst>
            </p:cNvPr>
            <p:cNvGrpSpPr/>
            <p:nvPr/>
          </p:nvGrpSpPr>
          <p:grpSpPr>
            <a:xfrm>
              <a:off x="1505508" y="8091139"/>
              <a:ext cx="13850673" cy="4385274"/>
              <a:chOff x="1505508" y="8091139"/>
              <a:chExt cx="13850673" cy="4385274"/>
            </a:xfrm>
          </p:grpSpPr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8C50530D-3478-4E94-8A56-8299AB4755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85823" y="9770358"/>
                <a:ext cx="9769485" cy="1998747"/>
              </a:xfrm>
              <a:custGeom>
                <a:avLst/>
                <a:gdLst>
                  <a:gd name="connsiteX0" fmla="*/ 7790039 w 9769485"/>
                  <a:gd name="connsiteY0" fmla="*/ 0 h 1998747"/>
                  <a:gd name="connsiteX1" fmla="*/ 8128867 w 9769485"/>
                  <a:gd name="connsiteY1" fmla="*/ 0 h 1998747"/>
                  <a:gd name="connsiteX2" fmla="*/ 8128867 w 9769485"/>
                  <a:gd name="connsiteY2" fmla="*/ 123529 h 1998747"/>
                  <a:gd name="connsiteX3" fmla="*/ 8612277 w 9769485"/>
                  <a:gd name="connsiteY3" fmla="*/ 123529 h 1998747"/>
                  <a:gd name="connsiteX4" fmla="*/ 8951101 w 9769485"/>
                  <a:gd name="connsiteY4" fmla="*/ 123529 h 1998747"/>
                  <a:gd name="connsiteX5" fmla="*/ 9430655 w 9769485"/>
                  <a:gd name="connsiteY5" fmla="*/ 123529 h 1998747"/>
                  <a:gd name="connsiteX6" fmla="*/ 9430655 w 9769485"/>
                  <a:gd name="connsiteY6" fmla="*/ 0 h 1998747"/>
                  <a:gd name="connsiteX7" fmla="*/ 9769479 w 9769485"/>
                  <a:gd name="connsiteY7" fmla="*/ 0 h 1998747"/>
                  <a:gd name="connsiteX8" fmla="*/ 9769479 w 9769485"/>
                  <a:gd name="connsiteY8" fmla="*/ 123529 h 1998747"/>
                  <a:gd name="connsiteX9" fmla="*/ 9769485 w 9769485"/>
                  <a:gd name="connsiteY9" fmla="*/ 123529 h 1998747"/>
                  <a:gd name="connsiteX10" fmla="*/ 9769485 w 9769485"/>
                  <a:gd name="connsiteY10" fmla="*/ 196187 h 1998747"/>
                  <a:gd name="connsiteX11" fmla="*/ 9769485 w 9769485"/>
                  <a:gd name="connsiteY11" fmla="*/ 415036 h 1998747"/>
                  <a:gd name="connsiteX12" fmla="*/ 9769485 w 9769485"/>
                  <a:gd name="connsiteY12" fmla="*/ 914012 h 1998747"/>
                  <a:gd name="connsiteX13" fmla="*/ 9769479 w 9769485"/>
                  <a:gd name="connsiteY13" fmla="*/ 914012 h 1998747"/>
                  <a:gd name="connsiteX14" fmla="*/ 9769479 w 9769485"/>
                  <a:gd name="connsiteY14" fmla="*/ 1998747 h 1998747"/>
                  <a:gd name="connsiteX15" fmla="*/ 9430655 w 9769485"/>
                  <a:gd name="connsiteY15" fmla="*/ 1998747 h 1998747"/>
                  <a:gd name="connsiteX16" fmla="*/ 9430655 w 9769485"/>
                  <a:gd name="connsiteY16" fmla="*/ 914012 h 1998747"/>
                  <a:gd name="connsiteX17" fmla="*/ 8951101 w 9769485"/>
                  <a:gd name="connsiteY17" fmla="*/ 914012 h 1998747"/>
                  <a:gd name="connsiteX18" fmla="*/ 8951101 w 9769485"/>
                  <a:gd name="connsiteY18" fmla="*/ 1998747 h 1998747"/>
                  <a:gd name="connsiteX19" fmla="*/ 8612277 w 9769485"/>
                  <a:gd name="connsiteY19" fmla="*/ 1998747 h 1998747"/>
                  <a:gd name="connsiteX20" fmla="*/ 8612277 w 9769485"/>
                  <a:gd name="connsiteY20" fmla="*/ 914012 h 1998747"/>
                  <a:gd name="connsiteX21" fmla="*/ 8128867 w 9769485"/>
                  <a:gd name="connsiteY21" fmla="*/ 914012 h 1998747"/>
                  <a:gd name="connsiteX22" fmla="*/ 8128867 w 9769485"/>
                  <a:gd name="connsiteY22" fmla="*/ 1998747 h 1998747"/>
                  <a:gd name="connsiteX23" fmla="*/ 7790039 w 9769485"/>
                  <a:gd name="connsiteY23" fmla="*/ 1998747 h 1998747"/>
                  <a:gd name="connsiteX24" fmla="*/ 7790039 w 9769485"/>
                  <a:gd name="connsiteY24" fmla="*/ 914012 h 1998747"/>
                  <a:gd name="connsiteX25" fmla="*/ 0 w 9769485"/>
                  <a:gd name="connsiteY25" fmla="*/ 914012 h 1998747"/>
                  <a:gd name="connsiteX26" fmla="*/ 0 w 9769485"/>
                  <a:gd name="connsiteY26" fmla="*/ 196187 h 1998747"/>
                  <a:gd name="connsiteX27" fmla="*/ 7790039 w 9769485"/>
                  <a:gd name="connsiteY27" fmla="*/ 196187 h 19987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9769485" h="1998747">
                    <a:moveTo>
                      <a:pt x="7790039" y="0"/>
                    </a:moveTo>
                    <a:lnTo>
                      <a:pt x="8128867" y="0"/>
                    </a:lnTo>
                    <a:lnTo>
                      <a:pt x="8128867" y="123529"/>
                    </a:lnTo>
                    <a:lnTo>
                      <a:pt x="8612277" y="123529"/>
                    </a:lnTo>
                    <a:lnTo>
                      <a:pt x="8951101" y="123529"/>
                    </a:lnTo>
                    <a:lnTo>
                      <a:pt x="9430655" y="123529"/>
                    </a:lnTo>
                    <a:lnTo>
                      <a:pt x="9430655" y="0"/>
                    </a:lnTo>
                    <a:lnTo>
                      <a:pt x="9769479" y="0"/>
                    </a:lnTo>
                    <a:lnTo>
                      <a:pt x="9769479" y="123529"/>
                    </a:lnTo>
                    <a:lnTo>
                      <a:pt x="9769485" y="123529"/>
                    </a:lnTo>
                    <a:lnTo>
                      <a:pt x="9769485" y="196187"/>
                    </a:lnTo>
                    <a:lnTo>
                      <a:pt x="9769485" y="415036"/>
                    </a:lnTo>
                    <a:lnTo>
                      <a:pt x="9769485" y="914012"/>
                    </a:lnTo>
                    <a:lnTo>
                      <a:pt x="9769479" y="914012"/>
                    </a:lnTo>
                    <a:lnTo>
                      <a:pt x="9769479" y="1998747"/>
                    </a:lnTo>
                    <a:lnTo>
                      <a:pt x="9430655" y="1998747"/>
                    </a:lnTo>
                    <a:lnTo>
                      <a:pt x="9430655" y="914012"/>
                    </a:lnTo>
                    <a:lnTo>
                      <a:pt x="8951101" y="914012"/>
                    </a:lnTo>
                    <a:lnTo>
                      <a:pt x="8951101" y="1998747"/>
                    </a:lnTo>
                    <a:lnTo>
                      <a:pt x="8612277" y="1998747"/>
                    </a:lnTo>
                    <a:lnTo>
                      <a:pt x="8612277" y="914012"/>
                    </a:lnTo>
                    <a:lnTo>
                      <a:pt x="8128867" y="914012"/>
                    </a:lnTo>
                    <a:lnTo>
                      <a:pt x="8128867" y="1998747"/>
                    </a:lnTo>
                    <a:lnTo>
                      <a:pt x="7790039" y="1998747"/>
                    </a:lnTo>
                    <a:lnTo>
                      <a:pt x="7790039" y="914012"/>
                    </a:lnTo>
                    <a:lnTo>
                      <a:pt x="0" y="914012"/>
                    </a:lnTo>
                    <a:lnTo>
                      <a:pt x="0" y="196187"/>
                    </a:lnTo>
                    <a:lnTo>
                      <a:pt x="7790039" y="19618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/>
            </p:spPr>
            <p:txBody>
              <a:bodyPr wrap="square" anchor="ctr">
                <a:noAutofit/>
              </a:bodyPr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13" name="Freeform 35">
                <a:extLst>
                  <a:ext uri="{FF2B5EF4-FFF2-40B4-BE49-F238E27FC236}">
                    <a16:creationId xmlns:a16="http://schemas.microsoft.com/office/drawing/2014/main" id="{EA79F7DB-6E26-44D5-9AE5-A39D2373F1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05508" y="8091139"/>
                <a:ext cx="4385275" cy="4385274"/>
              </a:xfrm>
              <a:custGeom>
                <a:avLst/>
                <a:gdLst>
                  <a:gd name="T0" fmla="*/ 5009 w 5010"/>
                  <a:gd name="T1" fmla="*/ 2504 h 5010"/>
                  <a:gd name="T2" fmla="*/ 5009 w 5010"/>
                  <a:gd name="T3" fmla="*/ 2504 h 5010"/>
                  <a:gd name="T4" fmla="*/ 2505 w 5010"/>
                  <a:gd name="T5" fmla="*/ 5009 h 5010"/>
                  <a:gd name="T6" fmla="*/ 2505 w 5010"/>
                  <a:gd name="T7" fmla="*/ 5009 h 5010"/>
                  <a:gd name="T8" fmla="*/ 0 w 5010"/>
                  <a:gd name="T9" fmla="*/ 2504 h 5010"/>
                  <a:gd name="T10" fmla="*/ 0 w 5010"/>
                  <a:gd name="T11" fmla="*/ 2504 h 5010"/>
                  <a:gd name="T12" fmla="*/ 2505 w 5010"/>
                  <a:gd name="T13" fmla="*/ 0 h 5010"/>
                  <a:gd name="T14" fmla="*/ 2505 w 5010"/>
                  <a:gd name="T15" fmla="*/ 0 h 5010"/>
                  <a:gd name="T16" fmla="*/ 5009 w 5010"/>
                  <a:gd name="T17" fmla="*/ 2504 h 50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010" h="5010">
                    <a:moveTo>
                      <a:pt x="5009" y="2504"/>
                    </a:moveTo>
                    <a:lnTo>
                      <a:pt x="5009" y="2504"/>
                    </a:lnTo>
                    <a:cubicBezTo>
                      <a:pt x="5009" y="3888"/>
                      <a:pt x="3888" y="5009"/>
                      <a:pt x="2505" y="5009"/>
                    </a:cubicBezTo>
                    <a:lnTo>
                      <a:pt x="2505" y="5009"/>
                    </a:lnTo>
                    <a:cubicBezTo>
                      <a:pt x="1122" y="5009"/>
                      <a:pt x="0" y="3888"/>
                      <a:pt x="0" y="2504"/>
                    </a:cubicBezTo>
                    <a:lnTo>
                      <a:pt x="0" y="2504"/>
                    </a:lnTo>
                    <a:cubicBezTo>
                      <a:pt x="0" y="1121"/>
                      <a:pt x="1122" y="0"/>
                      <a:pt x="2505" y="0"/>
                    </a:cubicBezTo>
                    <a:lnTo>
                      <a:pt x="2505" y="0"/>
                    </a:lnTo>
                    <a:cubicBezTo>
                      <a:pt x="3888" y="0"/>
                      <a:pt x="5009" y="1121"/>
                      <a:pt x="5009" y="2504"/>
                    </a:cubicBezTo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14" name="Freeform 36">
                <a:extLst>
                  <a:ext uri="{FF2B5EF4-FFF2-40B4-BE49-F238E27FC236}">
                    <a16:creationId xmlns:a16="http://schemas.microsoft.com/office/drawing/2014/main" id="{6554C9D1-1C5E-4D1B-AE0C-22C2AD35F9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6942" y="8272571"/>
                <a:ext cx="4022409" cy="4022408"/>
              </a:xfrm>
              <a:custGeom>
                <a:avLst/>
                <a:gdLst>
                  <a:gd name="T0" fmla="*/ 4593 w 4594"/>
                  <a:gd name="T1" fmla="*/ 2296 h 4594"/>
                  <a:gd name="T2" fmla="*/ 4593 w 4594"/>
                  <a:gd name="T3" fmla="*/ 2296 h 4594"/>
                  <a:gd name="T4" fmla="*/ 2297 w 4594"/>
                  <a:gd name="T5" fmla="*/ 4593 h 4594"/>
                  <a:gd name="T6" fmla="*/ 2297 w 4594"/>
                  <a:gd name="T7" fmla="*/ 4593 h 4594"/>
                  <a:gd name="T8" fmla="*/ 0 w 4594"/>
                  <a:gd name="T9" fmla="*/ 2296 h 4594"/>
                  <a:gd name="T10" fmla="*/ 0 w 4594"/>
                  <a:gd name="T11" fmla="*/ 2296 h 4594"/>
                  <a:gd name="T12" fmla="*/ 2297 w 4594"/>
                  <a:gd name="T13" fmla="*/ 0 h 4594"/>
                  <a:gd name="T14" fmla="*/ 2297 w 4594"/>
                  <a:gd name="T15" fmla="*/ 0 h 4594"/>
                  <a:gd name="T16" fmla="*/ 4593 w 4594"/>
                  <a:gd name="T17" fmla="*/ 2296 h 45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594" h="4594">
                    <a:moveTo>
                      <a:pt x="4593" y="2296"/>
                    </a:moveTo>
                    <a:lnTo>
                      <a:pt x="4593" y="2296"/>
                    </a:lnTo>
                    <a:cubicBezTo>
                      <a:pt x="4593" y="3564"/>
                      <a:pt x="3566" y="4593"/>
                      <a:pt x="2297" y="4593"/>
                    </a:cubicBezTo>
                    <a:lnTo>
                      <a:pt x="2297" y="4593"/>
                    </a:lnTo>
                    <a:cubicBezTo>
                      <a:pt x="1029" y="4593"/>
                      <a:pt x="0" y="3564"/>
                      <a:pt x="0" y="2296"/>
                    </a:cubicBezTo>
                    <a:lnTo>
                      <a:pt x="0" y="2296"/>
                    </a:lnTo>
                    <a:cubicBezTo>
                      <a:pt x="0" y="1028"/>
                      <a:pt x="1029" y="0"/>
                      <a:pt x="2297" y="0"/>
                    </a:cubicBezTo>
                    <a:lnTo>
                      <a:pt x="2297" y="0"/>
                    </a:lnTo>
                    <a:cubicBezTo>
                      <a:pt x="3566" y="0"/>
                      <a:pt x="4593" y="1028"/>
                      <a:pt x="4593" y="2296"/>
                    </a:cubicBezTo>
                  </a:path>
                </a:pathLst>
              </a:custGeom>
              <a:solidFill>
                <a:srgbClr val="111340">
                  <a:alpha val="10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15" name="Freeform 37">
                <a:extLst>
                  <a:ext uri="{FF2B5EF4-FFF2-40B4-BE49-F238E27FC236}">
                    <a16:creationId xmlns:a16="http://schemas.microsoft.com/office/drawing/2014/main" id="{581B3173-4E65-4F7F-9FA5-E2DE11B607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45580" y="9774220"/>
                <a:ext cx="625365" cy="1022972"/>
              </a:xfrm>
              <a:custGeom>
                <a:avLst/>
                <a:gdLst>
                  <a:gd name="T0" fmla="*/ 712 w 713"/>
                  <a:gd name="T1" fmla="*/ 583 h 1168"/>
                  <a:gd name="T2" fmla="*/ 712 w 713"/>
                  <a:gd name="T3" fmla="*/ 583 h 1168"/>
                  <a:gd name="T4" fmla="*/ 356 w 713"/>
                  <a:gd name="T5" fmla="*/ 1167 h 1168"/>
                  <a:gd name="T6" fmla="*/ 356 w 713"/>
                  <a:gd name="T7" fmla="*/ 1167 h 1168"/>
                  <a:gd name="T8" fmla="*/ 0 w 713"/>
                  <a:gd name="T9" fmla="*/ 583 h 1168"/>
                  <a:gd name="T10" fmla="*/ 0 w 713"/>
                  <a:gd name="T11" fmla="*/ 583 h 1168"/>
                  <a:gd name="T12" fmla="*/ 356 w 713"/>
                  <a:gd name="T13" fmla="*/ 0 h 1168"/>
                  <a:gd name="T14" fmla="*/ 356 w 713"/>
                  <a:gd name="T15" fmla="*/ 0 h 1168"/>
                  <a:gd name="T16" fmla="*/ 712 w 713"/>
                  <a:gd name="T17" fmla="*/ 583 h 1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13" h="1168">
                    <a:moveTo>
                      <a:pt x="712" y="583"/>
                    </a:moveTo>
                    <a:lnTo>
                      <a:pt x="712" y="583"/>
                    </a:lnTo>
                    <a:cubicBezTo>
                      <a:pt x="712" y="906"/>
                      <a:pt x="553" y="1167"/>
                      <a:pt x="356" y="1167"/>
                    </a:cubicBezTo>
                    <a:lnTo>
                      <a:pt x="356" y="1167"/>
                    </a:lnTo>
                    <a:cubicBezTo>
                      <a:pt x="159" y="1167"/>
                      <a:pt x="0" y="906"/>
                      <a:pt x="0" y="583"/>
                    </a:cubicBezTo>
                    <a:lnTo>
                      <a:pt x="0" y="583"/>
                    </a:lnTo>
                    <a:cubicBezTo>
                      <a:pt x="0" y="261"/>
                      <a:pt x="159" y="0"/>
                      <a:pt x="356" y="0"/>
                    </a:cubicBezTo>
                    <a:lnTo>
                      <a:pt x="356" y="0"/>
                    </a:lnTo>
                    <a:cubicBezTo>
                      <a:pt x="553" y="0"/>
                      <a:pt x="712" y="261"/>
                      <a:pt x="712" y="583"/>
                    </a:cubicBezTo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16" name="Freeform 41">
                <a:extLst>
                  <a:ext uri="{FF2B5EF4-FFF2-40B4-BE49-F238E27FC236}">
                    <a16:creationId xmlns:a16="http://schemas.microsoft.com/office/drawing/2014/main" id="{187B0D5A-5176-46E6-90BD-5C84749062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75861" y="9770358"/>
                <a:ext cx="339704" cy="1999623"/>
              </a:xfrm>
              <a:custGeom>
                <a:avLst/>
                <a:gdLst>
                  <a:gd name="T0" fmla="*/ 387 w 388"/>
                  <a:gd name="T1" fmla="*/ 2282 h 2283"/>
                  <a:gd name="T2" fmla="*/ 0 w 388"/>
                  <a:gd name="T3" fmla="*/ 2282 h 2283"/>
                  <a:gd name="T4" fmla="*/ 0 w 388"/>
                  <a:gd name="T5" fmla="*/ 0 h 2283"/>
                  <a:gd name="T6" fmla="*/ 387 w 388"/>
                  <a:gd name="T7" fmla="*/ 0 h 2283"/>
                  <a:gd name="T8" fmla="*/ 387 w 388"/>
                  <a:gd name="T9" fmla="*/ 2282 h 22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8" h="2283">
                    <a:moveTo>
                      <a:pt x="387" y="2282"/>
                    </a:moveTo>
                    <a:lnTo>
                      <a:pt x="0" y="2282"/>
                    </a:lnTo>
                    <a:lnTo>
                      <a:pt x="0" y="0"/>
                    </a:lnTo>
                    <a:lnTo>
                      <a:pt x="387" y="0"/>
                    </a:lnTo>
                    <a:lnTo>
                      <a:pt x="387" y="2282"/>
                    </a:lnTo>
                  </a:path>
                </a:pathLst>
              </a:custGeom>
              <a:solidFill>
                <a:srgbClr val="111340">
                  <a:alpha val="10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17" name="Freeform 42">
                <a:extLst>
                  <a:ext uri="{FF2B5EF4-FFF2-40B4-BE49-F238E27FC236}">
                    <a16:creationId xmlns:a16="http://schemas.microsoft.com/office/drawing/2014/main" id="{5D3B3169-4ED3-43BA-A1A9-07A1988581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016477" y="9770358"/>
                <a:ext cx="339704" cy="1999623"/>
              </a:xfrm>
              <a:custGeom>
                <a:avLst/>
                <a:gdLst>
                  <a:gd name="T0" fmla="*/ 385 w 386"/>
                  <a:gd name="T1" fmla="*/ 2282 h 2283"/>
                  <a:gd name="T2" fmla="*/ 0 w 386"/>
                  <a:gd name="T3" fmla="*/ 2282 h 2283"/>
                  <a:gd name="T4" fmla="*/ 0 w 386"/>
                  <a:gd name="T5" fmla="*/ 0 h 2283"/>
                  <a:gd name="T6" fmla="*/ 385 w 386"/>
                  <a:gd name="T7" fmla="*/ 0 h 2283"/>
                  <a:gd name="T8" fmla="*/ 385 w 386"/>
                  <a:gd name="T9" fmla="*/ 2282 h 22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6" h="2283">
                    <a:moveTo>
                      <a:pt x="385" y="2282"/>
                    </a:moveTo>
                    <a:lnTo>
                      <a:pt x="0" y="2282"/>
                    </a:lnTo>
                    <a:lnTo>
                      <a:pt x="0" y="0"/>
                    </a:lnTo>
                    <a:lnTo>
                      <a:pt x="385" y="0"/>
                    </a:lnTo>
                    <a:lnTo>
                      <a:pt x="385" y="2282"/>
                    </a:lnTo>
                  </a:path>
                </a:pathLst>
              </a:custGeom>
              <a:solidFill>
                <a:srgbClr val="111340">
                  <a:alpha val="10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18" name="Freeform 43">
                <a:extLst>
                  <a:ext uri="{FF2B5EF4-FFF2-40B4-BE49-F238E27FC236}">
                    <a16:creationId xmlns:a16="http://schemas.microsoft.com/office/drawing/2014/main" id="{53BD8B17-CBEC-4DA5-A880-A646A71BE2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98099" y="9893011"/>
                <a:ext cx="339704" cy="1876094"/>
              </a:xfrm>
              <a:custGeom>
                <a:avLst/>
                <a:gdLst>
                  <a:gd name="T0" fmla="*/ 385 w 386"/>
                  <a:gd name="T1" fmla="*/ 2141 h 2142"/>
                  <a:gd name="T2" fmla="*/ 0 w 386"/>
                  <a:gd name="T3" fmla="*/ 2141 h 2142"/>
                  <a:gd name="T4" fmla="*/ 0 w 386"/>
                  <a:gd name="T5" fmla="*/ 0 h 2142"/>
                  <a:gd name="T6" fmla="*/ 385 w 386"/>
                  <a:gd name="T7" fmla="*/ 0 h 2142"/>
                  <a:gd name="T8" fmla="*/ 385 w 386"/>
                  <a:gd name="T9" fmla="*/ 2141 h 2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6" h="2142">
                    <a:moveTo>
                      <a:pt x="385" y="2141"/>
                    </a:moveTo>
                    <a:lnTo>
                      <a:pt x="0" y="2141"/>
                    </a:lnTo>
                    <a:lnTo>
                      <a:pt x="0" y="0"/>
                    </a:lnTo>
                    <a:lnTo>
                      <a:pt x="385" y="0"/>
                    </a:lnTo>
                    <a:lnTo>
                      <a:pt x="385" y="2141"/>
                    </a:lnTo>
                  </a:path>
                </a:pathLst>
              </a:custGeom>
              <a:solidFill>
                <a:srgbClr val="111340">
                  <a:alpha val="10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313D7DFA-E78C-48BD-8EBA-B83872A27CAB}"/>
                </a:ext>
              </a:extLst>
            </p:cNvPr>
            <p:cNvGrpSpPr/>
            <p:nvPr/>
          </p:nvGrpSpPr>
          <p:grpSpPr>
            <a:xfrm>
              <a:off x="8199815" y="8940400"/>
              <a:ext cx="2207492" cy="1814330"/>
              <a:chOff x="8199815" y="8940400"/>
              <a:chExt cx="2207492" cy="1814330"/>
            </a:xfrm>
          </p:grpSpPr>
          <p:sp>
            <p:nvSpPr>
              <p:cNvPr id="104" name="Freeform 27">
                <a:extLst>
                  <a:ext uri="{FF2B5EF4-FFF2-40B4-BE49-F238E27FC236}">
                    <a16:creationId xmlns:a16="http://schemas.microsoft.com/office/drawing/2014/main" id="{F193D0E5-0F00-48BB-9D3E-B6583D484C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13926" y="10488370"/>
                <a:ext cx="293381" cy="266360"/>
              </a:xfrm>
              <a:custGeom>
                <a:avLst/>
                <a:gdLst>
                  <a:gd name="T0" fmla="*/ 0 w 336"/>
                  <a:gd name="T1" fmla="*/ 223 h 306"/>
                  <a:gd name="T2" fmla="*/ 81 w 336"/>
                  <a:gd name="T3" fmla="*/ 193 h 306"/>
                  <a:gd name="T4" fmla="*/ 81 w 336"/>
                  <a:gd name="T5" fmla="*/ 193 h 306"/>
                  <a:gd name="T6" fmla="*/ 95 w 336"/>
                  <a:gd name="T7" fmla="*/ 88 h 306"/>
                  <a:gd name="T8" fmla="*/ 95 w 336"/>
                  <a:gd name="T9" fmla="*/ 88 h 306"/>
                  <a:gd name="T10" fmla="*/ 128 w 336"/>
                  <a:gd name="T11" fmla="*/ 121 h 306"/>
                  <a:gd name="T12" fmla="*/ 128 w 336"/>
                  <a:gd name="T13" fmla="*/ 121 h 306"/>
                  <a:gd name="T14" fmla="*/ 150 w 336"/>
                  <a:gd name="T15" fmla="*/ 37 h 306"/>
                  <a:gd name="T16" fmla="*/ 150 w 336"/>
                  <a:gd name="T17" fmla="*/ 37 h 306"/>
                  <a:gd name="T18" fmla="*/ 179 w 336"/>
                  <a:gd name="T19" fmla="*/ 86 h 306"/>
                  <a:gd name="T20" fmla="*/ 179 w 336"/>
                  <a:gd name="T21" fmla="*/ 86 h 306"/>
                  <a:gd name="T22" fmla="*/ 209 w 336"/>
                  <a:gd name="T23" fmla="*/ 2 h 306"/>
                  <a:gd name="T24" fmla="*/ 209 w 336"/>
                  <a:gd name="T25" fmla="*/ 2 h 306"/>
                  <a:gd name="T26" fmla="*/ 256 w 336"/>
                  <a:gd name="T27" fmla="*/ 102 h 306"/>
                  <a:gd name="T28" fmla="*/ 256 w 336"/>
                  <a:gd name="T29" fmla="*/ 102 h 306"/>
                  <a:gd name="T30" fmla="*/ 279 w 336"/>
                  <a:gd name="T31" fmla="*/ 58 h 306"/>
                  <a:gd name="T32" fmla="*/ 279 w 336"/>
                  <a:gd name="T33" fmla="*/ 58 h 306"/>
                  <a:gd name="T34" fmla="*/ 335 w 336"/>
                  <a:gd name="T35" fmla="*/ 223 h 306"/>
                  <a:gd name="T36" fmla="*/ 335 w 336"/>
                  <a:gd name="T37" fmla="*/ 223 h 306"/>
                  <a:gd name="T38" fmla="*/ 226 w 336"/>
                  <a:gd name="T39" fmla="*/ 286 h 306"/>
                  <a:gd name="T40" fmla="*/ 226 w 336"/>
                  <a:gd name="T41" fmla="*/ 286 h 306"/>
                  <a:gd name="T42" fmla="*/ 179 w 336"/>
                  <a:gd name="T43" fmla="*/ 281 h 306"/>
                  <a:gd name="T44" fmla="*/ 179 w 336"/>
                  <a:gd name="T45" fmla="*/ 281 h 306"/>
                  <a:gd name="T46" fmla="*/ 106 w 336"/>
                  <a:gd name="T47" fmla="*/ 294 h 306"/>
                  <a:gd name="T48" fmla="*/ 106 w 336"/>
                  <a:gd name="T49" fmla="*/ 294 h 306"/>
                  <a:gd name="T50" fmla="*/ 76 w 336"/>
                  <a:gd name="T51" fmla="*/ 283 h 306"/>
                  <a:gd name="T52" fmla="*/ 76 w 336"/>
                  <a:gd name="T53" fmla="*/ 283 h 306"/>
                  <a:gd name="T54" fmla="*/ 0 w 336"/>
                  <a:gd name="T55" fmla="*/ 223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36" h="306">
                    <a:moveTo>
                      <a:pt x="0" y="223"/>
                    </a:moveTo>
                    <a:lnTo>
                      <a:pt x="81" y="193"/>
                    </a:lnTo>
                    <a:lnTo>
                      <a:pt x="81" y="193"/>
                    </a:lnTo>
                    <a:cubicBezTo>
                      <a:pt x="81" y="193"/>
                      <a:pt x="76" y="91"/>
                      <a:pt x="95" y="88"/>
                    </a:cubicBezTo>
                    <a:lnTo>
                      <a:pt x="95" y="88"/>
                    </a:lnTo>
                    <a:cubicBezTo>
                      <a:pt x="113" y="84"/>
                      <a:pt x="128" y="121"/>
                      <a:pt x="128" y="121"/>
                    </a:cubicBezTo>
                    <a:lnTo>
                      <a:pt x="128" y="121"/>
                    </a:lnTo>
                    <a:cubicBezTo>
                      <a:pt x="128" y="121"/>
                      <a:pt x="124" y="37"/>
                      <a:pt x="150" y="37"/>
                    </a:cubicBezTo>
                    <a:lnTo>
                      <a:pt x="150" y="37"/>
                    </a:lnTo>
                    <a:cubicBezTo>
                      <a:pt x="175" y="37"/>
                      <a:pt x="179" y="86"/>
                      <a:pt x="179" y="86"/>
                    </a:cubicBezTo>
                    <a:lnTo>
                      <a:pt x="179" y="86"/>
                    </a:lnTo>
                    <a:cubicBezTo>
                      <a:pt x="179" y="86"/>
                      <a:pt x="187" y="3"/>
                      <a:pt x="209" y="2"/>
                    </a:cubicBezTo>
                    <a:lnTo>
                      <a:pt x="209" y="2"/>
                    </a:lnTo>
                    <a:cubicBezTo>
                      <a:pt x="231" y="0"/>
                      <a:pt x="256" y="102"/>
                      <a:pt x="256" y="102"/>
                    </a:cubicBezTo>
                    <a:lnTo>
                      <a:pt x="256" y="102"/>
                    </a:lnTo>
                    <a:cubicBezTo>
                      <a:pt x="256" y="102"/>
                      <a:pt x="258" y="62"/>
                      <a:pt x="279" y="58"/>
                    </a:cubicBezTo>
                    <a:lnTo>
                      <a:pt x="279" y="58"/>
                    </a:lnTo>
                    <a:cubicBezTo>
                      <a:pt x="301" y="54"/>
                      <a:pt x="335" y="223"/>
                      <a:pt x="335" y="223"/>
                    </a:cubicBezTo>
                    <a:lnTo>
                      <a:pt x="335" y="223"/>
                    </a:lnTo>
                    <a:cubicBezTo>
                      <a:pt x="335" y="223"/>
                      <a:pt x="265" y="284"/>
                      <a:pt x="226" y="286"/>
                    </a:cubicBezTo>
                    <a:lnTo>
                      <a:pt x="226" y="286"/>
                    </a:lnTo>
                    <a:cubicBezTo>
                      <a:pt x="187" y="288"/>
                      <a:pt x="179" y="281"/>
                      <a:pt x="179" y="281"/>
                    </a:cubicBezTo>
                    <a:lnTo>
                      <a:pt x="179" y="281"/>
                    </a:lnTo>
                    <a:cubicBezTo>
                      <a:pt x="179" y="281"/>
                      <a:pt x="124" y="296"/>
                      <a:pt x="106" y="294"/>
                    </a:cubicBezTo>
                    <a:lnTo>
                      <a:pt x="106" y="294"/>
                    </a:lnTo>
                    <a:cubicBezTo>
                      <a:pt x="88" y="293"/>
                      <a:pt x="76" y="283"/>
                      <a:pt x="76" y="283"/>
                    </a:cubicBezTo>
                    <a:lnTo>
                      <a:pt x="76" y="283"/>
                    </a:lnTo>
                    <a:cubicBezTo>
                      <a:pt x="76" y="283"/>
                      <a:pt x="21" y="305"/>
                      <a:pt x="0" y="22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05" name="Freeform 28">
                <a:extLst>
                  <a:ext uri="{FF2B5EF4-FFF2-40B4-BE49-F238E27FC236}">
                    <a16:creationId xmlns:a16="http://schemas.microsoft.com/office/drawing/2014/main" id="{FF62B36E-020B-4CCF-86B3-DC9253E1CC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13926" y="10488370"/>
                <a:ext cx="293381" cy="266360"/>
              </a:xfrm>
              <a:custGeom>
                <a:avLst/>
                <a:gdLst>
                  <a:gd name="T0" fmla="*/ 0 w 336"/>
                  <a:gd name="T1" fmla="*/ 223 h 306"/>
                  <a:gd name="T2" fmla="*/ 81 w 336"/>
                  <a:gd name="T3" fmla="*/ 193 h 306"/>
                  <a:gd name="T4" fmla="*/ 81 w 336"/>
                  <a:gd name="T5" fmla="*/ 193 h 306"/>
                  <a:gd name="T6" fmla="*/ 95 w 336"/>
                  <a:gd name="T7" fmla="*/ 88 h 306"/>
                  <a:gd name="T8" fmla="*/ 95 w 336"/>
                  <a:gd name="T9" fmla="*/ 88 h 306"/>
                  <a:gd name="T10" fmla="*/ 128 w 336"/>
                  <a:gd name="T11" fmla="*/ 121 h 306"/>
                  <a:gd name="T12" fmla="*/ 128 w 336"/>
                  <a:gd name="T13" fmla="*/ 121 h 306"/>
                  <a:gd name="T14" fmla="*/ 150 w 336"/>
                  <a:gd name="T15" fmla="*/ 37 h 306"/>
                  <a:gd name="T16" fmla="*/ 150 w 336"/>
                  <a:gd name="T17" fmla="*/ 37 h 306"/>
                  <a:gd name="T18" fmla="*/ 179 w 336"/>
                  <a:gd name="T19" fmla="*/ 86 h 306"/>
                  <a:gd name="T20" fmla="*/ 179 w 336"/>
                  <a:gd name="T21" fmla="*/ 86 h 306"/>
                  <a:gd name="T22" fmla="*/ 209 w 336"/>
                  <a:gd name="T23" fmla="*/ 2 h 306"/>
                  <a:gd name="T24" fmla="*/ 209 w 336"/>
                  <a:gd name="T25" fmla="*/ 2 h 306"/>
                  <a:gd name="T26" fmla="*/ 256 w 336"/>
                  <a:gd name="T27" fmla="*/ 102 h 306"/>
                  <a:gd name="T28" fmla="*/ 256 w 336"/>
                  <a:gd name="T29" fmla="*/ 102 h 306"/>
                  <a:gd name="T30" fmla="*/ 279 w 336"/>
                  <a:gd name="T31" fmla="*/ 58 h 306"/>
                  <a:gd name="T32" fmla="*/ 279 w 336"/>
                  <a:gd name="T33" fmla="*/ 58 h 306"/>
                  <a:gd name="T34" fmla="*/ 335 w 336"/>
                  <a:gd name="T35" fmla="*/ 223 h 306"/>
                  <a:gd name="T36" fmla="*/ 335 w 336"/>
                  <a:gd name="T37" fmla="*/ 223 h 306"/>
                  <a:gd name="T38" fmla="*/ 226 w 336"/>
                  <a:gd name="T39" fmla="*/ 286 h 306"/>
                  <a:gd name="T40" fmla="*/ 226 w 336"/>
                  <a:gd name="T41" fmla="*/ 286 h 306"/>
                  <a:gd name="T42" fmla="*/ 179 w 336"/>
                  <a:gd name="T43" fmla="*/ 281 h 306"/>
                  <a:gd name="T44" fmla="*/ 179 w 336"/>
                  <a:gd name="T45" fmla="*/ 281 h 306"/>
                  <a:gd name="T46" fmla="*/ 106 w 336"/>
                  <a:gd name="T47" fmla="*/ 294 h 306"/>
                  <a:gd name="T48" fmla="*/ 106 w 336"/>
                  <a:gd name="T49" fmla="*/ 294 h 306"/>
                  <a:gd name="T50" fmla="*/ 76 w 336"/>
                  <a:gd name="T51" fmla="*/ 283 h 306"/>
                  <a:gd name="T52" fmla="*/ 76 w 336"/>
                  <a:gd name="T53" fmla="*/ 283 h 306"/>
                  <a:gd name="T54" fmla="*/ 0 w 336"/>
                  <a:gd name="T55" fmla="*/ 223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36" h="306">
                    <a:moveTo>
                      <a:pt x="0" y="223"/>
                    </a:moveTo>
                    <a:lnTo>
                      <a:pt x="81" y="193"/>
                    </a:lnTo>
                    <a:lnTo>
                      <a:pt x="81" y="193"/>
                    </a:lnTo>
                    <a:cubicBezTo>
                      <a:pt x="81" y="193"/>
                      <a:pt x="76" y="91"/>
                      <a:pt x="95" y="88"/>
                    </a:cubicBezTo>
                    <a:lnTo>
                      <a:pt x="95" y="88"/>
                    </a:lnTo>
                    <a:cubicBezTo>
                      <a:pt x="113" y="84"/>
                      <a:pt x="128" y="121"/>
                      <a:pt x="128" y="121"/>
                    </a:cubicBezTo>
                    <a:lnTo>
                      <a:pt x="128" y="121"/>
                    </a:lnTo>
                    <a:cubicBezTo>
                      <a:pt x="128" y="121"/>
                      <a:pt x="124" y="37"/>
                      <a:pt x="150" y="37"/>
                    </a:cubicBezTo>
                    <a:lnTo>
                      <a:pt x="150" y="37"/>
                    </a:lnTo>
                    <a:cubicBezTo>
                      <a:pt x="175" y="37"/>
                      <a:pt x="179" y="86"/>
                      <a:pt x="179" y="86"/>
                    </a:cubicBezTo>
                    <a:lnTo>
                      <a:pt x="179" y="86"/>
                    </a:lnTo>
                    <a:cubicBezTo>
                      <a:pt x="179" y="86"/>
                      <a:pt x="187" y="3"/>
                      <a:pt x="209" y="2"/>
                    </a:cubicBezTo>
                    <a:lnTo>
                      <a:pt x="209" y="2"/>
                    </a:lnTo>
                    <a:cubicBezTo>
                      <a:pt x="231" y="0"/>
                      <a:pt x="256" y="102"/>
                      <a:pt x="256" y="102"/>
                    </a:cubicBezTo>
                    <a:lnTo>
                      <a:pt x="256" y="102"/>
                    </a:lnTo>
                    <a:cubicBezTo>
                      <a:pt x="256" y="102"/>
                      <a:pt x="258" y="62"/>
                      <a:pt x="279" y="58"/>
                    </a:cubicBezTo>
                    <a:lnTo>
                      <a:pt x="279" y="58"/>
                    </a:lnTo>
                    <a:cubicBezTo>
                      <a:pt x="301" y="54"/>
                      <a:pt x="335" y="223"/>
                      <a:pt x="335" y="223"/>
                    </a:cubicBezTo>
                    <a:lnTo>
                      <a:pt x="335" y="223"/>
                    </a:lnTo>
                    <a:cubicBezTo>
                      <a:pt x="335" y="223"/>
                      <a:pt x="265" y="284"/>
                      <a:pt x="226" y="286"/>
                    </a:cubicBezTo>
                    <a:lnTo>
                      <a:pt x="226" y="286"/>
                    </a:lnTo>
                    <a:cubicBezTo>
                      <a:pt x="187" y="288"/>
                      <a:pt x="179" y="281"/>
                      <a:pt x="179" y="281"/>
                    </a:cubicBezTo>
                    <a:lnTo>
                      <a:pt x="179" y="281"/>
                    </a:lnTo>
                    <a:cubicBezTo>
                      <a:pt x="179" y="281"/>
                      <a:pt x="124" y="296"/>
                      <a:pt x="106" y="294"/>
                    </a:cubicBezTo>
                    <a:lnTo>
                      <a:pt x="106" y="294"/>
                    </a:lnTo>
                    <a:cubicBezTo>
                      <a:pt x="88" y="293"/>
                      <a:pt x="76" y="283"/>
                      <a:pt x="76" y="283"/>
                    </a:cubicBezTo>
                    <a:lnTo>
                      <a:pt x="76" y="283"/>
                    </a:lnTo>
                    <a:cubicBezTo>
                      <a:pt x="76" y="283"/>
                      <a:pt x="21" y="305"/>
                      <a:pt x="0" y="223"/>
                    </a:cubicBezTo>
                  </a:path>
                </a:pathLst>
              </a:custGeom>
              <a:solidFill>
                <a:srgbClr val="C4C8CE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06" name="Freeform 44">
                <a:extLst>
                  <a:ext uri="{FF2B5EF4-FFF2-40B4-BE49-F238E27FC236}">
                    <a16:creationId xmlns:a16="http://schemas.microsoft.com/office/drawing/2014/main" id="{28C41434-41F3-4374-B3DD-5E3000189B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13926" y="10488370"/>
                <a:ext cx="293381" cy="266360"/>
              </a:xfrm>
              <a:custGeom>
                <a:avLst/>
                <a:gdLst>
                  <a:gd name="T0" fmla="*/ 0 w 336"/>
                  <a:gd name="T1" fmla="*/ 223 h 306"/>
                  <a:gd name="T2" fmla="*/ 81 w 336"/>
                  <a:gd name="T3" fmla="*/ 193 h 306"/>
                  <a:gd name="T4" fmla="*/ 81 w 336"/>
                  <a:gd name="T5" fmla="*/ 193 h 306"/>
                  <a:gd name="T6" fmla="*/ 95 w 336"/>
                  <a:gd name="T7" fmla="*/ 88 h 306"/>
                  <a:gd name="T8" fmla="*/ 95 w 336"/>
                  <a:gd name="T9" fmla="*/ 88 h 306"/>
                  <a:gd name="T10" fmla="*/ 128 w 336"/>
                  <a:gd name="T11" fmla="*/ 121 h 306"/>
                  <a:gd name="T12" fmla="*/ 128 w 336"/>
                  <a:gd name="T13" fmla="*/ 121 h 306"/>
                  <a:gd name="T14" fmla="*/ 150 w 336"/>
                  <a:gd name="T15" fmla="*/ 37 h 306"/>
                  <a:gd name="T16" fmla="*/ 150 w 336"/>
                  <a:gd name="T17" fmla="*/ 37 h 306"/>
                  <a:gd name="T18" fmla="*/ 179 w 336"/>
                  <a:gd name="T19" fmla="*/ 86 h 306"/>
                  <a:gd name="T20" fmla="*/ 179 w 336"/>
                  <a:gd name="T21" fmla="*/ 86 h 306"/>
                  <a:gd name="T22" fmla="*/ 209 w 336"/>
                  <a:gd name="T23" fmla="*/ 2 h 306"/>
                  <a:gd name="T24" fmla="*/ 209 w 336"/>
                  <a:gd name="T25" fmla="*/ 2 h 306"/>
                  <a:gd name="T26" fmla="*/ 256 w 336"/>
                  <a:gd name="T27" fmla="*/ 102 h 306"/>
                  <a:gd name="T28" fmla="*/ 256 w 336"/>
                  <a:gd name="T29" fmla="*/ 102 h 306"/>
                  <a:gd name="T30" fmla="*/ 279 w 336"/>
                  <a:gd name="T31" fmla="*/ 58 h 306"/>
                  <a:gd name="T32" fmla="*/ 279 w 336"/>
                  <a:gd name="T33" fmla="*/ 58 h 306"/>
                  <a:gd name="T34" fmla="*/ 335 w 336"/>
                  <a:gd name="T35" fmla="*/ 223 h 306"/>
                  <a:gd name="T36" fmla="*/ 335 w 336"/>
                  <a:gd name="T37" fmla="*/ 223 h 306"/>
                  <a:gd name="T38" fmla="*/ 226 w 336"/>
                  <a:gd name="T39" fmla="*/ 286 h 306"/>
                  <a:gd name="T40" fmla="*/ 226 w 336"/>
                  <a:gd name="T41" fmla="*/ 286 h 306"/>
                  <a:gd name="T42" fmla="*/ 179 w 336"/>
                  <a:gd name="T43" fmla="*/ 281 h 306"/>
                  <a:gd name="T44" fmla="*/ 179 w 336"/>
                  <a:gd name="T45" fmla="*/ 281 h 306"/>
                  <a:gd name="T46" fmla="*/ 106 w 336"/>
                  <a:gd name="T47" fmla="*/ 294 h 306"/>
                  <a:gd name="T48" fmla="*/ 106 w 336"/>
                  <a:gd name="T49" fmla="*/ 294 h 306"/>
                  <a:gd name="T50" fmla="*/ 76 w 336"/>
                  <a:gd name="T51" fmla="*/ 283 h 306"/>
                  <a:gd name="T52" fmla="*/ 76 w 336"/>
                  <a:gd name="T53" fmla="*/ 283 h 306"/>
                  <a:gd name="T54" fmla="*/ 0 w 336"/>
                  <a:gd name="T55" fmla="*/ 223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36" h="306">
                    <a:moveTo>
                      <a:pt x="0" y="223"/>
                    </a:moveTo>
                    <a:lnTo>
                      <a:pt x="81" y="193"/>
                    </a:lnTo>
                    <a:lnTo>
                      <a:pt x="81" y="193"/>
                    </a:lnTo>
                    <a:cubicBezTo>
                      <a:pt x="81" y="193"/>
                      <a:pt x="76" y="91"/>
                      <a:pt x="95" y="88"/>
                    </a:cubicBezTo>
                    <a:lnTo>
                      <a:pt x="95" y="88"/>
                    </a:lnTo>
                    <a:cubicBezTo>
                      <a:pt x="113" y="84"/>
                      <a:pt x="128" y="121"/>
                      <a:pt x="128" y="121"/>
                    </a:cubicBezTo>
                    <a:lnTo>
                      <a:pt x="128" y="121"/>
                    </a:lnTo>
                    <a:cubicBezTo>
                      <a:pt x="128" y="121"/>
                      <a:pt x="124" y="37"/>
                      <a:pt x="150" y="37"/>
                    </a:cubicBezTo>
                    <a:lnTo>
                      <a:pt x="150" y="37"/>
                    </a:lnTo>
                    <a:cubicBezTo>
                      <a:pt x="175" y="37"/>
                      <a:pt x="179" y="86"/>
                      <a:pt x="179" y="86"/>
                    </a:cubicBezTo>
                    <a:lnTo>
                      <a:pt x="179" y="86"/>
                    </a:lnTo>
                    <a:cubicBezTo>
                      <a:pt x="179" y="86"/>
                      <a:pt x="187" y="3"/>
                      <a:pt x="209" y="2"/>
                    </a:cubicBezTo>
                    <a:lnTo>
                      <a:pt x="209" y="2"/>
                    </a:lnTo>
                    <a:cubicBezTo>
                      <a:pt x="231" y="0"/>
                      <a:pt x="256" y="102"/>
                      <a:pt x="256" y="102"/>
                    </a:cubicBezTo>
                    <a:lnTo>
                      <a:pt x="256" y="102"/>
                    </a:lnTo>
                    <a:cubicBezTo>
                      <a:pt x="256" y="102"/>
                      <a:pt x="258" y="62"/>
                      <a:pt x="279" y="58"/>
                    </a:cubicBezTo>
                    <a:lnTo>
                      <a:pt x="279" y="58"/>
                    </a:lnTo>
                    <a:cubicBezTo>
                      <a:pt x="301" y="54"/>
                      <a:pt x="335" y="223"/>
                      <a:pt x="335" y="223"/>
                    </a:cubicBezTo>
                    <a:lnTo>
                      <a:pt x="335" y="223"/>
                    </a:lnTo>
                    <a:cubicBezTo>
                      <a:pt x="335" y="223"/>
                      <a:pt x="265" y="284"/>
                      <a:pt x="226" y="286"/>
                    </a:cubicBezTo>
                    <a:lnTo>
                      <a:pt x="226" y="286"/>
                    </a:lnTo>
                    <a:cubicBezTo>
                      <a:pt x="187" y="288"/>
                      <a:pt x="179" y="281"/>
                      <a:pt x="179" y="281"/>
                    </a:cubicBezTo>
                    <a:lnTo>
                      <a:pt x="179" y="281"/>
                    </a:lnTo>
                    <a:cubicBezTo>
                      <a:pt x="179" y="281"/>
                      <a:pt x="124" y="296"/>
                      <a:pt x="106" y="294"/>
                    </a:cubicBezTo>
                    <a:lnTo>
                      <a:pt x="106" y="294"/>
                    </a:lnTo>
                    <a:cubicBezTo>
                      <a:pt x="88" y="293"/>
                      <a:pt x="76" y="283"/>
                      <a:pt x="76" y="283"/>
                    </a:cubicBezTo>
                    <a:lnTo>
                      <a:pt x="76" y="283"/>
                    </a:lnTo>
                    <a:cubicBezTo>
                      <a:pt x="76" y="283"/>
                      <a:pt x="21" y="305"/>
                      <a:pt x="0" y="22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07" name="Freeform 45">
                <a:extLst>
                  <a:ext uri="{FF2B5EF4-FFF2-40B4-BE49-F238E27FC236}">
                    <a16:creationId xmlns:a16="http://schemas.microsoft.com/office/drawing/2014/main" id="{3C70F2CA-7A76-44EC-99D3-9F495F9AE1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13926" y="10488370"/>
                <a:ext cx="293381" cy="266360"/>
              </a:xfrm>
              <a:custGeom>
                <a:avLst/>
                <a:gdLst>
                  <a:gd name="T0" fmla="*/ 0 w 336"/>
                  <a:gd name="T1" fmla="*/ 223 h 306"/>
                  <a:gd name="T2" fmla="*/ 81 w 336"/>
                  <a:gd name="T3" fmla="*/ 193 h 306"/>
                  <a:gd name="T4" fmla="*/ 81 w 336"/>
                  <a:gd name="T5" fmla="*/ 193 h 306"/>
                  <a:gd name="T6" fmla="*/ 95 w 336"/>
                  <a:gd name="T7" fmla="*/ 88 h 306"/>
                  <a:gd name="T8" fmla="*/ 95 w 336"/>
                  <a:gd name="T9" fmla="*/ 88 h 306"/>
                  <a:gd name="T10" fmla="*/ 128 w 336"/>
                  <a:gd name="T11" fmla="*/ 121 h 306"/>
                  <a:gd name="T12" fmla="*/ 128 w 336"/>
                  <a:gd name="T13" fmla="*/ 121 h 306"/>
                  <a:gd name="T14" fmla="*/ 150 w 336"/>
                  <a:gd name="T15" fmla="*/ 37 h 306"/>
                  <a:gd name="T16" fmla="*/ 150 w 336"/>
                  <a:gd name="T17" fmla="*/ 37 h 306"/>
                  <a:gd name="T18" fmla="*/ 179 w 336"/>
                  <a:gd name="T19" fmla="*/ 86 h 306"/>
                  <a:gd name="T20" fmla="*/ 179 w 336"/>
                  <a:gd name="T21" fmla="*/ 86 h 306"/>
                  <a:gd name="T22" fmla="*/ 209 w 336"/>
                  <a:gd name="T23" fmla="*/ 2 h 306"/>
                  <a:gd name="T24" fmla="*/ 209 w 336"/>
                  <a:gd name="T25" fmla="*/ 2 h 306"/>
                  <a:gd name="T26" fmla="*/ 256 w 336"/>
                  <a:gd name="T27" fmla="*/ 102 h 306"/>
                  <a:gd name="T28" fmla="*/ 256 w 336"/>
                  <a:gd name="T29" fmla="*/ 102 h 306"/>
                  <a:gd name="T30" fmla="*/ 279 w 336"/>
                  <a:gd name="T31" fmla="*/ 58 h 306"/>
                  <a:gd name="T32" fmla="*/ 279 w 336"/>
                  <a:gd name="T33" fmla="*/ 58 h 306"/>
                  <a:gd name="T34" fmla="*/ 335 w 336"/>
                  <a:gd name="T35" fmla="*/ 223 h 306"/>
                  <a:gd name="T36" fmla="*/ 335 w 336"/>
                  <a:gd name="T37" fmla="*/ 223 h 306"/>
                  <a:gd name="T38" fmla="*/ 226 w 336"/>
                  <a:gd name="T39" fmla="*/ 286 h 306"/>
                  <a:gd name="T40" fmla="*/ 226 w 336"/>
                  <a:gd name="T41" fmla="*/ 286 h 306"/>
                  <a:gd name="T42" fmla="*/ 179 w 336"/>
                  <a:gd name="T43" fmla="*/ 281 h 306"/>
                  <a:gd name="T44" fmla="*/ 179 w 336"/>
                  <a:gd name="T45" fmla="*/ 281 h 306"/>
                  <a:gd name="T46" fmla="*/ 106 w 336"/>
                  <a:gd name="T47" fmla="*/ 294 h 306"/>
                  <a:gd name="T48" fmla="*/ 106 w 336"/>
                  <a:gd name="T49" fmla="*/ 294 h 306"/>
                  <a:gd name="T50" fmla="*/ 76 w 336"/>
                  <a:gd name="T51" fmla="*/ 283 h 306"/>
                  <a:gd name="T52" fmla="*/ 76 w 336"/>
                  <a:gd name="T53" fmla="*/ 283 h 306"/>
                  <a:gd name="T54" fmla="*/ 0 w 336"/>
                  <a:gd name="T55" fmla="*/ 223 h 3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36" h="306">
                    <a:moveTo>
                      <a:pt x="0" y="223"/>
                    </a:moveTo>
                    <a:lnTo>
                      <a:pt x="81" y="193"/>
                    </a:lnTo>
                    <a:lnTo>
                      <a:pt x="81" y="193"/>
                    </a:lnTo>
                    <a:cubicBezTo>
                      <a:pt x="81" y="193"/>
                      <a:pt x="76" y="91"/>
                      <a:pt x="95" y="88"/>
                    </a:cubicBezTo>
                    <a:lnTo>
                      <a:pt x="95" y="88"/>
                    </a:lnTo>
                    <a:cubicBezTo>
                      <a:pt x="113" y="84"/>
                      <a:pt x="128" y="121"/>
                      <a:pt x="128" y="121"/>
                    </a:cubicBezTo>
                    <a:lnTo>
                      <a:pt x="128" y="121"/>
                    </a:lnTo>
                    <a:cubicBezTo>
                      <a:pt x="128" y="121"/>
                      <a:pt x="124" y="37"/>
                      <a:pt x="150" y="37"/>
                    </a:cubicBezTo>
                    <a:lnTo>
                      <a:pt x="150" y="37"/>
                    </a:lnTo>
                    <a:cubicBezTo>
                      <a:pt x="175" y="37"/>
                      <a:pt x="179" y="86"/>
                      <a:pt x="179" y="86"/>
                    </a:cubicBezTo>
                    <a:lnTo>
                      <a:pt x="179" y="86"/>
                    </a:lnTo>
                    <a:cubicBezTo>
                      <a:pt x="179" y="86"/>
                      <a:pt x="187" y="3"/>
                      <a:pt x="209" y="2"/>
                    </a:cubicBezTo>
                    <a:lnTo>
                      <a:pt x="209" y="2"/>
                    </a:lnTo>
                    <a:cubicBezTo>
                      <a:pt x="231" y="0"/>
                      <a:pt x="256" y="102"/>
                      <a:pt x="256" y="102"/>
                    </a:cubicBezTo>
                    <a:lnTo>
                      <a:pt x="256" y="102"/>
                    </a:lnTo>
                    <a:cubicBezTo>
                      <a:pt x="256" y="102"/>
                      <a:pt x="258" y="62"/>
                      <a:pt x="279" y="58"/>
                    </a:cubicBezTo>
                    <a:lnTo>
                      <a:pt x="279" y="58"/>
                    </a:lnTo>
                    <a:cubicBezTo>
                      <a:pt x="301" y="54"/>
                      <a:pt x="335" y="223"/>
                      <a:pt x="335" y="223"/>
                    </a:cubicBezTo>
                    <a:lnTo>
                      <a:pt x="335" y="223"/>
                    </a:lnTo>
                    <a:cubicBezTo>
                      <a:pt x="335" y="223"/>
                      <a:pt x="265" y="284"/>
                      <a:pt x="226" y="286"/>
                    </a:cubicBezTo>
                    <a:lnTo>
                      <a:pt x="226" y="286"/>
                    </a:lnTo>
                    <a:cubicBezTo>
                      <a:pt x="187" y="288"/>
                      <a:pt x="179" y="281"/>
                      <a:pt x="179" y="281"/>
                    </a:cubicBezTo>
                    <a:lnTo>
                      <a:pt x="179" y="281"/>
                    </a:lnTo>
                    <a:cubicBezTo>
                      <a:pt x="179" y="281"/>
                      <a:pt x="124" y="296"/>
                      <a:pt x="106" y="294"/>
                    </a:cubicBezTo>
                    <a:lnTo>
                      <a:pt x="106" y="294"/>
                    </a:lnTo>
                    <a:cubicBezTo>
                      <a:pt x="88" y="293"/>
                      <a:pt x="76" y="283"/>
                      <a:pt x="76" y="283"/>
                    </a:cubicBezTo>
                    <a:lnTo>
                      <a:pt x="76" y="283"/>
                    </a:lnTo>
                    <a:cubicBezTo>
                      <a:pt x="76" y="283"/>
                      <a:pt x="21" y="305"/>
                      <a:pt x="0" y="223"/>
                    </a:cubicBezTo>
                  </a:path>
                </a:pathLst>
              </a:custGeom>
              <a:solidFill>
                <a:srgbClr val="C4C8CE">
                  <a:alpha val="15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08" name="Freeform 48">
                <a:extLst>
                  <a:ext uri="{FF2B5EF4-FFF2-40B4-BE49-F238E27FC236}">
                    <a16:creationId xmlns:a16="http://schemas.microsoft.com/office/drawing/2014/main" id="{D5224FBE-B7B9-4873-B82A-466B752297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3746" y="10222012"/>
                <a:ext cx="355145" cy="420769"/>
              </a:xfrm>
              <a:custGeom>
                <a:avLst/>
                <a:gdLst>
                  <a:gd name="T0" fmla="*/ 0 w 404"/>
                  <a:gd name="T1" fmla="*/ 75 h 480"/>
                  <a:gd name="T2" fmla="*/ 38 w 404"/>
                  <a:gd name="T3" fmla="*/ 154 h 480"/>
                  <a:gd name="T4" fmla="*/ 100 w 404"/>
                  <a:gd name="T5" fmla="*/ 357 h 480"/>
                  <a:gd name="T6" fmla="*/ 100 w 404"/>
                  <a:gd name="T7" fmla="*/ 357 h 480"/>
                  <a:gd name="T8" fmla="*/ 187 w 404"/>
                  <a:gd name="T9" fmla="*/ 458 h 480"/>
                  <a:gd name="T10" fmla="*/ 187 w 404"/>
                  <a:gd name="T11" fmla="*/ 458 h 480"/>
                  <a:gd name="T12" fmla="*/ 201 w 404"/>
                  <a:gd name="T13" fmla="*/ 425 h 480"/>
                  <a:gd name="T14" fmla="*/ 201 w 404"/>
                  <a:gd name="T15" fmla="*/ 425 h 480"/>
                  <a:gd name="T16" fmla="*/ 248 w 404"/>
                  <a:gd name="T17" fmla="*/ 466 h 480"/>
                  <a:gd name="T18" fmla="*/ 248 w 404"/>
                  <a:gd name="T19" fmla="*/ 466 h 480"/>
                  <a:gd name="T20" fmla="*/ 248 w 404"/>
                  <a:gd name="T21" fmla="*/ 418 h 480"/>
                  <a:gd name="T22" fmla="*/ 248 w 404"/>
                  <a:gd name="T23" fmla="*/ 418 h 480"/>
                  <a:gd name="T24" fmla="*/ 321 w 404"/>
                  <a:gd name="T25" fmla="*/ 476 h 480"/>
                  <a:gd name="T26" fmla="*/ 321 w 404"/>
                  <a:gd name="T27" fmla="*/ 476 h 480"/>
                  <a:gd name="T28" fmla="*/ 315 w 404"/>
                  <a:gd name="T29" fmla="*/ 400 h 480"/>
                  <a:gd name="T30" fmla="*/ 315 w 404"/>
                  <a:gd name="T31" fmla="*/ 400 h 480"/>
                  <a:gd name="T32" fmla="*/ 355 w 404"/>
                  <a:gd name="T33" fmla="*/ 410 h 480"/>
                  <a:gd name="T34" fmla="*/ 355 w 404"/>
                  <a:gd name="T35" fmla="*/ 410 h 480"/>
                  <a:gd name="T36" fmla="*/ 313 w 404"/>
                  <a:gd name="T37" fmla="*/ 281 h 480"/>
                  <a:gd name="T38" fmla="*/ 282 w 404"/>
                  <a:gd name="T39" fmla="*/ 180 h 480"/>
                  <a:gd name="T40" fmla="*/ 334 w 404"/>
                  <a:gd name="T41" fmla="*/ 196 h 480"/>
                  <a:gd name="T42" fmla="*/ 334 w 404"/>
                  <a:gd name="T43" fmla="*/ 196 h 480"/>
                  <a:gd name="T44" fmla="*/ 403 w 404"/>
                  <a:gd name="T45" fmla="*/ 272 h 480"/>
                  <a:gd name="T46" fmla="*/ 380 w 404"/>
                  <a:gd name="T47" fmla="*/ 150 h 480"/>
                  <a:gd name="T48" fmla="*/ 276 w 404"/>
                  <a:gd name="T49" fmla="*/ 50 h 480"/>
                  <a:gd name="T50" fmla="*/ 166 w 404"/>
                  <a:gd name="T51" fmla="*/ 0 h 480"/>
                  <a:gd name="T52" fmla="*/ 0 w 404"/>
                  <a:gd name="T53" fmla="*/ 75 h 4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04" h="480">
                    <a:moveTo>
                      <a:pt x="0" y="75"/>
                    </a:moveTo>
                    <a:lnTo>
                      <a:pt x="38" y="154"/>
                    </a:lnTo>
                    <a:lnTo>
                      <a:pt x="100" y="357"/>
                    </a:lnTo>
                    <a:lnTo>
                      <a:pt x="100" y="357"/>
                    </a:lnTo>
                    <a:cubicBezTo>
                      <a:pt x="100" y="357"/>
                      <a:pt x="169" y="465"/>
                      <a:pt x="187" y="458"/>
                    </a:cubicBezTo>
                    <a:lnTo>
                      <a:pt x="187" y="458"/>
                    </a:lnTo>
                    <a:cubicBezTo>
                      <a:pt x="206" y="452"/>
                      <a:pt x="201" y="425"/>
                      <a:pt x="201" y="425"/>
                    </a:cubicBezTo>
                    <a:lnTo>
                      <a:pt x="201" y="425"/>
                    </a:lnTo>
                    <a:cubicBezTo>
                      <a:pt x="201" y="425"/>
                      <a:pt x="234" y="468"/>
                      <a:pt x="248" y="466"/>
                    </a:cubicBezTo>
                    <a:lnTo>
                      <a:pt x="248" y="466"/>
                    </a:lnTo>
                    <a:cubicBezTo>
                      <a:pt x="262" y="463"/>
                      <a:pt x="248" y="418"/>
                      <a:pt x="248" y="418"/>
                    </a:cubicBezTo>
                    <a:lnTo>
                      <a:pt x="248" y="418"/>
                    </a:lnTo>
                    <a:cubicBezTo>
                      <a:pt x="248" y="418"/>
                      <a:pt x="301" y="479"/>
                      <a:pt x="321" y="476"/>
                    </a:cubicBezTo>
                    <a:lnTo>
                      <a:pt x="321" y="476"/>
                    </a:lnTo>
                    <a:cubicBezTo>
                      <a:pt x="341" y="472"/>
                      <a:pt x="315" y="400"/>
                      <a:pt x="315" y="400"/>
                    </a:cubicBezTo>
                    <a:lnTo>
                      <a:pt x="315" y="400"/>
                    </a:lnTo>
                    <a:cubicBezTo>
                      <a:pt x="315" y="400"/>
                      <a:pt x="337" y="415"/>
                      <a:pt x="355" y="410"/>
                    </a:cubicBezTo>
                    <a:lnTo>
                      <a:pt x="355" y="410"/>
                    </a:lnTo>
                    <a:cubicBezTo>
                      <a:pt x="374" y="405"/>
                      <a:pt x="313" y="281"/>
                      <a:pt x="313" y="281"/>
                    </a:cubicBezTo>
                    <a:lnTo>
                      <a:pt x="282" y="180"/>
                    </a:lnTo>
                    <a:lnTo>
                      <a:pt x="334" y="196"/>
                    </a:lnTo>
                    <a:lnTo>
                      <a:pt x="334" y="196"/>
                    </a:lnTo>
                    <a:cubicBezTo>
                      <a:pt x="334" y="196"/>
                      <a:pt x="357" y="258"/>
                      <a:pt x="403" y="272"/>
                    </a:cubicBezTo>
                    <a:lnTo>
                      <a:pt x="380" y="150"/>
                    </a:lnTo>
                    <a:lnTo>
                      <a:pt x="276" y="50"/>
                    </a:lnTo>
                    <a:lnTo>
                      <a:pt x="166" y="0"/>
                    </a:lnTo>
                    <a:lnTo>
                      <a:pt x="0" y="75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09" name="Freeform 46">
                <a:extLst>
                  <a:ext uri="{FF2B5EF4-FFF2-40B4-BE49-F238E27FC236}">
                    <a16:creationId xmlns:a16="http://schemas.microsoft.com/office/drawing/2014/main" id="{EAB4A6C8-5E97-4FE8-A875-9D063234F8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99815" y="8940400"/>
                <a:ext cx="1150363" cy="1347235"/>
              </a:xfrm>
              <a:custGeom>
                <a:avLst/>
                <a:gdLst>
                  <a:gd name="T0" fmla="*/ 894 w 1312"/>
                  <a:gd name="T1" fmla="*/ 0 h 1540"/>
                  <a:gd name="T2" fmla="*/ 149 w 1312"/>
                  <a:gd name="T3" fmla="*/ 409 h 1540"/>
                  <a:gd name="T4" fmla="*/ 149 w 1312"/>
                  <a:gd name="T5" fmla="*/ 409 h 1540"/>
                  <a:gd name="T6" fmla="*/ 34 w 1312"/>
                  <a:gd name="T7" fmla="*/ 692 h 1540"/>
                  <a:gd name="T8" fmla="*/ 34 w 1312"/>
                  <a:gd name="T9" fmla="*/ 692 h 1540"/>
                  <a:gd name="T10" fmla="*/ 430 w 1312"/>
                  <a:gd name="T11" fmla="*/ 1454 h 1540"/>
                  <a:gd name="T12" fmla="*/ 430 w 1312"/>
                  <a:gd name="T13" fmla="*/ 1454 h 1540"/>
                  <a:gd name="T14" fmla="*/ 507 w 1312"/>
                  <a:gd name="T15" fmla="*/ 1539 h 1540"/>
                  <a:gd name="T16" fmla="*/ 673 w 1312"/>
                  <a:gd name="T17" fmla="*/ 1464 h 1540"/>
                  <a:gd name="T18" fmla="*/ 673 w 1312"/>
                  <a:gd name="T19" fmla="*/ 1464 h 1540"/>
                  <a:gd name="T20" fmla="*/ 623 w 1312"/>
                  <a:gd name="T21" fmla="*/ 1350 h 1540"/>
                  <a:gd name="T22" fmla="*/ 623 w 1312"/>
                  <a:gd name="T23" fmla="*/ 1350 h 1540"/>
                  <a:gd name="T24" fmla="*/ 399 w 1312"/>
                  <a:gd name="T25" fmla="*/ 727 h 1540"/>
                  <a:gd name="T26" fmla="*/ 399 w 1312"/>
                  <a:gd name="T27" fmla="*/ 727 h 1540"/>
                  <a:gd name="T28" fmla="*/ 1032 w 1312"/>
                  <a:gd name="T29" fmla="*/ 416 h 1540"/>
                  <a:gd name="T30" fmla="*/ 1032 w 1312"/>
                  <a:gd name="T31" fmla="*/ 416 h 1540"/>
                  <a:gd name="T32" fmla="*/ 894 w 1312"/>
                  <a:gd name="T33" fmla="*/ 0 h 15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312" h="1540">
                    <a:moveTo>
                      <a:pt x="894" y="0"/>
                    </a:moveTo>
                    <a:lnTo>
                      <a:pt x="149" y="409"/>
                    </a:lnTo>
                    <a:lnTo>
                      <a:pt x="149" y="409"/>
                    </a:lnTo>
                    <a:cubicBezTo>
                      <a:pt x="49" y="465"/>
                      <a:pt x="0" y="582"/>
                      <a:pt x="34" y="692"/>
                    </a:cubicBezTo>
                    <a:lnTo>
                      <a:pt x="34" y="692"/>
                    </a:lnTo>
                    <a:cubicBezTo>
                      <a:pt x="93" y="888"/>
                      <a:pt x="212" y="1197"/>
                      <a:pt x="430" y="1454"/>
                    </a:cubicBezTo>
                    <a:lnTo>
                      <a:pt x="430" y="1454"/>
                    </a:lnTo>
                    <a:cubicBezTo>
                      <a:pt x="455" y="1483"/>
                      <a:pt x="480" y="1511"/>
                      <a:pt x="507" y="1539"/>
                    </a:cubicBezTo>
                    <a:lnTo>
                      <a:pt x="673" y="1464"/>
                    </a:lnTo>
                    <a:lnTo>
                      <a:pt x="673" y="1464"/>
                    </a:lnTo>
                    <a:cubicBezTo>
                      <a:pt x="673" y="1464"/>
                      <a:pt x="653" y="1419"/>
                      <a:pt x="623" y="1350"/>
                    </a:cubicBezTo>
                    <a:lnTo>
                      <a:pt x="623" y="1350"/>
                    </a:lnTo>
                    <a:cubicBezTo>
                      <a:pt x="536" y="1154"/>
                      <a:pt x="471" y="882"/>
                      <a:pt x="399" y="727"/>
                    </a:cubicBezTo>
                    <a:lnTo>
                      <a:pt x="399" y="727"/>
                    </a:lnTo>
                    <a:cubicBezTo>
                      <a:pt x="399" y="727"/>
                      <a:pt x="797" y="574"/>
                      <a:pt x="1032" y="416"/>
                    </a:cubicBezTo>
                    <a:lnTo>
                      <a:pt x="1032" y="416"/>
                    </a:lnTo>
                    <a:cubicBezTo>
                      <a:pt x="1172" y="321"/>
                      <a:pt x="1311" y="12"/>
                      <a:pt x="894" y="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10" name="Freeform 47">
                <a:extLst>
                  <a:ext uri="{FF2B5EF4-FFF2-40B4-BE49-F238E27FC236}">
                    <a16:creationId xmlns:a16="http://schemas.microsoft.com/office/drawing/2014/main" id="{784AB9B1-BE00-4545-9CB5-3F57F20659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78122" y="10121645"/>
                <a:ext cx="212314" cy="165991"/>
              </a:xfrm>
              <a:custGeom>
                <a:avLst/>
                <a:gdLst>
                  <a:gd name="T0" fmla="*/ 77 w 244"/>
                  <a:gd name="T1" fmla="*/ 189 h 190"/>
                  <a:gd name="T2" fmla="*/ 243 w 244"/>
                  <a:gd name="T3" fmla="*/ 114 h 190"/>
                  <a:gd name="T4" fmla="*/ 243 w 244"/>
                  <a:gd name="T5" fmla="*/ 114 h 190"/>
                  <a:gd name="T6" fmla="*/ 193 w 244"/>
                  <a:gd name="T7" fmla="*/ 0 h 190"/>
                  <a:gd name="T8" fmla="*/ 0 w 244"/>
                  <a:gd name="T9" fmla="*/ 104 h 190"/>
                  <a:gd name="T10" fmla="*/ 0 w 244"/>
                  <a:gd name="T11" fmla="*/ 104 h 190"/>
                  <a:gd name="T12" fmla="*/ 77 w 244"/>
                  <a:gd name="T13" fmla="*/ 189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4" h="190">
                    <a:moveTo>
                      <a:pt x="77" y="189"/>
                    </a:moveTo>
                    <a:lnTo>
                      <a:pt x="243" y="114"/>
                    </a:lnTo>
                    <a:lnTo>
                      <a:pt x="243" y="114"/>
                    </a:lnTo>
                    <a:cubicBezTo>
                      <a:pt x="243" y="114"/>
                      <a:pt x="223" y="69"/>
                      <a:pt x="193" y="0"/>
                    </a:cubicBezTo>
                    <a:lnTo>
                      <a:pt x="0" y="104"/>
                    </a:lnTo>
                    <a:lnTo>
                      <a:pt x="0" y="104"/>
                    </a:lnTo>
                    <a:cubicBezTo>
                      <a:pt x="25" y="133"/>
                      <a:pt x="50" y="161"/>
                      <a:pt x="77" y="189"/>
                    </a:cubicBezTo>
                  </a:path>
                </a:pathLst>
              </a:custGeom>
              <a:solidFill>
                <a:srgbClr val="111340">
                  <a:alpha val="15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11" name="Freeform 49">
                <a:extLst>
                  <a:ext uri="{FF2B5EF4-FFF2-40B4-BE49-F238E27FC236}">
                    <a16:creationId xmlns:a16="http://schemas.microsoft.com/office/drawing/2014/main" id="{91A28281-B0BF-44B2-AEFC-D0DDAFCDEF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3746" y="10222012"/>
                <a:ext cx="355145" cy="420769"/>
              </a:xfrm>
              <a:custGeom>
                <a:avLst/>
                <a:gdLst>
                  <a:gd name="T0" fmla="*/ 0 w 404"/>
                  <a:gd name="T1" fmla="*/ 75 h 480"/>
                  <a:gd name="T2" fmla="*/ 38 w 404"/>
                  <a:gd name="T3" fmla="*/ 154 h 480"/>
                  <a:gd name="T4" fmla="*/ 100 w 404"/>
                  <a:gd name="T5" fmla="*/ 357 h 480"/>
                  <a:gd name="T6" fmla="*/ 100 w 404"/>
                  <a:gd name="T7" fmla="*/ 357 h 480"/>
                  <a:gd name="T8" fmla="*/ 187 w 404"/>
                  <a:gd name="T9" fmla="*/ 458 h 480"/>
                  <a:gd name="T10" fmla="*/ 187 w 404"/>
                  <a:gd name="T11" fmla="*/ 458 h 480"/>
                  <a:gd name="T12" fmla="*/ 201 w 404"/>
                  <a:gd name="T13" fmla="*/ 425 h 480"/>
                  <a:gd name="T14" fmla="*/ 201 w 404"/>
                  <a:gd name="T15" fmla="*/ 425 h 480"/>
                  <a:gd name="T16" fmla="*/ 248 w 404"/>
                  <a:gd name="T17" fmla="*/ 466 h 480"/>
                  <a:gd name="T18" fmla="*/ 248 w 404"/>
                  <a:gd name="T19" fmla="*/ 466 h 480"/>
                  <a:gd name="T20" fmla="*/ 248 w 404"/>
                  <a:gd name="T21" fmla="*/ 418 h 480"/>
                  <a:gd name="T22" fmla="*/ 248 w 404"/>
                  <a:gd name="T23" fmla="*/ 418 h 480"/>
                  <a:gd name="T24" fmla="*/ 321 w 404"/>
                  <a:gd name="T25" fmla="*/ 476 h 480"/>
                  <a:gd name="T26" fmla="*/ 321 w 404"/>
                  <a:gd name="T27" fmla="*/ 476 h 480"/>
                  <a:gd name="T28" fmla="*/ 315 w 404"/>
                  <a:gd name="T29" fmla="*/ 400 h 480"/>
                  <a:gd name="T30" fmla="*/ 315 w 404"/>
                  <a:gd name="T31" fmla="*/ 400 h 480"/>
                  <a:gd name="T32" fmla="*/ 355 w 404"/>
                  <a:gd name="T33" fmla="*/ 410 h 480"/>
                  <a:gd name="T34" fmla="*/ 355 w 404"/>
                  <a:gd name="T35" fmla="*/ 410 h 480"/>
                  <a:gd name="T36" fmla="*/ 313 w 404"/>
                  <a:gd name="T37" fmla="*/ 281 h 480"/>
                  <a:gd name="T38" fmla="*/ 282 w 404"/>
                  <a:gd name="T39" fmla="*/ 180 h 480"/>
                  <a:gd name="T40" fmla="*/ 334 w 404"/>
                  <a:gd name="T41" fmla="*/ 196 h 480"/>
                  <a:gd name="T42" fmla="*/ 334 w 404"/>
                  <a:gd name="T43" fmla="*/ 196 h 480"/>
                  <a:gd name="T44" fmla="*/ 403 w 404"/>
                  <a:gd name="T45" fmla="*/ 272 h 480"/>
                  <a:gd name="T46" fmla="*/ 380 w 404"/>
                  <a:gd name="T47" fmla="*/ 150 h 480"/>
                  <a:gd name="T48" fmla="*/ 276 w 404"/>
                  <a:gd name="T49" fmla="*/ 50 h 480"/>
                  <a:gd name="T50" fmla="*/ 166 w 404"/>
                  <a:gd name="T51" fmla="*/ 0 h 480"/>
                  <a:gd name="T52" fmla="*/ 0 w 404"/>
                  <a:gd name="T53" fmla="*/ 75 h 4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04" h="480">
                    <a:moveTo>
                      <a:pt x="0" y="75"/>
                    </a:moveTo>
                    <a:lnTo>
                      <a:pt x="38" y="154"/>
                    </a:lnTo>
                    <a:lnTo>
                      <a:pt x="100" y="357"/>
                    </a:lnTo>
                    <a:lnTo>
                      <a:pt x="100" y="357"/>
                    </a:lnTo>
                    <a:cubicBezTo>
                      <a:pt x="100" y="357"/>
                      <a:pt x="169" y="465"/>
                      <a:pt x="187" y="458"/>
                    </a:cubicBezTo>
                    <a:lnTo>
                      <a:pt x="187" y="458"/>
                    </a:lnTo>
                    <a:cubicBezTo>
                      <a:pt x="206" y="452"/>
                      <a:pt x="201" y="425"/>
                      <a:pt x="201" y="425"/>
                    </a:cubicBezTo>
                    <a:lnTo>
                      <a:pt x="201" y="425"/>
                    </a:lnTo>
                    <a:cubicBezTo>
                      <a:pt x="201" y="425"/>
                      <a:pt x="234" y="468"/>
                      <a:pt x="248" y="466"/>
                    </a:cubicBezTo>
                    <a:lnTo>
                      <a:pt x="248" y="466"/>
                    </a:lnTo>
                    <a:cubicBezTo>
                      <a:pt x="262" y="463"/>
                      <a:pt x="248" y="418"/>
                      <a:pt x="248" y="418"/>
                    </a:cubicBezTo>
                    <a:lnTo>
                      <a:pt x="248" y="418"/>
                    </a:lnTo>
                    <a:cubicBezTo>
                      <a:pt x="248" y="418"/>
                      <a:pt x="301" y="479"/>
                      <a:pt x="321" y="476"/>
                    </a:cubicBezTo>
                    <a:lnTo>
                      <a:pt x="321" y="476"/>
                    </a:lnTo>
                    <a:cubicBezTo>
                      <a:pt x="341" y="472"/>
                      <a:pt x="315" y="400"/>
                      <a:pt x="315" y="400"/>
                    </a:cubicBezTo>
                    <a:lnTo>
                      <a:pt x="315" y="400"/>
                    </a:lnTo>
                    <a:cubicBezTo>
                      <a:pt x="315" y="400"/>
                      <a:pt x="337" y="415"/>
                      <a:pt x="355" y="410"/>
                    </a:cubicBezTo>
                    <a:lnTo>
                      <a:pt x="355" y="410"/>
                    </a:lnTo>
                    <a:cubicBezTo>
                      <a:pt x="374" y="405"/>
                      <a:pt x="313" y="281"/>
                      <a:pt x="313" y="281"/>
                    </a:cubicBezTo>
                    <a:lnTo>
                      <a:pt x="282" y="180"/>
                    </a:lnTo>
                    <a:lnTo>
                      <a:pt x="334" y="196"/>
                    </a:lnTo>
                    <a:lnTo>
                      <a:pt x="334" y="196"/>
                    </a:lnTo>
                    <a:cubicBezTo>
                      <a:pt x="334" y="196"/>
                      <a:pt x="357" y="258"/>
                      <a:pt x="403" y="272"/>
                    </a:cubicBezTo>
                    <a:lnTo>
                      <a:pt x="380" y="150"/>
                    </a:lnTo>
                    <a:lnTo>
                      <a:pt x="276" y="50"/>
                    </a:lnTo>
                    <a:lnTo>
                      <a:pt x="166" y="0"/>
                    </a:lnTo>
                    <a:lnTo>
                      <a:pt x="0" y="75"/>
                    </a:lnTo>
                  </a:path>
                </a:pathLst>
              </a:custGeom>
              <a:solidFill>
                <a:srgbClr val="C4C8CE">
                  <a:alpha val="15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54D0388F-82F2-47F9-BDEC-B7B038171B1E}"/>
                </a:ext>
              </a:extLst>
            </p:cNvPr>
            <p:cNvGrpSpPr/>
            <p:nvPr/>
          </p:nvGrpSpPr>
          <p:grpSpPr>
            <a:xfrm>
              <a:off x="4439318" y="8114301"/>
              <a:ext cx="3188590" cy="4871669"/>
              <a:chOff x="4439318" y="8114301"/>
              <a:chExt cx="3188590" cy="4871669"/>
            </a:xfrm>
          </p:grpSpPr>
          <p:sp>
            <p:nvSpPr>
              <p:cNvPr id="84" name="Freeform 50">
                <a:extLst>
                  <a:ext uri="{FF2B5EF4-FFF2-40B4-BE49-F238E27FC236}">
                    <a16:creationId xmlns:a16="http://schemas.microsoft.com/office/drawing/2014/main" id="{61140A86-A548-421E-8EA4-03EB498C96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39318" y="12476413"/>
                <a:ext cx="602203" cy="509557"/>
              </a:xfrm>
              <a:custGeom>
                <a:avLst/>
                <a:gdLst>
                  <a:gd name="T0" fmla="*/ 202 w 690"/>
                  <a:gd name="T1" fmla="*/ 0 h 583"/>
                  <a:gd name="T2" fmla="*/ 202 w 690"/>
                  <a:gd name="T3" fmla="*/ 0 h 583"/>
                  <a:gd name="T4" fmla="*/ 0 w 690"/>
                  <a:gd name="T5" fmla="*/ 196 h 583"/>
                  <a:gd name="T6" fmla="*/ 251 w 690"/>
                  <a:gd name="T7" fmla="*/ 554 h 583"/>
                  <a:gd name="T8" fmla="*/ 251 w 690"/>
                  <a:gd name="T9" fmla="*/ 554 h 583"/>
                  <a:gd name="T10" fmla="*/ 306 w 690"/>
                  <a:gd name="T11" fmla="*/ 582 h 583"/>
                  <a:gd name="T12" fmla="*/ 662 w 690"/>
                  <a:gd name="T13" fmla="*/ 575 h 583"/>
                  <a:gd name="T14" fmla="*/ 662 w 690"/>
                  <a:gd name="T15" fmla="*/ 575 h 583"/>
                  <a:gd name="T16" fmla="*/ 517 w 690"/>
                  <a:gd name="T17" fmla="*/ 422 h 583"/>
                  <a:gd name="T18" fmla="*/ 517 w 690"/>
                  <a:gd name="T19" fmla="*/ 422 h 583"/>
                  <a:gd name="T20" fmla="*/ 366 w 690"/>
                  <a:gd name="T21" fmla="*/ 291 h 583"/>
                  <a:gd name="T22" fmla="*/ 366 w 690"/>
                  <a:gd name="T23" fmla="*/ 291 h 583"/>
                  <a:gd name="T24" fmla="*/ 355 w 690"/>
                  <a:gd name="T25" fmla="*/ 120 h 583"/>
                  <a:gd name="T26" fmla="*/ 202 w 690"/>
                  <a:gd name="T27" fmla="*/ 0 h 5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690" h="583">
                    <a:moveTo>
                      <a:pt x="202" y="0"/>
                    </a:moveTo>
                    <a:lnTo>
                      <a:pt x="202" y="0"/>
                    </a:lnTo>
                    <a:cubicBezTo>
                      <a:pt x="202" y="0"/>
                      <a:pt x="63" y="31"/>
                      <a:pt x="0" y="196"/>
                    </a:cubicBezTo>
                    <a:lnTo>
                      <a:pt x="251" y="554"/>
                    </a:lnTo>
                    <a:lnTo>
                      <a:pt x="251" y="554"/>
                    </a:lnTo>
                    <a:cubicBezTo>
                      <a:pt x="263" y="572"/>
                      <a:pt x="284" y="582"/>
                      <a:pt x="306" y="582"/>
                    </a:cubicBezTo>
                    <a:lnTo>
                      <a:pt x="662" y="575"/>
                    </a:lnTo>
                    <a:lnTo>
                      <a:pt x="662" y="575"/>
                    </a:lnTo>
                    <a:cubicBezTo>
                      <a:pt x="689" y="535"/>
                      <a:pt x="633" y="430"/>
                      <a:pt x="517" y="422"/>
                    </a:cubicBezTo>
                    <a:lnTo>
                      <a:pt x="517" y="422"/>
                    </a:lnTo>
                    <a:cubicBezTo>
                      <a:pt x="439" y="418"/>
                      <a:pt x="392" y="372"/>
                      <a:pt x="366" y="291"/>
                    </a:cubicBezTo>
                    <a:lnTo>
                      <a:pt x="366" y="291"/>
                    </a:lnTo>
                    <a:cubicBezTo>
                      <a:pt x="329" y="170"/>
                      <a:pt x="355" y="120"/>
                      <a:pt x="355" y="120"/>
                    </a:cubicBezTo>
                    <a:lnTo>
                      <a:pt x="202" y="0"/>
                    </a:lnTo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85" name="Freeform 51">
                <a:extLst>
                  <a:ext uri="{FF2B5EF4-FFF2-40B4-BE49-F238E27FC236}">
                    <a16:creationId xmlns:a16="http://schemas.microsoft.com/office/drawing/2014/main" id="{1F9EE874-9210-47FB-8933-ED470F9791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2847" y="10442046"/>
                <a:ext cx="1825912" cy="2177196"/>
              </a:xfrm>
              <a:custGeom>
                <a:avLst/>
                <a:gdLst>
                  <a:gd name="T0" fmla="*/ 1538 w 2084"/>
                  <a:gd name="T1" fmla="*/ 0 h 2488"/>
                  <a:gd name="T2" fmla="*/ 1538 w 2084"/>
                  <a:gd name="T3" fmla="*/ 0 h 2488"/>
                  <a:gd name="T4" fmla="*/ 993 w 2084"/>
                  <a:gd name="T5" fmla="*/ 1151 h 2488"/>
                  <a:gd name="T6" fmla="*/ 993 w 2084"/>
                  <a:gd name="T7" fmla="*/ 1151 h 2488"/>
                  <a:gd name="T8" fmla="*/ 554 w 2084"/>
                  <a:gd name="T9" fmla="*/ 1525 h 2488"/>
                  <a:gd name="T10" fmla="*/ 554 w 2084"/>
                  <a:gd name="T11" fmla="*/ 1525 h 2488"/>
                  <a:gd name="T12" fmla="*/ 0 w 2084"/>
                  <a:gd name="T13" fmla="*/ 2308 h 2488"/>
                  <a:gd name="T14" fmla="*/ 232 w 2084"/>
                  <a:gd name="T15" fmla="*/ 2487 h 2488"/>
                  <a:gd name="T16" fmla="*/ 1179 w 2084"/>
                  <a:gd name="T17" fmla="*/ 1619 h 2488"/>
                  <a:gd name="T18" fmla="*/ 1179 w 2084"/>
                  <a:gd name="T19" fmla="*/ 1619 h 2488"/>
                  <a:gd name="T20" fmla="*/ 1406 w 2084"/>
                  <a:gd name="T21" fmla="*/ 1356 h 2488"/>
                  <a:gd name="T22" fmla="*/ 2083 w 2084"/>
                  <a:gd name="T23" fmla="*/ 344 h 2488"/>
                  <a:gd name="T24" fmla="*/ 1538 w 2084"/>
                  <a:gd name="T25" fmla="*/ 0 h 24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084" h="2488">
                    <a:moveTo>
                      <a:pt x="1538" y="0"/>
                    </a:moveTo>
                    <a:lnTo>
                      <a:pt x="1538" y="0"/>
                    </a:lnTo>
                    <a:cubicBezTo>
                      <a:pt x="1538" y="0"/>
                      <a:pt x="1138" y="299"/>
                      <a:pt x="993" y="1151"/>
                    </a:cubicBezTo>
                    <a:lnTo>
                      <a:pt x="993" y="1151"/>
                    </a:lnTo>
                    <a:cubicBezTo>
                      <a:pt x="993" y="1151"/>
                      <a:pt x="694" y="1291"/>
                      <a:pt x="554" y="1525"/>
                    </a:cubicBezTo>
                    <a:lnTo>
                      <a:pt x="554" y="1525"/>
                    </a:lnTo>
                    <a:cubicBezTo>
                      <a:pt x="386" y="1806"/>
                      <a:pt x="0" y="2308"/>
                      <a:pt x="0" y="2308"/>
                    </a:cubicBezTo>
                    <a:lnTo>
                      <a:pt x="232" y="2487"/>
                    </a:lnTo>
                    <a:lnTo>
                      <a:pt x="1179" y="1619"/>
                    </a:lnTo>
                    <a:lnTo>
                      <a:pt x="1179" y="1619"/>
                    </a:lnTo>
                    <a:cubicBezTo>
                      <a:pt x="1265" y="1540"/>
                      <a:pt x="1341" y="1452"/>
                      <a:pt x="1406" y="1356"/>
                    </a:cubicBezTo>
                    <a:lnTo>
                      <a:pt x="2083" y="344"/>
                    </a:lnTo>
                    <a:lnTo>
                      <a:pt x="1538" y="0"/>
                    </a:lnTo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86" name="Freeform 52">
                <a:extLst>
                  <a:ext uri="{FF2B5EF4-FFF2-40B4-BE49-F238E27FC236}">
                    <a16:creationId xmlns:a16="http://schemas.microsoft.com/office/drawing/2014/main" id="{F2595511-4503-4CC7-A0AA-5051E36728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2847" y="10442046"/>
                <a:ext cx="1825912" cy="2177196"/>
              </a:xfrm>
              <a:custGeom>
                <a:avLst/>
                <a:gdLst>
                  <a:gd name="T0" fmla="*/ 1538 w 2084"/>
                  <a:gd name="T1" fmla="*/ 0 h 2488"/>
                  <a:gd name="T2" fmla="*/ 1538 w 2084"/>
                  <a:gd name="T3" fmla="*/ 0 h 2488"/>
                  <a:gd name="T4" fmla="*/ 993 w 2084"/>
                  <a:gd name="T5" fmla="*/ 1151 h 2488"/>
                  <a:gd name="T6" fmla="*/ 993 w 2084"/>
                  <a:gd name="T7" fmla="*/ 1151 h 2488"/>
                  <a:gd name="T8" fmla="*/ 554 w 2084"/>
                  <a:gd name="T9" fmla="*/ 1525 h 2488"/>
                  <a:gd name="T10" fmla="*/ 554 w 2084"/>
                  <a:gd name="T11" fmla="*/ 1525 h 2488"/>
                  <a:gd name="T12" fmla="*/ 0 w 2084"/>
                  <a:gd name="T13" fmla="*/ 2308 h 2488"/>
                  <a:gd name="T14" fmla="*/ 232 w 2084"/>
                  <a:gd name="T15" fmla="*/ 2487 h 2488"/>
                  <a:gd name="T16" fmla="*/ 1179 w 2084"/>
                  <a:gd name="T17" fmla="*/ 1619 h 2488"/>
                  <a:gd name="T18" fmla="*/ 1179 w 2084"/>
                  <a:gd name="T19" fmla="*/ 1619 h 2488"/>
                  <a:gd name="T20" fmla="*/ 1406 w 2084"/>
                  <a:gd name="T21" fmla="*/ 1356 h 2488"/>
                  <a:gd name="T22" fmla="*/ 2083 w 2084"/>
                  <a:gd name="T23" fmla="*/ 344 h 2488"/>
                  <a:gd name="T24" fmla="*/ 1538 w 2084"/>
                  <a:gd name="T25" fmla="*/ 0 h 24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084" h="2488">
                    <a:moveTo>
                      <a:pt x="1538" y="0"/>
                    </a:moveTo>
                    <a:lnTo>
                      <a:pt x="1538" y="0"/>
                    </a:lnTo>
                    <a:cubicBezTo>
                      <a:pt x="1538" y="0"/>
                      <a:pt x="1138" y="299"/>
                      <a:pt x="993" y="1151"/>
                    </a:cubicBezTo>
                    <a:lnTo>
                      <a:pt x="993" y="1151"/>
                    </a:lnTo>
                    <a:cubicBezTo>
                      <a:pt x="993" y="1151"/>
                      <a:pt x="694" y="1291"/>
                      <a:pt x="554" y="1525"/>
                    </a:cubicBezTo>
                    <a:lnTo>
                      <a:pt x="554" y="1525"/>
                    </a:lnTo>
                    <a:cubicBezTo>
                      <a:pt x="386" y="1806"/>
                      <a:pt x="0" y="2308"/>
                      <a:pt x="0" y="2308"/>
                    </a:cubicBezTo>
                    <a:lnTo>
                      <a:pt x="232" y="2487"/>
                    </a:lnTo>
                    <a:lnTo>
                      <a:pt x="1179" y="1619"/>
                    </a:lnTo>
                    <a:lnTo>
                      <a:pt x="1179" y="1619"/>
                    </a:lnTo>
                    <a:cubicBezTo>
                      <a:pt x="1265" y="1540"/>
                      <a:pt x="1341" y="1452"/>
                      <a:pt x="1406" y="1356"/>
                    </a:cubicBezTo>
                    <a:lnTo>
                      <a:pt x="2083" y="344"/>
                    </a:lnTo>
                    <a:lnTo>
                      <a:pt x="1538" y="0"/>
                    </a:lnTo>
                  </a:path>
                </a:pathLst>
              </a:custGeom>
              <a:solidFill>
                <a:srgbClr val="FFFFFF">
                  <a:alpha val="10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87" name="Freeform 53">
                <a:extLst>
                  <a:ext uri="{FF2B5EF4-FFF2-40B4-BE49-F238E27FC236}">
                    <a16:creationId xmlns:a16="http://schemas.microsoft.com/office/drawing/2014/main" id="{4A7FF6BD-8654-40AF-9862-242A909E54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05856" y="10550134"/>
                <a:ext cx="579042" cy="679409"/>
              </a:xfrm>
              <a:custGeom>
                <a:avLst/>
                <a:gdLst>
                  <a:gd name="T0" fmla="*/ 312 w 662"/>
                  <a:gd name="T1" fmla="*/ 0 h 777"/>
                  <a:gd name="T2" fmla="*/ 221 w 662"/>
                  <a:gd name="T3" fmla="*/ 100 h 777"/>
                  <a:gd name="T4" fmla="*/ 221 w 662"/>
                  <a:gd name="T5" fmla="*/ 100 h 777"/>
                  <a:gd name="T6" fmla="*/ 289 w 662"/>
                  <a:gd name="T7" fmla="*/ 776 h 777"/>
                  <a:gd name="T8" fmla="*/ 661 w 662"/>
                  <a:gd name="T9" fmla="*/ 221 h 777"/>
                  <a:gd name="T10" fmla="*/ 312 w 662"/>
                  <a:gd name="T11" fmla="*/ 0 h 7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62" h="777">
                    <a:moveTo>
                      <a:pt x="312" y="0"/>
                    </a:moveTo>
                    <a:lnTo>
                      <a:pt x="221" y="100"/>
                    </a:lnTo>
                    <a:lnTo>
                      <a:pt x="221" y="100"/>
                    </a:lnTo>
                    <a:cubicBezTo>
                      <a:pt x="221" y="100"/>
                      <a:pt x="0" y="376"/>
                      <a:pt x="289" y="776"/>
                    </a:cubicBezTo>
                    <a:lnTo>
                      <a:pt x="661" y="221"/>
                    </a:lnTo>
                    <a:lnTo>
                      <a:pt x="312" y="0"/>
                    </a:lnTo>
                  </a:path>
                </a:pathLst>
              </a:custGeom>
              <a:solidFill>
                <a:srgbClr val="FFFFFF">
                  <a:alpha val="10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88" name="Freeform 54">
                <a:extLst>
                  <a:ext uri="{FF2B5EF4-FFF2-40B4-BE49-F238E27FC236}">
                    <a16:creationId xmlns:a16="http://schemas.microsoft.com/office/drawing/2014/main" id="{82D3782C-11E5-4969-9560-B35EEED69E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0672" y="12345164"/>
                <a:ext cx="416910" cy="517277"/>
              </a:xfrm>
              <a:custGeom>
                <a:avLst/>
                <a:gdLst>
                  <a:gd name="T0" fmla="*/ 176 w 476"/>
                  <a:gd name="T1" fmla="*/ 0 h 590"/>
                  <a:gd name="T2" fmla="*/ 176 w 476"/>
                  <a:gd name="T3" fmla="*/ 0 h 590"/>
                  <a:gd name="T4" fmla="*/ 0 w 476"/>
                  <a:gd name="T5" fmla="*/ 220 h 590"/>
                  <a:gd name="T6" fmla="*/ 431 w 476"/>
                  <a:gd name="T7" fmla="*/ 589 h 590"/>
                  <a:gd name="T8" fmla="*/ 431 w 476"/>
                  <a:gd name="T9" fmla="*/ 589 h 590"/>
                  <a:gd name="T10" fmla="*/ 468 w 476"/>
                  <a:gd name="T11" fmla="*/ 496 h 590"/>
                  <a:gd name="T12" fmla="*/ 468 w 476"/>
                  <a:gd name="T13" fmla="*/ 496 h 590"/>
                  <a:gd name="T14" fmla="*/ 346 w 476"/>
                  <a:gd name="T15" fmla="*/ 295 h 590"/>
                  <a:gd name="T16" fmla="*/ 346 w 476"/>
                  <a:gd name="T17" fmla="*/ 295 h 590"/>
                  <a:gd name="T18" fmla="*/ 323 w 476"/>
                  <a:gd name="T19" fmla="*/ 96 h 590"/>
                  <a:gd name="T20" fmla="*/ 176 w 476"/>
                  <a:gd name="T21" fmla="*/ 0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76" h="590">
                    <a:moveTo>
                      <a:pt x="176" y="0"/>
                    </a:moveTo>
                    <a:lnTo>
                      <a:pt x="176" y="0"/>
                    </a:lnTo>
                    <a:cubicBezTo>
                      <a:pt x="176" y="0"/>
                      <a:pt x="42" y="108"/>
                      <a:pt x="0" y="220"/>
                    </a:cubicBezTo>
                    <a:lnTo>
                      <a:pt x="431" y="589"/>
                    </a:lnTo>
                    <a:lnTo>
                      <a:pt x="431" y="589"/>
                    </a:lnTo>
                    <a:cubicBezTo>
                      <a:pt x="431" y="589"/>
                      <a:pt x="475" y="564"/>
                      <a:pt x="468" y="496"/>
                    </a:cubicBezTo>
                    <a:lnTo>
                      <a:pt x="468" y="496"/>
                    </a:lnTo>
                    <a:cubicBezTo>
                      <a:pt x="461" y="422"/>
                      <a:pt x="380" y="388"/>
                      <a:pt x="346" y="295"/>
                    </a:cubicBezTo>
                    <a:lnTo>
                      <a:pt x="346" y="295"/>
                    </a:lnTo>
                    <a:cubicBezTo>
                      <a:pt x="318" y="219"/>
                      <a:pt x="323" y="96"/>
                      <a:pt x="323" y="96"/>
                    </a:cubicBezTo>
                    <a:lnTo>
                      <a:pt x="176" y="0"/>
                    </a:lnTo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89" name="Freeform 55">
                <a:extLst>
                  <a:ext uri="{FF2B5EF4-FFF2-40B4-BE49-F238E27FC236}">
                    <a16:creationId xmlns:a16="http://schemas.microsoft.com/office/drawing/2014/main" id="{47DD9568-A553-4F63-B4DC-DA7B8205A3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09718" y="9029185"/>
                <a:ext cx="718012" cy="938048"/>
              </a:xfrm>
              <a:custGeom>
                <a:avLst/>
                <a:gdLst>
                  <a:gd name="T0" fmla="*/ 482 w 822"/>
                  <a:gd name="T1" fmla="*/ 239 h 1072"/>
                  <a:gd name="T2" fmla="*/ 482 w 822"/>
                  <a:gd name="T3" fmla="*/ 239 h 1072"/>
                  <a:gd name="T4" fmla="*/ 0 w 822"/>
                  <a:gd name="T5" fmla="*/ 763 h 1072"/>
                  <a:gd name="T6" fmla="*/ 0 w 822"/>
                  <a:gd name="T7" fmla="*/ 763 h 1072"/>
                  <a:gd name="T8" fmla="*/ 65 w 822"/>
                  <a:gd name="T9" fmla="*/ 1071 h 1072"/>
                  <a:gd name="T10" fmla="*/ 387 w 822"/>
                  <a:gd name="T11" fmla="*/ 1071 h 1072"/>
                  <a:gd name="T12" fmla="*/ 387 w 822"/>
                  <a:gd name="T13" fmla="*/ 1071 h 1072"/>
                  <a:gd name="T14" fmla="*/ 229 w 822"/>
                  <a:gd name="T15" fmla="*/ 907 h 1072"/>
                  <a:gd name="T16" fmla="*/ 229 w 822"/>
                  <a:gd name="T17" fmla="*/ 907 h 1072"/>
                  <a:gd name="T18" fmla="*/ 679 w 822"/>
                  <a:gd name="T19" fmla="*/ 450 h 1072"/>
                  <a:gd name="T20" fmla="*/ 679 w 822"/>
                  <a:gd name="T21" fmla="*/ 450 h 1072"/>
                  <a:gd name="T22" fmla="*/ 482 w 822"/>
                  <a:gd name="T23" fmla="*/ 239 h 10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22" h="1072">
                    <a:moveTo>
                      <a:pt x="482" y="239"/>
                    </a:moveTo>
                    <a:lnTo>
                      <a:pt x="482" y="239"/>
                    </a:lnTo>
                    <a:cubicBezTo>
                      <a:pt x="344" y="352"/>
                      <a:pt x="112" y="529"/>
                      <a:pt x="0" y="763"/>
                    </a:cubicBezTo>
                    <a:lnTo>
                      <a:pt x="0" y="763"/>
                    </a:lnTo>
                    <a:cubicBezTo>
                      <a:pt x="28" y="864"/>
                      <a:pt x="50" y="967"/>
                      <a:pt x="65" y="1071"/>
                    </a:cubicBezTo>
                    <a:lnTo>
                      <a:pt x="387" y="1071"/>
                    </a:lnTo>
                    <a:lnTo>
                      <a:pt x="387" y="1071"/>
                    </a:lnTo>
                    <a:cubicBezTo>
                      <a:pt x="294" y="936"/>
                      <a:pt x="229" y="907"/>
                      <a:pt x="229" y="907"/>
                    </a:cubicBezTo>
                    <a:lnTo>
                      <a:pt x="229" y="907"/>
                    </a:lnTo>
                    <a:cubicBezTo>
                      <a:pt x="229" y="907"/>
                      <a:pt x="608" y="564"/>
                      <a:pt x="679" y="450"/>
                    </a:cubicBezTo>
                    <a:lnTo>
                      <a:pt x="679" y="450"/>
                    </a:lnTo>
                    <a:cubicBezTo>
                      <a:pt x="821" y="221"/>
                      <a:pt x="772" y="0"/>
                      <a:pt x="482" y="239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90" name="Freeform 56">
                <a:extLst>
                  <a:ext uri="{FF2B5EF4-FFF2-40B4-BE49-F238E27FC236}">
                    <a16:creationId xmlns:a16="http://schemas.microsoft.com/office/drawing/2014/main" id="{7400CA21-067D-4CCA-82D4-ECCB2A63A9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09718" y="9029185"/>
                <a:ext cx="718012" cy="938048"/>
              </a:xfrm>
              <a:custGeom>
                <a:avLst/>
                <a:gdLst>
                  <a:gd name="T0" fmla="*/ 482 w 822"/>
                  <a:gd name="T1" fmla="*/ 239 h 1072"/>
                  <a:gd name="T2" fmla="*/ 482 w 822"/>
                  <a:gd name="T3" fmla="*/ 239 h 1072"/>
                  <a:gd name="T4" fmla="*/ 0 w 822"/>
                  <a:gd name="T5" fmla="*/ 763 h 1072"/>
                  <a:gd name="T6" fmla="*/ 0 w 822"/>
                  <a:gd name="T7" fmla="*/ 763 h 1072"/>
                  <a:gd name="T8" fmla="*/ 65 w 822"/>
                  <a:gd name="T9" fmla="*/ 1071 h 1072"/>
                  <a:gd name="T10" fmla="*/ 387 w 822"/>
                  <a:gd name="T11" fmla="*/ 1071 h 1072"/>
                  <a:gd name="T12" fmla="*/ 387 w 822"/>
                  <a:gd name="T13" fmla="*/ 1071 h 1072"/>
                  <a:gd name="T14" fmla="*/ 229 w 822"/>
                  <a:gd name="T15" fmla="*/ 907 h 1072"/>
                  <a:gd name="T16" fmla="*/ 229 w 822"/>
                  <a:gd name="T17" fmla="*/ 907 h 1072"/>
                  <a:gd name="T18" fmla="*/ 679 w 822"/>
                  <a:gd name="T19" fmla="*/ 450 h 1072"/>
                  <a:gd name="T20" fmla="*/ 679 w 822"/>
                  <a:gd name="T21" fmla="*/ 450 h 1072"/>
                  <a:gd name="T22" fmla="*/ 482 w 822"/>
                  <a:gd name="T23" fmla="*/ 239 h 10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22" h="1072">
                    <a:moveTo>
                      <a:pt x="482" y="239"/>
                    </a:moveTo>
                    <a:lnTo>
                      <a:pt x="482" y="239"/>
                    </a:lnTo>
                    <a:cubicBezTo>
                      <a:pt x="344" y="352"/>
                      <a:pt x="112" y="529"/>
                      <a:pt x="0" y="763"/>
                    </a:cubicBezTo>
                    <a:lnTo>
                      <a:pt x="0" y="763"/>
                    </a:lnTo>
                    <a:cubicBezTo>
                      <a:pt x="28" y="864"/>
                      <a:pt x="50" y="967"/>
                      <a:pt x="65" y="1071"/>
                    </a:cubicBezTo>
                    <a:lnTo>
                      <a:pt x="387" y="1071"/>
                    </a:lnTo>
                    <a:lnTo>
                      <a:pt x="387" y="1071"/>
                    </a:lnTo>
                    <a:cubicBezTo>
                      <a:pt x="294" y="936"/>
                      <a:pt x="229" y="907"/>
                      <a:pt x="229" y="907"/>
                    </a:cubicBezTo>
                    <a:lnTo>
                      <a:pt x="229" y="907"/>
                    </a:lnTo>
                    <a:cubicBezTo>
                      <a:pt x="229" y="907"/>
                      <a:pt x="608" y="564"/>
                      <a:pt x="679" y="450"/>
                    </a:cubicBezTo>
                    <a:lnTo>
                      <a:pt x="679" y="450"/>
                    </a:lnTo>
                    <a:cubicBezTo>
                      <a:pt x="821" y="221"/>
                      <a:pt x="772" y="0"/>
                      <a:pt x="482" y="239"/>
                    </a:cubicBezTo>
                  </a:path>
                </a:pathLst>
              </a:custGeom>
              <a:solidFill>
                <a:srgbClr val="111340">
                  <a:alpha val="50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91" name="Freeform 57">
                <a:extLst>
                  <a:ext uri="{FF2B5EF4-FFF2-40B4-BE49-F238E27FC236}">
                    <a16:creationId xmlns:a16="http://schemas.microsoft.com/office/drawing/2014/main" id="{5B15E4B3-A1FB-4317-B787-AC4B4B656D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29018" y="10530834"/>
                <a:ext cx="1474626" cy="1930138"/>
              </a:xfrm>
              <a:custGeom>
                <a:avLst/>
                <a:gdLst>
                  <a:gd name="T0" fmla="*/ 897 w 1686"/>
                  <a:gd name="T1" fmla="*/ 227 h 2205"/>
                  <a:gd name="T2" fmla="*/ 250 w 1686"/>
                  <a:gd name="T3" fmla="*/ 0 h 2205"/>
                  <a:gd name="T4" fmla="*/ 250 w 1686"/>
                  <a:gd name="T5" fmla="*/ 0 h 2205"/>
                  <a:gd name="T6" fmla="*/ 350 w 1686"/>
                  <a:gd name="T7" fmla="*/ 727 h 2205"/>
                  <a:gd name="T8" fmla="*/ 350 w 1686"/>
                  <a:gd name="T9" fmla="*/ 727 h 2205"/>
                  <a:gd name="T10" fmla="*/ 1210 w 1686"/>
                  <a:gd name="T11" fmla="*/ 1071 h 2205"/>
                  <a:gd name="T12" fmla="*/ 1210 w 1686"/>
                  <a:gd name="T13" fmla="*/ 1071 h 2205"/>
                  <a:gd name="T14" fmla="*/ 963 w 1686"/>
                  <a:gd name="T15" fmla="*/ 1370 h 2205"/>
                  <a:gd name="T16" fmla="*/ 963 w 1686"/>
                  <a:gd name="T17" fmla="*/ 1370 h 2205"/>
                  <a:gd name="T18" fmla="*/ 650 w 1686"/>
                  <a:gd name="T19" fmla="*/ 2074 h 2205"/>
                  <a:gd name="T20" fmla="*/ 853 w 1686"/>
                  <a:gd name="T21" fmla="*/ 2204 h 2205"/>
                  <a:gd name="T22" fmla="*/ 853 w 1686"/>
                  <a:gd name="T23" fmla="*/ 2204 h 2205"/>
                  <a:gd name="T24" fmla="*/ 1683 w 1686"/>
                  <a:gd name="T25" fmla="*/ 967 h 2205"/>
                  <a:gd name="T26" fmla="*/ 1683 w 1686"/>
                  <a:gd name="T27" fmla="*/ 967 h 2205"/>
                  <a:gd name="T28" fmla="*/ 897 w 1686"/>
                  <a:gd name="T29" fmla="*/ 227 h 2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86" h="2205">
                    <a:moveTo>
                      <a:pt x="897" y="227"/>
                    </a:moveTo>
                    <a:lnTo>
                      <a:pt x="250" y="0"/>
                    </a:lnTo>
                    <a:lnTo>
                      <a:pt x="250" y="0"/>
                    </a:lnTo>
                    <a:cubicBezTo>
                      <a:pt x="250" y="0"/>
                      <a:pt x="0" y="392"/>
                      <a:pt x="350" y="727"/>
                    </a:cubicBezTo>
                    <a:lnTo>
                      <a:pt x="350" y="727"/>
                    </a:lnTo>
                    <a:cubicBezTo>
                      <a:pt x="530" y="898"/>
                      <a:pt x="1210" y="1071"/>
                      <a:pt x="1210" y="1071"/>
                    </a:cubicBezTo>
                    <a:lnTo>
                      <a:pt x="1210" y="1071"/>
                    </a:lnTo>
                    <a:cubicBezTo>
                      <a:pt x="1210" y="1071"/>
                      <a:pt x="1046" y="1134"/>
                      <a:pt x="963" y="1370"/>
                    </a:cubicBezTo>
                    <a:lnTo>
                      <a:pt x="963" y="1370"/>
                    </a:lnTo>
                    <a:cubicBezTo>
                      <a:pt x="879" y="1606"/>
                      <a:pt x="650" y="2074"/>
                      <a:pt x="650" y="2074"/>
                    </a:cubicBezTo>
                    <a:lnTo>
                      <a:pt x="853" y="2204"/>
                    </a:lnTo>
                    <a:lnTo>
                      <a:pt x="853" y="2204"/>
                    </a:lnTo>
                    <a:cubicBezTo>
                      <a:pt x="853" y="2204"/>
                      <a:pt x="1676" y="1314"/>
                      <a:pt x="1683" y="967"/>
                    </a:cubicBezTo>
                    <a:lnTo>
                      <a:pt x="1683" y="967"/>
                    </a:lnTo>
                    <a:cubicBezTo>
                      <a:pt x="1685" y="862"/>
                      <a:pt x="897" y="227"/>
                      <a:pt x="897" y="227"/>
                    </a:cubicBezTo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92" name="Freeform 58">
                <a:extLst>
                  <a:ext uri="{FF2B5EF4-FFF2-40B4-BE49-F238E27FC236}">
                    <a16:creationId xmlns:a16="http://schemas.microsoft.com/office/drawing/2014/main" id="{400DEF57-427D-4EB7-AD9C-FD5F1B519A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29018" y="10530834"/>
                <a:ext cx="1474626" cy="1930138"/>
              </a:xfrm>
              <a:custGeom>
                <a:avLst/>
                <a:gdLst>
                  <a:gd name="T0" fmla="*/ 897 w 1686"/>
                  <a:gd name="T1" fmla="*/ 227 h 2205"/>
                  <a:gd name="T2" fmla="*/ 250 w 1686"/>
                  <a:gd name="T3" fmla="*/ 0 h 2205"/>
                  <a:gd name="T4" fmla="*/ 250 w 1686"/>
                  <a:gd name="T5" fmla="*/ 0 h 2205"/>
                  <a:gd name="T6" fmla="*/ 350 w 1686"/>
                  <a:gd name="T7" fmla="*/ 727 h 2205"/>
                  <a:gd name="T8" fmla="*/ 350 w 1686"/>
                  <a:gd name="T9" fmla="*/ 727 h 2205"/>
                  <a:gd name="T10" fmla="*/ 1210 w 1686"/>
                  <a:gd name="T11" fmla="*/ 1071 h 2205"/>
                  <a:gd name="T12" fmla="*/ 1210 w 1686"/>
                  <a:gd name="T13" fmla="*/ 1071 h 2205"/>
                  <a:gd name="T14" fmla="*/ 963 w 1686"/>
                  <a:gd name="T15" fmla="*/ 1370 h 2205"/>
                  <a:gd name="T16" fmla="*/ 963 w 1686"/>
                  <a:gd name="T17" fmla="*/ 1370 h 2205"/>
                  <a:gd name="T18" fmla="*/ 650 w 1686"/>
                  <a:gd name="T19" fmla="*/ 2074 h 2205"/>
                  <a:gd name="T20" fmla="*/ 853 w 1686"/>
                  <a:gd name="T21" fmla="*/ 2204 h 2205"/>
                  <a:gd name="T22" fmla="*/ 853 w 1686"/>
                  <a:gd name="T23" fmla="*/ 2204 h 2205"/>
                  <a:gd name="T24" fmla="*/ 1683 w 1686"/>
                  <a:gd name="T25" fmla="*/ 967 h 2205"/>
                  <a:gd name="T26" fmla="*/ 1683 w 1686"/>
                  <a:gd name="T27" fmla="*/ 967 h 2205"/>
                  <a:gd name="T28" fmla="*/ 897 w 1686"/>
                  <a:gd name="T29" fmla="*/ 227 h 2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86" h="2205">
                    <a:moveTo>
                      <a:pt x="897" y="227"/>
                    </a:moveTo>
                    <a:lnTo>
                      <a:pt x="250" y="0"/>
                    </a:lnTo>
                    <a:lnTo>
                      <a:pt x="250" y="0"/>
                    </a:lnTo>
                    <a:cubicBezTo>
                      <a:pt x="250" y="0"/>
                      <a:pt x="0" y="392"/>
                      <a:pt x="350" y="727"/>
                    </a:cubicBezTo>
                    <a:lnTo>
                      <a:pt x="350" y="727"/>
                    </a:lnTo>
                    <a:cubicBezTo>
                      <a:pt x="530" y="898"/>
                      <a:pt x="1210" y="1071"/>
                      <a:pt x="1210" y="1071"/>
                    </a:cubicBezTo>
                    <a:lnTo>
                      <a:pt x="1210" y="1071"/>
                    </a:lnTo>
                    <a:cubicBezTo>
                      <a:pt x="1210" y="1071"/>
                      <a:pt x="1046" y="1134"/>
                      <a:pt x="963" y="1370"/>
                    </a:cubicBezTo>
                    <a:lnTo>
                      <a:pt x="963" y="1370"/>
                    </a:lnTo>
                    <a:cubicBezTo>
                      <a:pt x="879" y="1606"/>
                      <a:pt x="650" y="2074"/>
                      <a:pt x="650" y="2074"/>
                    </a:cubicBezTo>
                    <a:lnTo>
                      <a:pt x="853" y="2204"/>
                    </a:lnTo>
                    <a:lnTo>
                      <a:pt x="853" y="2204"/>
                    </a:lnTo>
                    <a:cubicBezTo>
                      <a:pt x="853" y="2204"/>
                      <a:pt x="1676" y="1314"/>
                      <a:pt x="1683" y="967"/>
                    </a:cubicBezTo>
                    <a:lnTo>
                      <a:pt x="1683" y="967"/>
                    </a:lnTo>
                    <a:cubicBezTo>
                      <a:pt x="1685" y="862"/>
                      <a:pt x="897" y="227"/>
                      <a:pt x="897" y="227"/>
                    </a:cubicBezTo>
                  </a:path>
                </a:pathLst>
              </a:custGeom>
              <a:solidFill>
                <a:srgbClr val="FFFFFF">
                  <a:alpha val="10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93" name="Freeform 59">
                <a:extLst>
                  <a:ext uri="{FF2B5EF4-FFF2-40B4-BE49-F238E27FC236}">
                    <a16:creationId xmlns:a16="http://schemas.microsoft.com/office/drawing/2014/main" id="{ADE7DFCA-353C-4E13-99AF-0080206975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10085" y="9141134"/>
                <a:ext cx="1057716" cy="1683081"/>
              </a:xfrm>
              <a:custGeom>
                <a:avLst/>
                <a:gdLst>
                  <a:gd name="T0" fmla="*/ 566 w 1207"/>
                  <a:gd name="T1" fmla="*/ 4 h 1922"/>
                  <a:gd name="T2" fmla="*/ 566 w 1207"/>
                  <a:gd name="T3" fmla="*/ 4 h 1922"/>
                  <a:gd name="T4" fmla="*/ 273 w 1207"/>
                  <a:gd name="T5" fmla="*/ 881 h 1922"/>
                  <a:gd name="T6" fmla="*/ 273 w 1207"/>
                  <a:gd name="T7" fmla="*/ 881 h 1922"/>
                  <a:gd name="T8" fmla="*/ 0 w 1207"/>
                  <a:gd name="T9" fmla="*/ 1485 h 1922"/>
                  <a:gd name="T10" fmla="*/ 0 w 1207"/>
                  <a:gd name="T11" fmla="*/ 1485 h 1922"/>
                  <a:gd name="T12" fmla="*/ 806 w 1207"/>
                  <a:gd name="T13" fmla="*/ 1812 h 1922"/>
                  <a:gd name="T14" fmla="*/ 874 w 1207"/>
                  <a:gd name="T15" fmla="*/ 1109 h 1922"/>
                  <a:gd name="T16" fmla="*/ 911 w 1207"/>
                  <a:gd name="T17" fmla="*/ 995 h 1922"/>
                  <a:gd name="T18" fmla="*/ 911 w 1207"/>
                  <a:gd name="T19" fmla="*/ 995 h 1922"/>
                  <a:gd name="T20" fmla="*/ 1099 w 1207"/>
                  <a:gd name="T21" fmla="*/ 916 h 1922"/>
                  <a:gd name="T22" fmla="*/ 1099 w 1207"/>
                  <a:gd name="T23" fmla="*/ 916 h 1922"/>
                  <a:gd name="T24" fmla="*/ 858 w 1207"/>
                  <a:gd name="T25" fmla="*/ 218 h 1922"/>
                  <a:gd name="T26" fmla="*/ 566 w 1207"/>
                  <a:gd name="T27" fmla="*/ 4 h 19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07" h="1922">
                    <a:moveTo>
                      <a:pt x="566" y="4"/>
                    </a:moveTo>
                    <a:lnTo>
                      <a:pt x="566" y="4"/>
                    </a:lnTo>
                    <a:cubicBezTo>
                      <a:pt x="566" y="4"/>
                      <a:pt x="307" y="0"/>
                      <a:pt x="273" y="881"/>
                    </a:cubicBezTo>
                    <a:lnTo>
                      <a:pt x="273" y="881"/>
                    </a:lnTo>
                    <a:cubicBezTo>
                      <a:pt x="262" y="1189"/>
                      <a:pt x="0" y="1485"/>
                      <a:pt x="0" y="1485"/>
                    </a:cubicBezTo>
                    <a:lnTo>
                      <a:pt x="0" y="1485"/>
                    </a:lnTo>
                    <a:cubicBezTo>
                      <a:pt x="0" y="1485"/>
                      <a:pt x="291" y="1921"/>
                      <a:pt x="806" y="1812"/>
                    </a:cubicBezTo>
                    <a:lnTo>
                      <a:pt x="874" y="1109"/>
                    </a:lnTo>
                    <a:lnTo>
                      <a:pt x="911" y="995"/>
                    </a:lnTo>
                    <a:lnTo>
                      <a:pt x="911" y="995"/>
                    </a:lnTo>
                    <a:cubicBezTo>
                      <a:pt x="911" y="995"/>
                      <a:pt x="1046" y="1008"/>
                      <a:pt x="1099" y="916"/>
                    </a:cubicBezTo>
                    <a:lnTo>
                      <a:pt x="1099" y="916"/>
                    </a:lnTo>
                    <a:cubicBezTo>
                      <a:pt x="1206" y="734"/>
                      <a:pt x="858" y="218"/>
                      <a:pt x="858" y="218"/>
                    </a:cubicBezTo>
                    <a:lnTo>
                      <a:pt x="566" y="4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94" name="Freeform 60">
                <a:extLst>
                  <a:ext uri="{FF2B5EF4-FFF2-40B4-BE49-F238E27FC236}">
                    <a16:creationId xmlns:a16="http://schemas.microsoft.com/office/drawing/2014/main" id="{65C3BA52-D4DC-40F5-80F6-70DBCC7B94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6806" y="9863005"/>
                <a:ext cx="301102" cy="162132"/>
              </a:xfrm>
              <a:custGeom>
                <a:avLst/>
                <a:gdLst>
                  <a:gd name="T0" fmla="*/ 125 w 344"/>
                  <a:gd name="T1" fmla="*/ 185 h 186"/>
                  <a:gd name="T2" fmla="*/ 209 w 344"/>
                  <a:gd name="T3" fmla="*/ 118 h 186"/>
                  <a:gd name="T4" fmla="*/ 343 w 344"/>
                  <a:gd name="T5" fmla="*/ 118 h 186"/>
                  <a:gd name="T6" fmla="*/ 288 w 344"/>
                  <a:gd name="T7" fmla="*/ 42 h 186"/>
                  <a:gd name="T8" fmla="*/ 288 w 344"/>
                  <a:gd name="T9" fmla="*/ 42 h 186"/>
                  <a:gd name="T10" fmla="*/ 242 w 344"/>
                  <a:gd name="T11" fmla="*/ 18 h 186"/>
                  <a:gd name="T12" fmla="*/ 222 w 344"/>
                  <a:gd name="T13" fmla="*/ 18 h 186"/>
                  <a:gd name="T14" fmla="*/ 191 w 344"/>
                  <a:gd name="T15" fmla="*/ 6 h 186"/>
                  <a:gd name="T16" fmla="*/ 191 w 344"/>
                  <a:gd name="T17" fmla="*/ 6 h 186"/>
                  <a:gd name="T18" fmla="*/ 145 w 344"/>
                  <a:gd name="T19" fmla="*/ 9 h 186"/>
                  <a:gd name="T20" fmla="*/ 130 w 344"/>
                  <a:gd name="T21" fmla="*/ 18 h 186"/>
                  <a:gd name="T22" fmla="*/ 108 w 344"/>
                  <a:gd name="T23" fmla="*/ 13 h 186"/>
                  <a:gd name="T24" fmla="*/ 108 w 344"/>
                  <a:gd name="T25" fmla="*/ 13 h 186"/>
                  <a:gd name="T26" fmla="*/ 60 w 344"/>
                  <a:gd name="T27" fmla="*/ 26 h 186"/>
                  <a:gd name="T28" fmla="*/ 0 w 344"/>
                  <a:gd name="T29" fmla="*/ 94 h 186"/>
                  <a:gd name="T30" fmla="*/ 125 w 344"/>
                  <a:gd name="T31" fmla="*/ 185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44" h="186">
                    <a:moveTo>
                      <a:pt x="125" y="185"/>
                    </a:moveTo>
                    <a:lnTo>
                      <a:pt x="209" y="118"/>
                    </a:lnTo>
                    <a:lnTo>
                      <a:pt x="343" y="118"/>
                    </a:lnTo>
                    <a:lnTo>
                      <a:pt x="288" y="42"/>
                    </a:lnTo>
                    <a:lnTo>
                      <a:pt x="288" y="42"/>
                    </a:lnTo>
                    <a:cubicBezTo>
                      <a:pt x="276" y="27"/>
                      <a:pt x="260" y="18"/>
                      <a:pt x="242" y="18"/>
                    </a:cubicBezTo>
                    <a:lnTo>
                      <a:pt x="222" y="18"/>
                    </a:lnTo>
                    <a:lnTo>
                      <a:pt x="191" y="6"/>
                    </a:lnTo>
                    <a:lnTo>
                      <a:pt x="191" y="6"/>
                    </a:lnTo>
                    <a:cubicBezTo>
                      <a:pt x="175" y="0"/>
                      <a:pt x="159" y="0"/>
                      <a:pt x="145" y="9"/>
                    </a:cubicBezTo>
                    <a:lnTo>
                      <a:pt x="130" y="18"/>
                    </a:lnTo>
                    <a:lnTo>
                      <a:pt x="108" y="13"/>
                    </a:lnTo>
                    <a:lnTo>
                      <a:pt x="108" y="13"/>
                    </a:lnTo>
                    <a:cubicBezTo>
                      <a:pt x="90" y="7"/>
                      <a:pt x="73" y="13"/>
                      <a:pt x="60" y="26"/>
                    </a:cubicBezTo>
                    <a:lnTo>
                      <a:pt x="0" y="94"/>
                    </a:lnTo>
                    <a:lnTo>
                      <a:pt x="125" y="185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95" name="Freeform 61">
                <a:extLst>
                  <a:ext uri="{FF2B5EF4-FFF2-40B4-BE49-F238E27FC236}">
                    <a16:creationId xmlns:a16="http://schemas.microsoft.com/office/drawing/2014/main" id="{B08E8347-E563-46F6-AB81-4EEB0CADC5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6806" y="9863005"/>
                <a:ext cx="301102" cy="162132"/>
              </a:xfrm>
              <a:custGeom>
                <a:avLst/>
                <a:gdLst>
                  <a:gd name="T0" fmla="*/ 125 w 344"/>
                  <a:gd name="T1" fmla="*/ 185 h 186"/>
                  <a:gd name="T2" fmla="*/ 209 w 344"/>
                  <a:gd name="T3" fmla="*/ 118 h 186"/>
                  <a:gd name="T4" fmla="*/ 343 w 344"/>
                  <a:gd name="T5" fmla="*/ 118 h 186"/>
                  <a:gd name="T6" fmla="*/ 288 w 344"/>
                  <a:gd name="T7" fmla="*/ 42 h 186"/>
                  <a:gd name="T8" fmla="*/ 288 w 344"/>
                  <a:gd name="T9" fmla="*/ 42 h 186"/>
                  <a:gd name="T10" fmla="*/ 242 w 344"/>
                  <a:gd name="T11" fmla="*/ 18 h 186"/>
                  <a:gd name="T12" fmla="*/ 222 w 344"/>
                  <a:gd name="T13" fmla="*/ 18 h 186"/>
                  <a:gd name="T14" fmla="*/ 191 w 344"/>
                  <a:gd name="T15" fmla="*/ 6 h 186"/>
                  <a:gd name="T16" fmla="*/ 191 w 344"/>
                  <a:gd name="T17" fmla="*/ 6 h 186"/>
                  <a:gd name="T18" fmla="*/ 145 w 344"/>
                  <a:gd name="T19" fmla="*/ 9 h 186"/>
                  <a:gd name="T20" fmla="*/ 130 w 344"/>
                  <a:gd name="T21" fmla="*/ 18 h 186"/>
                  <a:gd name="T22" fmla="*/ 108 w 344"/>
                  <a:gd name="T23" fmla="*/ 13 h 186"/>
                  <a:gd name="T24" fmla="*/ 108 w 344"/>
                  <a:gd name="T25" fmla="*/ 13 h 186"/>
                  <a:gd name="T26" fmla="*/ 60 w 344"/>
                  <a:gd name="T27" fmla="*/ 26 h 186"/>
                  <a:gd name="T28" fmla="*/ 0 w 344"/>
                  <a:gd name="T29" fmla="*/ 94 h 186"/>
                  <a:gd name="T30" fmla="*/ 125 w 344"/>
                  <a:gd name="T31" fmla="*/ 185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44" h="186">
                    <a:moveTo>
                      <a:pt x="125" y="185"/>
                    </a:moveTo>
                    <a:lnTo>
                      <a:pt x="209" y="118"/>
                    </a:lnTo>
                    <a:lnTo>
                      <a:pt x="343" y="118"/>
                    </a:lnTo>
                    <a:lnTo>
                      <a:pt x="288" y="42"/>
                    </a:lnTo>
                    <a:lnTo>
                      <a:pt x="288" y="42"/>
                    </a:lnTo>
                    <a:cubicBezTo>
                      <a:pt x="276" y="27"/>
                      <a:pt x="260" y="18"/>
                      <a:pt x="242" y="18"/>
                    </a:cubicBezTo>
                    <a:lnTo>
                      <a:pt x="222" y="18"/>
                    </a:lnTo>
                    <a:lnTo>
                      <a:pt x="191" y="6"/>
                    </a:lnTo>
                    <a:lnTo>
                      <a:pt x="191" y="6"/>
                    </a:lnTo>
                    <a:cubicBezTo>
                      <a:pt x="175" y="0"/>
                      <a:pt x="159" y="0"/>
                      <a:pt x="145" y="9"/>
                    </a:cubicBezTo>
                    <a:lnTo>
                      <a:pt x="130" y="18"/>
                    </a:lnTo>
                    <a:lnTo>
                      <a:pt x="108" y="13"/>
                    </a:lnTo>
                    <a:lnTo>
                      <a:pt x="108" y="13"/>
                    </a:lnTo>
                    <a:cubicBezTo>
                      <a:pt x="90" y="7"/>
                      <a:pt x="73" y="13"/>
                      <a:pt x="60" y="26"/>
                    </a:cubicBezTo>
                    <a:lnTo>
                      <a:pt x="0" y="94"/>
                    </a:lnTo>
                    <a:lnTo>
                      <a:pt x="125" y="185"/>
                    </a:lnTo>
                  </a:path>
                </a:pathLst>
              </a:custGeom>
              <a:solidFill>
                <a:srgbClr val="C4C8CE">
                  <a:alpha val="15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96" name="Freeform 62">
                <a:extLst>
                  <a:ext uri="{FF2B5EF4-FFF2-40B4-BE49-F238E27FC236}">
                    <a16:creationId xmlns:a16="http://schemas.microsoft.com/office/drawing/2014/main" id="{F694209C-72E6-4C3B-A10A-AF751F5947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57877" y="9600506"/>
                <a:ext cx="328122" cy="706432"/>
              </a:xfrm>
              <a:custGeom>
                <a:avLst/>
                <a:gdLst>
                  <a:gd name="T0" fmla="*/ 340 w 375"/>
                  <a:gd name="T1" fmla="*/ 804 h 805"/>
                  <a:gd name="T2" fmla="*/ 360 w 375"/>
                  <a:gd name="T3" fmla="*/ 587 h 805"/>
                  <a:gd name="T4" fmla="*/ 374 w 375"/>
                  <a:gd name="T5" fmla="*/ 544 h 805"/>
                  <a:gd name="T6" fmla="*/ 29 w 375"/>
                  <a:gd name="T7" fmla="*/ 0 h 805"/>
                  <a:gd name="T8" fmla="*/ 29 w 375"/>
                  <a:gd name="T9" fmla="*/ 0 h 805"/>
                  <a:gd name="T10" fmla="*/ 340 w 375"/>
                  <a:gd name="T11" fmla="*/ 804 h 8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75" h="805">
                    <a:moveTo>
                      <a:pt x="340" y="804"/>
                    </a:moveTo>
                    <a:lnTo>
                      <a:pt x="360" y="587"/>
                    </a:lnTo>
                    <a:lnTo>
                      <a:pt x="374" y="544"/>
                    </a:lnTo>
                    <a:lnTo>
                      <a:pt x="29" y="0"/>
                    </a:lnTo>
                    <a:lnTo>
                      <a:pt x="29" y="0"/>
                    </a:lnTo>
                    <a:cubicBezTo>
                      <a:pt x="29" y="0"/>
                      <a:pt x="0" y="499"/>
                      <a:pt x="340" y="804"/>
                    </a:cubicBezTo>
                  </a:path>
                </a:pathLst>
              </a:custGeom>
              <a:solidFill>
                <a:srgbClr val="111340">
                  <a:alpha val="25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97" name="Freeform 63">
                <a:extLst>
                  <a:ext uri="{FF2B5EF4-FFF2-40B4-BE49-F238E27FC236}">
                    <a16:creationId xmlns:a16="http://schemas.microsoft.com/office/drawing/2014/main" id="{9DA10179-8681-403E-9A3F-DE95496A2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65598" y="9353448"/>
                <a:ext cx="1069295" cy="961210"/>
              </a:xfrm>
              <a:custGeom>
                <a:avLst/>
                <a:gdLst>
                  <a:gd name="T0" fmla="*/ 21 w 1222"/>
                  <a:gd name="T1" fmla="*/ 313 h 1096"/>
                  <a:gd name="T2" fmla="*/ 21 w 1222"/>
                  <a:gd name="T3" fmla="*/ 313 h 1096"/>
                  <a:gd name="T4" fmla="*/ 359 w 1222"/>
                  <a:gd name="T5" fmla="*/ 1049 h 1096"/>
                  <a:gd name="T6" fmla="*/ 359 w 1222"/>
                  <a:gd name="T7" fmla="*/ 1049 h 1096"/>
                  <a:gd name="T8" fmla="*/ 494 w 1222"/>
                  <a:gd name="T9" fmla="*/ 1080 h 1096"/>
                  <a:gd name="T10" fmla="*/ 494 w 1222"/>
                  <a:gd name="T11" fmla="*/ 1080 h 1096"/>
                  <a:gd name="T12" fmla="*/ 1221 w 1222"/>
                  <a:gd name="T13" fmla="*/ 766 h 1096"/>
                  <a:gd name="T14" fmla="*/ 1096 w 1222"/>
                  <a:gd name="T15" fmla="*/ 675 h 1096"/>
                  <a:gd name="T16" fmla="*/ 1096 w 1222"/>
                  <a:gd name="T17" fmla="*/ 675 h 1096"/>
                  <a:gd name="T18" fmla="*/ 848 w 1222"/>
                  <a:gd name="T19" fmla="*/ 743 h 1096"/>
                  <a:gd name="T20" fmla="*/ 848 w 1222"/>
                  <a:gd name="T21" fmla="*/ 743 h 1096"/>
                  <a:gd name="T22" fmla="*/ 517 w 1222"/>
                  <a:gd name="T23" fmla="*/ 829 h 1096"/>
                  <a:gd name="T24" fmla="*/ 517 w 1222"/>
                  <a:gd name="T25" fmla="*/ 829 h 1096"/>
                  <a:gd name="T26" fmla="*/ 297 w 1222"/>
                  <a:gd name="T27" fmla="*/ 225 h 1096"/>
                  <a:gd name="T28" fmla="*/ 297 w 1222"/>
                  <a:gd name="T29" fmla="*/ 225 h 1096"/>
                  <a:gd name="T30" fmla="*/ 21 w 1222"/>
                  <a:gd name="T31" fmla="*/ 313 h 10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222" h="1096">
                    <a:moveTo>
                      <a:pt x="21" y="313"/>
                    </a:moveTo>
                    <a:lnTo>
                      <a:pt x="21" y="313"/>
                    </a:lnTo>
                    <a:cubicBezTo>
                      <a:pt x="49" y="514"/>
                      <a:pt x="147" y="849"/>
                      <a:pt x="359" y="1049"/>
                    </a:cubicBezTo>
                    <a:lnTo>
                      <a:pt x="359" y="1049"/>
                    </a:lnTo>
                    <a:cubicBezTo>
                      <a:pt x="394" y="1083"/>
                      <a:pt x="446" y="1095"/>
                      <a:pt x="494" y="1080"/>
                    </a:cubicBezTo>
                    <a:lnTo>
                      <a:pt x="494" y="1080"/>
                    </a:lnTo>
                    <a:cubicBezTo>
                      <a:pt x="662" y="1029"/>
                      <a:pt x="1072" y="895"/>
                      <a:pt x="1221" y="766"/>
                    </a:cubicBezTo>
                    <a:lnTo>
                      <a:pt x="1096" y="675"/>
                    </a:lnTo>
                    <a:lnTo>
                      <a:pt x="1096" y="675"/>
                    </a:lnTo>
                    <a:cubicBezTo>
                      <a:pt x="1096" y="675"/>
                      <a:pt x="1004" y="731"/>
                      <a:pt x="848" y="743"/>
                    </a:cubicBezTo>
                    <a:lnTo>
                      <a:pt x="848" y="743"/>
                    </a:lnTo>
                    <a:cubicBezTo>
                      <a:pt x="595" y="761"/>
                      <a:pt x="517" y="829"/>
                      <a:pt x="517" y="829"/>
                    </a:cubicBezTo>
                    <a:lnTo>
                      <a:pt x="517" y="829"/>
                    </a:lnTo>
                    <a:cubicBezTo>
                      <a:pt x="517" y="829"/>
                      <a:pt x="370" y="339"/>
                      <a:pt x="297" y="225"/>
                    </a:cubicBezTo>
                    <a:lnTo>
                      <a:pt x="297" y="225"/>
                    </a:lnTo>
                    <a:cubicBezTo>
                      <a:pt x="151" y="0"/>
                      <a:pt x="0" y="157"/>
                      <a:pt x="21" y="313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98" name="Freeform 64">
                <a:extLst>
                  <a:ext uri="{FF2B5EF4-FFF2-40B4-BE49-F238E27FC236}">
                    <a16:creationId xmlns:a16="http://schemas.microsoft.com/office/drawing/2014/main" id="{6AB59C82-E0D3-4E63-8FAD-98A1A0C657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04201" y="8450144"/>
                <a:ext cx="559739" cy="884005"/>
              </a:xfrm>
              <a:custGeom>
                <a:avLst/>
                <a:gdLst>
                  <a:gd name="T0" fmla="*/ 631 w 640"/>
                  <a:gd name="T1" fmla="*/ 449 h 1010"/>
                  <a:gd name="T2" fmla="*/ 631 w 640"/>
                  <a:gd name="T3" fmla="*/ 449 h 1010"/>
                  <a:gd name="T4" fmla="*/ 587 w 640"/>
                  <a:gd name="T5" fmla="*/ 267 h 1010"/>
                  <a:gd name="T6" fmla="*/ 587 w 640"/>
                  <a:gd name="T7" fmla="*/ 267 h 1010"/>
                  <a:gd name="T8" fmla="*/ 355 w 640"/>
                  <a:gd name="T9" fmla="*/ 0 h 1010"/>
                  <a:gd name="T10" fmla="*/ 355 w 640"/>
                  <a:gd name="T11" fmla="*/ 0 h 1010"/>
                  <a:gd name="T12" fmla="*/ 93 w 640"/>
                  <a:gd name="T13" fmla="*/ 262 h 1010"/>
                  <a:gd name="T14" fmla="*/ 93 w 640"/>
                  <a:gd name="T15" fmla="*/ 262 h 1010"/>
                  <a:gd name="T16" fmla="*/ 137 w 640"/>
                  <a:gd name="T17" fmla="*/ 500 h 1010"/>
                  <a:gd name="T18" fmla="*/ 136 w 640"/>
                  <a:gd name="T19" fmla="*/ 500 h 1010"/>
                  <a:gd name="T20" fmla="*/ 0 w 640"/>
                  <a:gd name="T21" fmla="*/ 795 h 1010"/>
                  <a:gd name="T22" fmla="*/ 0 w 640"/>
                  <a:gd name="T23" fmla="*/ 795 h 1010"/>
                  <a:gd name="T24" fmla="*/ 292 w 640"/>
                  <a:gd name="T25" fmla="*/ 1009 h 1010"/>
                  <a:gd name="T26" fmla="*/ 274 w 640"/>
                  <a:gd name="T27" fmla="*/ 861 h 1010"/>
                  <a:gd name="T28" fmla="*/ 274 w 640"/>
                  <a:gd name="T29" fmla="*/ 861 h 1010"/>
                  <a:gd name="T30" fmla="*/ 300 w 640"/>
                  <a:gd name="T31" fmla="*/ 701 h 1010"/>
                  <a:gd name="T32" fmla="*/ 308 w 640"/>
                  <a:gd name="T33" fmla="*/ 683 h 1010"/>
                  <a:gd name="T34" fmla="*/ 308 w 640"/>
                  <a:gd name="T35" fmla="*/ 683 h 1010"/>
                  <a:gd name="T36" fmla="*/ 447 w 640"/>
                  <a:gd name="T37" fmla="*/ 718 h 1010"/>
                  <a:gd name="T38" fmla="*/ 447 w 640"/>
                  <a:gd name="T39" fmla="*/ 718 h 1010"/>
                  <a:gd name="T40" fmla="*/ 586 w 640"/>
                  <a:gd name="T41" fmla="*/ 475 h 1010"/>
                  <a:gd name="T42" fmla="*/ 586 w 640"/>
                  <a:gd name="T43" fmla="*/ 475 h 1010"/>
                  <a:gd name="T44" fmla="*/ 631 w 640"/>
                  <a:gd name="T45" fmla="*/ 449 h 10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640" h="1010">
                    <a:moveTo>
                      <a:pt x="631" y="449"/>
                    </a:moveTo>
                    <a:lnTo>
                      <a:pt x="631" y="449"/>
                    </a:lnTo>
                    <a:cubicBezTo>
                      <a:pt x="605" y="382"/>
                      <a:pt x="583" y="354"/>
                      <a:pt x="587" y="267"/>
                    </a:cubicBezTo>
                    <a:lnTo>
                      <a:pt x="587" y="267"/>
                    </a:lnTo>
                    <a:cubicBezTo>
                      <a:pt x="593" y="104"/>
                      <a:pt x="498" y="0"/>
                      <a:pt x="355" y="0"/>
                    </a:cubicBezTo>
                    <a:lnTo>
                      <a:pt x="355" y="0"/>
                    </a:lnTo>
                    <a:cubicBezTo>
                      <a:pt x="210" y="0"/>
                      <a:pt x="97" y="117"/>
                      <a:pt x="93" y="262"/>
                    </a:cubicBezTo>
                    <a:lnTo>
                      <a:pt x="93" y="262"/>
                    </a:lnTo>
                    <a:cubicBezTo>
                      <a:pt x="90" y="358"/>
                      <a:pt x="108" y="437"/>
                      <a:pt x="137" y="500"/>
                    </a:cubicBezTo>
                    <a:lnTo>
                      <a:pt x="136" y="500"/>
                    </a:lnTo>
                    <a:lnTo>
                      <a:pt x="0" y="795"/>
                    </a:lnTo>
                    <a:lnTo>
                      <a:pt x="0" y="795"/>
                    </a:lnTo>
                    <a:cubicBezTo>
                      <a:pt x="0" y="795"/>
                      <a:pt x="133" y="977"/>
                      <a:pt x="292" y="1009"/>
                    </a:cubicBezTo>
                    <a:lnTo>
                      <a:pt x="274" y="861"/>
                    </a:lnTo>
                    <a:lnTo>
                      <a:pt x="274" y="861"/>
                    </a:lnTo>
                    <a:cubicBezTo>
                      <a:pt x="268" y="806"/>
                      <a:pt x="276" y="750"/>
                      <a:pt x="300" y="701"/>
                    </a:cubicBezTo>
                    <a:lnTo>
                      <a:pt x="308" y="683"/>
                    </a:lnTo>
                    <a:lnTo>
                      <a:pt x="308" y="683"/>
                    </a:lnTo>
                    <a:cubicBezTo>
                      <a:pt x="365" y="714"/>
                      <a:pt x="419" y="723"/>
                      <a:pt x="447" y="718"/>
                    </a:cubicBezTo>
                    <a:lnTo>
                      <a:pt x="447" y="718"/>
                    </a:lnTo>
                    <a:cubicBezTo>
                      <a:pt x="516" y="703"/>
                      <a:pt x="576" y="592"/>
                      <a:pt x="586" y="475"/>
                    </a:cubicBezTo>
                    <a:lnTo>
                      <a:pt x="586" y="475"/>
                    </a:lnTo>
                    <a:cubicBezTo>
                      <a:pt x="587" y="453"/>
                      <a:pt x="639" y="470"/>
                      <a:pt x="631" y="44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99" name="Freeform 65">
                <a:extLst>
                  <a:ext uri="{FF2B5EF4-FFF2-40B4-BE49-F238E27FC236}">
                    <a16:creationId xmlns:a16="http://schemas.microsoft.com/office/drawing/2014/main" id="{8838CF89-0816-4168-AAED-5BAEAE247D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04201" y="8450144"/>
                <a:ext cx="559739" cy="884005"/>
              </a:xfrm>
              <a:custGeom>
                <a:avLst/>
                <a:gdLst>
                  <a:gd name="T0" fmla="*/ 631 w 640"/>
                  <a:gd name="T1" fmla="*/ 449 h 1010"/>
                  <a:gd name="T2" fmla="*/ 631 w 640"/>
                  <a:gd name="T3" fmla="*/ 449 h 1010"/>
                  <a:gd name="T4" fmla="*/ 587 w 640"/>
                  <a:gd name="T5" fmla="*/ 267 h 1010"/>
                  <a:gd name="T6" fmla="*/ 587 w 640"/>
                  <a:gd name="T7" fmla="*/ 267 h 1010"/>
                  <a:gd name="T8" fmla="*/ 355 w 640"/>
                  <a:gd name="T9" fmla="*/ 0 h 1010"/>
                  <a:gd name="T10" fmla="*/ 355 w 640"/>
                  <a:gd name="T11" fmla="*/ 0 h 1010"/>
                  <a:gd name="T12" fmla="*/ 93 w 640"/>
                  <a:gd name="T13" fmla="*/ 262 h 1010"/>
                  <a:gd name="T14" fmla="*/ 93 w 640"/>
                  <a:gd name="T15" fmla="*/ 262 h 1010"/>
                  <a:gd name="T16" fmla="*/ 137 w 640"/>
                  <a:gd name="T17" fmla="*/ 500 h 1010"/>
                  <a:gd name="T18" fmla="*/ 136 w 640"/>
                  <a:gd name="T19" fmla="*/ 500 h 1010"/>
                  <a:gd name="T20" fmla="*/ 0 w 640"/>
                  <a:gd name="T21" fmla="*/ 795 h 1010"/>
                  <a:gd name="T22" fmla="*/ 0 w 640"/>
                  <a:gd name="T23" fmla="*/ 795 h 1010"/>
                  <a:gd name="T24" fmla="*/ 292 w 640"/>
                  <a:gd name="T25" fmla="*/ 1009 h 1010"/>
                  <a:gd name="T26" fmla="*/ 274 w 640"/>
                  <a:gd name="T27" fmla="*/ 861 h 1010"/>
                  <a:gd name="T28" fmla="*/ 274 w 640"/>
                  <a:gd name="T29" fmla="*/ 861 h 1010"/>
                  <a:gd name="T30" fmla="*/ 300 w 640"/>
                  <a:gd name="T31" fmla="*/ 701 h 1010"/>
                  <a:gd name="T32" fmla="*/ 308 w 640"/>
                  <a:gd name="T33" fmla="*/ 683 h 1010"/>
                  <a:gd name="T34" fmla="*/ 308 w 640"/>
                  <a:gd name="T35" fmla="*/ 683 h 1010"/>
                  <a:gd name="T36" fmla="*/ 447 w 640"/>
                  <a:gd name="T37" fmla="*/ 718 h 1010"/>
                  <a:gd name="T38" fmla="*/ 447 w 640"/>
                  <a:gd name="T39" fmla="*/ 718 h 1010"/>
                  <a:gd name="T40" fmla="*/ 586 w 640"/>
                  <a:gd name="T41" fmla="*/ 475 h 1010"/>
                  <a:gd name="T42" fmla="*/ 586 w 640"/>
                  <a:gd name="T43" fmla="*/ 475 h 1010"/>
                  <a:gd name="T44" fmla="*/ 631 w 640"/>
                  <a:gd name="T45" fmla="*/ 449 h 10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640" h="1010">
                    <a:moveTo>
                      <a:pt x="631" y="449"/>
                    </a:moveTo>
                    <a:lnTo>
                      <a:pt x="631" y="449"/>
                    </a:lnTo>
                    <a:cubicBezTo>
                      <a:pt x="605" y="382"/>
                      <a:pt x="583" y="354"/>
                      <a:pt x="587" y="267"/>
                    </a:cubicBezTo>
                    <a:lnTo>
                      <a:pt x="587" y="267"/>
                    </a:lnTo>
                    <a:cubicBezTo>
                      <a:pt x="593" y="104"/>
                      <a:pt x="498" y="0"/>
                      <a:pt x="355" y="0"/>
                    </a:cubicBezTo>
                    <a:lnTo>
                      <a:pt x="355" y="0"/>
                    </a:lnTo>
                    <a:cubicBezTo>
                      <a:pt x="210" y="0"/>
                      <a:pt x="97" y="117"/>
                      <a:pt x="93" y="262"/>
                    </a:cubicBezTo>
                    <a:lnTo>
                      <a:pt x="93" y="262"/>
                    </a:lnTo>
                    <a:cubicBezTo>
                      <a:pt x="90" y="358"/>
                      <a:pt x="108" y="437"/>
                      <a:pt x="137" y="500"/>
                    </a:cubicBezTo>
                    <a:lnTo>
                      <a:pt x="136" y="500"/>
                    </a:lnTo>
                    <a:lnTo>
                      <a:pt x="0" y="795"/>
                    </a:lnTo>
                    <a:lnTo>
                      <a:pt x="0" y="795"/>
                    </a:lnTo>
                    <a:cubicBezTo>
                      <a:pt x="0" y="795"/>
                      <a:pt x="133" y="977"/>
                      <a:pt x="292" y="1009"/>
                    </a:cubicBezTo>
                    <a:lnTo>
                      <a:pt x="274" y="861"/>
                    </a:lnTo>
                    <a:lnTo>
                      <a:pt x="274" y="861"/>
                    </a:lnTo>
                    <a:cubicBezTo>
                      <a:pt x="268" y="806"/>
                      <a:pt x="276" y="750"/>
                      <a:pt x="300" y="701"/>
                    </a:cubicBezTo>
                    <a:lnTo>
                      <a:pt x="308" y="683"/>
                    </a:lnTo>
                    <a:lnTo>
                      <a:pt x="308" y="683"/>
                    </a:lnTo>
                    <a:cubicBezTo>
                      <a:pt x="365" y="714"/>
                      <a:pt x="419" y="723"/>
                      <a:pt x="447" y="718"/>
                    </a:cubicBezTo>
                    <a:lnTo>
                      <a:pt x="447" y="718"/>
                    </a:lnTo>
                    <a:cubicBezTo>
                      <a:pt x="516" y="703"/>
                      <a:pt x="576" y="592"/>
                      <a:pt x="586" y="475"/>
                    </a:cubicBezTo>
                    <a:lnTo>
                      <a:pt x="586" y="475"/>
                    </a:lnTo>
                    <a:cubicBezTo>
                      <a:pt x="587" y="453"/>
                      <a:pt x="639" y="470"/>
                      <a:pt x="631" y="449"/>
                    </a:cubicBezTo>
                  </a:path>
                </a:pathLst>
              </a:custGeom>
              <a:solidFill>
                <a:srgbClr val="C4C8CE">
                  <a:alpha val="15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00" name="Freeform 66">
                <a:extLst>
                  <a:ext uri="{FF2B5EF4-FFF2-40B4-BE49-F238E27FC236}">
                    <a16:creationId xmlns:a16="http://schemas.microsoft.com/office/drawing/2014/main" id="{92D4B28A-6FB9-4977-B80D-1F099E4E45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08427" y="8886356"/>
                <a:ext cx="165993" cy="208455"/>
              </a:xfrm>
              <a:custGeom>
                <a:avLst/>
                <a:gdLst>
                  <a:gd name="T0" fmla="*/ 18 w 190"/>
                  <a:gd name="T1" fmla="*/ 0 h 236"/>
                  <a:gd name="T2" fmla="*/ 17 w 190"/>
                  <a:gd name="T3" fmla="*/ 0 h 236"/>
                  <a:gd name="T4" fmla="*/ 0 w 190"/>
                  <a:gd name="T5" fmla="*/ 37 h 236"/>
                  <a:gd name="T6" fmla="*/ 0 w 190"/>
                  <a:gd name="T7" fmla="*/ 37 h 236"/>
                  <a:gd name="T8" fmla="*/ 167 w 190"/>
                  <a:gd name="T9" fmla="*/ 235 h 236"/>
                  <a:gd name="T10" fmla="*/ 167 w 190"/>
                  <a:gd name="T11" fmla="*/ 235 h 236"/>
                  <a:gd name="T12" fmla="*/ 181 w 190"/>
                  <a:gd name="T13" fmla="*/ 201 h 236"/>
                  <a:gd name="T14" fmla="*/ 189 w 190"/>
                  <a:gd name="T15" fmla="*/ 183 h 236"/>
                  <a:gd name="T16" fmla="*/ 189 w 190"/>
                  <a:gd name="T17" fmla="*/ 183 h 236"/>
                  <a:gd name="T18" fmla="*/ 18 w 190"/>
                  <a:gd name="T19" fmla="*/ 0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90" h="236">
                    <a:moveTo>
                      <a:pt x="18" y="0"/>
                    </a:moveTo>
                    <a:lnTo>
                      <a:pt x="17" y="0"/>
                    </a:lnTo>
                    <a:lnTo>
                      <a:pt x="0" y="37"/>
                    </a:lnTo>
                    <a:lnTo>
                      <a:pt x="0" y="37"/>
                    </a:lnTo>
                    <a:cubicBezTo>
                      <a:pt x="21" y="89"/>
                      <a:pt x="71" y="189"/>
                      <a:pt x="167" y="235"/>
                    </a:cubicBezTo>
                    <a:lnTo>
                      <a:pt x="167" y="235"/>
                    </a:lnTo>
                    <a:cubicBezTo>
                      <a:pt x="171" y="223"/>
                      <a:pt x="176" y="212"/>
                      <a:pt x="181" y="201"/>
                    </a:cubicBezTo>
                    <a:lnTo>
                      <a:pt x="189" y="183"/>
                    </a:lnTo>
                    <a:lnTo>
                      <a:pt x="189" y="183"/>
                    </a:lnTo>
                    <a:cubicBezTo>
                      <a:pt x="127" y="150"/>
                      <a:pt x="60" y="92"/>
                      <a:pt x="18" y="0"/>
                    </a:cubicBezTo>
                  </a:path>
                </a:pathLst>
              </a:custGeom>
              <a:solidFill>
                <a:srgbClr val="C4C8CE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01" name="Freeform 67">
                <a:extLst>
                  <a:ext uri="{FF2B5EF4-FFF2-40B4-BE49-F238E27FC236}">
                    <a16:creationId xmlns:a16="http://schemas.microsoft.com/office/drawing/2014/main" id="{847C6BD5-CEED-44E3-A82C-FDB22D1650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2184" y="8114301"/>
                <a:ext cx="1594296" cy="667827"/>
              </a:xfrm>
              <a:custGeom>
                <a:avLst/>
                <a:gdLst>
                  <a:gd name="T0" fmla="*/ 1813 w 1820"/>
                  <a:gd name="T1" fmla="*/ 365 h 764"/>
                  <a:gd name="T2" fmla="*/ 1813 w 1820"/>
                  <a:gd name="T3" fmla="*/ 365 h 764"/>
                  <a:gd name="T4" fmla="*/ 1196 w 1820"/>
                  <a:gd name="T5" fmla="*/ 1 h 764"/>
                  <a:gd name="T6" fmla="*/ 1196 w 1820"/>
                  <a:gd name="T7" fmla="*/ 1 h 764"/>
                  <a:gd name="T8" fmla="*/ 563 w 1820"/>
                  <a:gd name="T9" fmla="*/ 370 h 764"/>
                  <a:gd name="T10" fmla="*/ 563 w 1820"/>
                  <a:gd name="T11" fmla="*/ 370 h 764"/>
                  <a:gd name="T12" fmla="*/ 0 w 1820"/>
                  <a:gd name="T13" fmla="*/ 228 h 764"/>
                  <a:gd name="T14" fmla="*/ 0 w 1820"/>
                  <a:gd name="T15" fmla="*/ 228 h 764"/>
                  <a:gd name="T16" fmla="*/ 755 w 1820"/>
                  <a:gd name="T17" fmla="*/ 668 h 764"/>
                  <a:gd name="T18" fmla="*/ 755 w 1820"/>
                  <a:gd name="T19" fmla="*/ 668 h 764"/>
                  <a:gd name="T20" fmla="*/ 1747 w 1820"/>
                  <a:gd name="T21" fmla="*/ 460 h 764"/>
                  <a:gd name="T22" fmla="*/ 1747 w 1820"/>
                  <a:gd name="T23" fmla="*/ 460 h 764"/>
                  <a:gd name="T24" fmla="*/ 1813 w 1820"/>
                  <a:gd name="T25" fmla="*/ 365 h 7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20" h="764">
                    <a:moveTo>
                      <a:pt x="1813" y="365"/>
                    </a:moveTo>
                    <a:lnTo>
                      <a:pt x="1813" y="365"/>
                    </a:lnTo>
                    <a:cubicBezTo>
                      <a:pt x="1813" y="365"/>
                      <a:pt x="1580" y="0"/>
                      <a:pt x="1196" y="1"/>
                    </a:cubicBezTo>
                    <a:lnTo>
                      <a:pt x="1196" y="1"/>
                    </a:lnTo>
                    <a:cubicBezTo>
                      <a:pt x="881" y="2"/>
                      <a:pt x="907" y="322"/>
                      <a:pt x="563" y="370"/>
                    </a:cubicBezTo>
                    <a:lnTo>
                      <a:pt x="563" y="370"/>
                    </a:lnTo>
                    <a:cubicBezTo>
                      <a:pt x="235" y="415"/>
                      <a:pt x="0" y="228"/>
                      <a:pt x="0" y="228"/>
                    </a:cubicBezTo>
                    <a:lnTo>
                      <a:pt x="0" y="228"/>
                    </a:lnTo>
                    <a:cubicBezTo>
                      <a:pt x="0" y="228"/>
                      <a:pt x="200" y="763"/>
                      <a:pt x="755" y="668"/>
                    </a:cubicBezTo>
                    <a:lnTo>
                      <a:pt x="755" y="668"/>
                    </a:lnTo>
                    <a:cubicBezTo>
                      <a:pt x="1263" y="580"/>
                      <a:pt x="1358" y="266"/>
                      <a:pt x="1747" y="460"/>
                    </a:cubicBezTo>
                    <a:lnTo>
                      <a:pt x="1747" y="460"/>
                    </a:lnTo>
                    <a:cubicBezTo>
                      <a:pt x="1747" y="460"/>
                      <a:pt x="1819" y="458"/>
                      <a:pt x="1813" y="365"/>
                    </a:cubicBezTo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02" name="Freeform 68">
                <a:extLst>
                  <a:ext uri="{FF2B5EF4-FFF2-40B4-BE49-F238E27FC236}">
                    <a16:creationId xmlns:a16="http://schemas.microsoft.com/office/drawing/2014/main" id="{31EB7276-B974-47B0-800E-2FAEE6C933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6113" y="8372938"/>
                <a:ext cx="150550" cy="227758"/>
              </a:xfrm>
              <a:custGeom>
                <a:avLst/>
                <a:gdLst>
                  <a:gd name="T0" fmla="*/ 141 w 172"/>
                  <a:gd name="T1" fmla="*/ 157 h 262"/>
                  <a:gd name="T2" fmla="*/ 141 w 172"/>
                  <a:gd name="T3" fmla="*/ 157 h 262"/>
                  <a:gd name="T4" fmla="*/ 31 w 172"/>
                  <a:gd name="T5" fmla="*/ 247 h 262"/>
                  <a:gd name="T6" fmla="*/ 31 w 172"/>
                  <a:gd name="T7" fmla="*/ 247 h 262"/>
                  <a:gd name="T8" fmla="*/ 30 w 172"/>
                  <a:gd name="T9" fmla="*/ 105 h 262"/>
                  <a:gd name="T10" fmla="*/ 30 w 172"/>
                  <a:gd name="T11" fmla="*/ 105 h 262"/>
                  <a:gd name="T12" fmla="*/ 139 w 172"/>
                  <a:gd name="T13" fmla="*/ 15 h 262"/>
                  <a:gd name="T14" fmla="*/ 139 w 172"/>
                  <a:gd name="T15" fmla="*/ 15 h 262"/>
                  <a:gd name="T16" fmla="*/ 141 w 172"/>
                  <a:gd name="T17" fmla="*/ 157 h 2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2" h="262">
                    <a:moveTo>
                      <a:pt x="141" y="157"/>
                    </a:moveTo>
                    <a:lnTo>
                      <a:pt x="141" y="157"/>
                    </a:lnTo>
                    <a:cubicBezTo>
                      <a:pt x="110" y="220"/>
                      <a:pt x="62" y="261"/>
                      <a:pt x="31" y="247"/>
                    </a:cubicBezTo>
                    <a:lnTo>
                      <a:pt x="31" y="247"/>
                    </a:lnTo>
                    <a:cubicBezTo>
                      <a:pt x="0" y="233"/>
                      <a:pt x="0" y="169"/>
                      <a:pt x="30" y="105"/>
                    </a:cubicBezTo>
                    <a:lnTo>
                      <a:pt x="30" y="105"/>
                    </a:lnTo>
                    <a:cubicBezTo>
                      <a:pt x="59" y="41"/>
                      <a:pt x="108" y="0"/>
                      <a:pt x="139" y="15"/>
                    </a:cubicBezTo>
                    <a:lnTo>
                      <a:pt x="139" y="15"/>
                    </a:lnTo>
                    <a:cubicBezTo>
                      <a:pt x="170" y="29"/>
                      <a:pt x="171" y="92"/>
                      <a:pt x="141" y="15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03" name="Freeform 69">
                <a:extLst>
                  <a:ext uri="{FF2B5EF4-FFF2-40B4-BE49-F238E27FC236}">
                    <a16:creationId xmlns:a16="http://schemas.microsoft.com/office/drawing/2014/main" id="{66F9FD59-40BD-488E-A1BE-FF87485792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9972" y="8288012"/>
                <a:ext cx="644667" cy="698711"/>
              </a:xfrm>
              <a:custGeom>
                <a:avLst/>
                <a:gdLst>
                  <a:gd name="T0" fmla="*/ 204 w 737"/>
                  <a:gd name="T1" fmla="*/ 796 h 797"/>
                  <a:gd name="T2" fmla="*/ 204 w 737"/>
                  <a:gd name="T3" fmla="*/ 796 h 797"/>
                  <a:gd name="T4" fmla="*/ 327 w 737"/>
                  <a:gd name="T5" fmla="*/ 622 h 797"/>
                  <a:gd name="T6" fmla="*/ 327 w 737"/>
                  <a:gd name="T7" fmla="*/ 622 h 797"/>
                  <a:gd name="T8" fmla="*/ 257 w 737"/>
                  <a:gd name="T9" fmla="*/ 505 h 797"/>
                  <a:gd name="T10" fmla="*/ 257 w 737"/>
                  <a:gd name="T11" fmla="*/ 505 h 797"/>
                  <a:gd name="T12" fmla="*/ 344 w 737"/>
                  <a:gd name="T13" fmla="*/ 566 h 797"/>
                  <a:gd name="T14" fmla="*/ 344 w 737"/>
                  <a:gd name="T15" fmla="*/ 566 h 797"/>
                  <a:gd name="T16" fmla="*/ 711 w 737"/>
                  <a:gd name="T17" fmla="*/ 300 h 797"/>
                  <a:gd name="T18" fmla="*/ 711 w 737"/>
                  <a:gd name="T19" fmla="*/ 300 h 797"/>
                  <a:gd name="T20" fmla="*/ 472 w 737"/>
                  <a:gd name="T21" fmla="*/ 77 h 797"/>
                  <a:gd name="T22" fmla="*/ 472 w 737"/>
                  <a:gd name="T23" fmla="*/ 77 h 797"/>
                  <a:gd name="T24" fmla="*/ 118 w 737"/>
                  <a:gd name="T25" fmla="*/ 143 h 797"/>
                  <a:gd name="T26" fmla="*/ 118 w 737"/>
                  <a:gd name="T27" fmla="*/ 143 h 797"/>
                  <a:gd name="T28" fmla="*/ 138 w 737"/>
                  <a:gd name="T29" fmla="*/ 589 h 797"/>
                  <a:gd name="T30" fmla="*/ 138 w 737"/>
                  <a:gd name="T31" fmla="*/ 589 h 797"/>
                  <a:gd name="T32" fmla="*/ 204 w 737"/>
                  <a:gd name="T33" fmla="*/ 796 h 7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737" h="797">
                    <a:moveTo>
                      <a:pt x="204" y="796"/>
                    </a:moveTo>
                    <a:lnTo>
                      <a:pt x="204" y="796"/>
                    </a:lnTo>
                    <a:cubicBezTo>
                      <a:pt x="204" y="796"/>
                      <a:pt x="323" y="754"/>
                      <a:pt x="327" y="622"/>
                    </a:cubicBezTo>
                    <a:lnTo>
                      <a:pt x="327" y="622"/>
                    </a:lnTo>
                    <a:cubicBezTo>
                      <a:pt x="327" y="622"/>
                      <a:pt x="230" y="621"/>
                      <a:pt x="257" y="505"/>
                    </a:cubicBezTo>
                    <a:lnTo>
                      <a:pt x="257" y="505"/>
                    </a:lnTo>
                    <a:cubicBezTo>
                      <a:pt x="285" y="389"/>
                      <a:pt x="344" y="566"/>
                      <a:pt x="344" y="566"/>
                    </a:cubicBezTo>
                    <a:lnTo>
                      <a:pt x="344" y="566"/>
                    </a:lnTo>
                    <a:cubicBezTo>
                      <a:pt x="344" y="566"/>
                      <a:pt x="686" y="557"/>
                      <a:pt x="711" y="300"/>
                    </a:cubicBezTo>
                    <a:lnTo>
                      <a:pt x="711" y="300"/>
                    </a:lnTo>
                    <a:cubicBezTo>
                      <a:pt x="736" y="44"/>
                      <a:pt x="534" y="23"/>
                      <a:pt x="472" y="77"/>
                    </a:cubicBezTo>
                    <a:lnTo>
                      <a:pt x="472" y="77"/>
                    </a:lnTo>
                    <a:cubicBezTo>
                      <a:pt x="472" y="77"/>
                      <a:pt x="234" y="0"/>
                      <a:pt x="118" y="143"/>
                    </a:cubicBezTo>
                    <a:lnTo>
                      <a:pt x="118" y="143"/>
                    </a:lnTo>
                    <a:cubicBezTo>
                      <a:pt x="1" y="288"/>
                      <a:pt x="0" y="448"/>
                      <a:pt x="138" y="589"/>
                    </a:cubicBezTo>
                    <a:lnTo>
                      <a:pt x="138" y="589"/>
                    </a:lnTo>
                    <a:cubicBezTo>
                      <a:pt x="227" y="682"/>
                      <a:pt x="204" y="796"/>
                      <a:pt x="204" y="796"/>
                    </a:cubicBezTo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414E61D7-0F6E-4547-909C-B9FC0948CA2E}"/>
                </a:ext>
              </a:extLst>
            </p:cNvPr>
            <p:cNvGrpSpPr/>
            <p:nvPr/>
          </p:nvGrpSpPr>
          <p:grpSpPr>
            <a:xfrm>
              <a:off x="9909332" y="8040954"/>
              <a:ext cx="4497222" cy="4752002"/>
              <a:chOff x="9909332" y="8040954"/>
              <a:chExt cx="4497222" cy="4752002"/>
            </a:xfrm>
          </p:grpSpPr>
          <p:sp>
            <p:nvSpPr>
              <p:cNvPr id="60" name="Freeform 70">
                <a:extLst>
                  <a:ext uri="{FF2B5EF4-FFF2-40B4-BE49-F238E27FC236}">
                    <a16:creationId xmlns:a16="http://schemas.microsoft.com/office/drawing/2014/main" id="{60F19B56-0BBF-4F8F-B821-EF48BBA267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68337" y="10685245"/>
                <a:ext cx="1976462" cy="1293191"/>
              </a:xfrm>
              <a:custGeom>
                <a:avLst/>
                <a:gdLst>
                  <a:gd name="T0" fmla="*/ 1598 w 2259"/>
                  <a:gd name="T1" fmla="*/ 0 h 1478"/>
                  <a:gd name="T2" fmla="*/ 1598 w 2259"/>
                  <a:gd name="T3" fmla="*/ 0 h 1478"/>
                  <a:gd name="T4" fmla="*/ 1181 w 2259"/>
                  <a:gd name="T5" fmla="*/ 920 h 1478"/>
                  <a:gd name="T6" fmla="*/ 25 w 2259"/>
                  <a:gd name="T7" fmla="*/ 1054 h 1478"/>
                  <a:gd name="T8" fmla="*/ 0 w 2259"/>
                  <a:gd name="T9" fmla="*/ 1477 h 1478"/>
                  <a:gd name="T10" fmla="*/ 0 w 2259"/>
                  <a:gd name="T11" fmla="*/ 1477 h 1478"/>
                  <a:gd name="T12" fmla="*/ 1390 w 2259"/>
                  <a:gd name="T13" fmla="*/ 1405 h 1478"/>
                  <a:gd name="T14" fmla="*/ 1390 w 2259"/>
                  <a:gd name="T15" fmla="*/ 1405 h 1478"/>
                  <a:gd name="T16" fmla="*/ 2210 w 2259"/>
                  <a:gd name="T17" fmla="*/ 144 h 1478"/>
                  <a:gd name="T18" fmla="*/ 2258 w 2259"/>
                  <a:gd name="T19" fmla="*/ 0 h 1478"/>
                  <a:gd name="T20" fmla="*/ 1598 w 2259"/>
                  <a:gd name="T21" fmla="*/ 0 h 14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259" h="1478">
                    <a:moveTo>
                      <a:pt x="1598" y="0"/>
                    </a:moveTo>
                    <a:lnTo>
                      <a:pt x="1598" y="0"/>
                    </a:lnTo>
                    <a:cubicBezTo>
                      <a:pt x="1495" y="203"/>
                      <a:pt x="1283" y="630"/>
                      <a:pt x="1181" y="920"/>
                    </a:cubicBezTo>
                    <a:lnTo>
                      <a:pt x="25" y="1054"/>
                    </a:lnTo>
                    <a:lnTo>
                      <a:pt x="0" y="1477"/>
                    </a:lnTo>
                    <a:lnTo>
                      <a:pt x="0" y="1477"/>
                    </a:lnTo>
                    <a:cubicBezTo>
                      <a:pt x="0" y="1477"/>
                      <a:pt x="1239" y="1475"/>
                      <a:pt x="1390" y="1405"/>
                    </a:cubicBezTo>
                    <a:lnTo>
                      <a:pt x="1390" y="1405"/>
                    </a:lnTo>
                    <a:cubicBezTo>
                      <a:pt x="1390" y="1405"/>
                      <a:pt x="1976" y="788"/>
                      <a:pt x="2210" y="144"/>
                    </a:cubicBezTo>
                    <a:lnTo>
                      <a:pt x="2258" y="0"/>
                    </a:lnTo>
                    <a:lnTo>
                      <a:pt x="1598" y="0"/>
                    </a:lnTo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61" name="Freeform 71">
                <a:extLst>
                  <a:ext uri="{FF2B5EF4-FFF2-40B4-BE49-F238E27FC236}">
                    <a16:creationId xmlns:a16="http://schemas.microsoft.com/office/drawing/2014/main" id="{0C4500C0-8FE1-40E3-BBC6-1951CE4BA3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68337" y="10685245"/>
                <a:ext cx="1976462" cy="1293191"/>
              </a:xfrm>
              <a:custGeom>
                <a:avLst/>
                <a:gdLst>
                  <a:gd name="T0" fmla="*/ 1598 w 2259"/>
                  <a:gd name="T1" fmla="*/ 0 h 1478"/>
                  <a:gd name="T2" fmla="*/ 1598 w 2259"/>
                  <a:gd name="T3" fmla="*/ 0 h 1478"/>
                  <a:gd name="T4" fmla="*/ 1181 w 2259"/>
                  <a:gd name="T5" fmla="*/ 920 h 1478"/>
                  <a:gd name="T6" fmla="*/ 25 w 2259"/>
                  <a:gd name="T7" fmla="*/ 1054 h 1478"/>
                  <a:gd name="T8" fmla="*/ 0 w 2259"/>
                  <a:gd name="T9" fmla="*/ 1477 h 1478"/>
                  <a:gd name="T10" fmla="*/ 0 w 2259"/>
                  <a:gd name="T11" fmla="*/ 1477 h 1478"/>
                  <a:gd name="T12" fmla="*/ 1390 w 2259"/>
                  <a:gd name="T13" fmla="*/ 1405 h 1478"/>
                  <a:gd name="T14" fmla="*/ 1390 w 2259"/>
                  <a:gd name="T15" fmla="*/ 1405 h 1478"/>
                  <a:gd name="T16" fmla="*/ 2210 w 2259"/>
                  <a:gd name="T17" fmla="*/ 144 h 1478"/>
                  <a:gd name="T18" fmla="*/ 2258 w 2259"/>
                  <a:gd name="T19" fmla="*/ 0 h 1478"/>
                  <a:gd name="T20" fmla="*/ 1598 w 2259"/>
                  <a:gd name="T21" fmla="*/ 0 h 14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259" h="1478">
                    <a:moveTo>
                      <a:pt x="1598" y="0"/>
                    </a:moveTo>
                    <a:lnTo>
                      <a:pt x="1598" y="0"/>
                    </a:lnTo>
                    <a:cubicBezTo>
                      <a:pt x="1495" y="203"/>
                      <a:pt x="1283" y="630"/>
                      <a:pt x="1181" y="920"/>
                    </a:cubicBezTo>
                    <a:lnTo>
                      <a:pt x="25" y="1054"/>
                    </a:lnTo>
                    <a:lnTo>
                      <a:pt x="0" y="1477"/>
                    </a:lnTo>
                    <a:lnTo>
                      <a:pt x="0" y="1477"/>
                    </a:lnTo>
                    <a:cubicBezTo>
                      <a:pt x="0" y="1477"/>
                      <a:pt x="1239" y="1475"/>
                      <a:pt x="1390" y="1405"/>
                    </a:cubicBezTo>
                    <a:lnTo>
                      <a:pt x="1390" y="1405"/>
                    </a:lnTo>
                    <a:cubicBezTo>
                      <a:pt x="1390" y="1405"/>
                      <a:pt x="1976" y="788"/>
                      <a:pt x="2210" y="144"/>
                    </a:cubicBezTo>
                    <a:lnTo>
                      <a:pt x="2258" y="0"/>
                    </a:lnTo>
                    <a:lnTo>
                      <a:pt x="1598" y="0"/>
                    </a:lnTo>
                  </a:path>
                </a:pathLst>
              </a:custGeom>
              <a:solidFill>
                <a:srgbClr val="FFFFFF">
                  <a:alpha val="20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62" name="Freeform 72">
                <a:extLst>
                  <a:ext uri="{FF2B5EF4-FFF2-40B4-BE49-F238E27FC236}">
                    <a16:creationId xmlns:a16="http://schemas.microsoft.com/office/drawing/2014/main" id="{74A123A1-F719-48CF-ACB9-A2A380A9BE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34875" y="10685245"/>
                <a:ext cx="613785" cy="482533"/>
              </a:xfrm>
              <a:custGeom>
                <a:avLst/>
                <a:gdLst>
                  <a:gd name="T0" fmla="*/ 698 w 699"/>
                  <a:gd name="T1" fmla="*/ 0 h 550"/>
                  <a:gd name="T2" fmla="*/ 38 w 699"/>
                  <a:gd name="T3" fmla="*/ 0 h 550"/>
                  <a:gd name="T4" fmla="*/ 38 w 699"/>
                  <a:gd name="T5" fmla="*/ 0 h 550"/>
                  <a:gd name="T6" fmla="*/ 0 w 699"/>
                  <a:gd name="T7" fmla="*/ 75 h 550"/>
                  <a:gd name="T8" fmla="*/ 0 w 699"/>
                  <a:gd name="T9" fmla="*/ 75 h 550"/>
                  <a:gd name="T10" fmla="*/ 459 w 699"/>
                  <a:gd name="T11" fmla="*/ 549 h 550"/>
                  <a:gd name="T12" fmla="*/ 459 w 699"/>
                  <a:gd name="T13" fmla="*/ 549 h 550"/>
                  <a:gd name="T14" fmla="*/ 650 w 699"/>
                  <a:gd name="T15" fmla="*/ 144 h 550"/>
                  <a:gd name="T16" fmla="*/ 698 w 699"/>
                  <a:gd name="T17" fmla="*/ 0 h 5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99" h="550">
                    <a:moveTo>
                      <a:pt x="698" y="0"/>
                    </a:moveTo>
                    <a:lnTo>
                      <a:pt x="38" y="0"/>
                    </a:lnTo>
                    <a:lnTo>
                      <a:pt x="38" y="0"/>
                    </a:lnTo>
                    <a:cubicBezTo>
                      <a:pt x="27" y="22"/>
                      <a:pt x="14" y="47"/>
                      <a:pt x="0" y="75"/>
                    </a:cubicBezTo>
                    <a:lnTo>
                      <a:pt x="0" y="75"/>
                    </a:lnTo>
                    <a:cubicBezTo>
                      <a:pt x="68" y="169"/>
                      <a:pt x="245" y="401"/>
                      <a:pt x="459" y="549"/>
                    </a:cubicBezTo>
                    <a:lnTo>
                      <a:pt x="459" y="549"/>
                    </a:lnTo>
                    <a:cubicBezTo>
                      <a:pt x="533" y="420"/>
                      <a:pt x="600" y="283"/>
                      <a:pt x="650" y="144"/>
                    </a:cubicBezTo>
                    <a:lnTo>
                      <a:pt x="698" y="0"/>
                    </a:lnTo>
                  </a:path>
                </a:pathLst>
              </a:custGeom>
              <a:solidFill>
                <a:srgbClr val="111340">
                  <a:alpha val="50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63" name="Freeform 73">
                <a:extLst>
                  <a:ext uri="{FF2B5EF4-FFF2-40B4-BE49-F238E27FC236}">
                    <a16:creationId xmlns:a16="http://schemas.microsoft.com/office/drawing/2014/main" id="{618D10D2-D02E-4091-BE8A-16C8136158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35976" y="10225871"/>
                <a:ext cx="1999623" cy="2393372"/>
              </a:xfrm>
              <a:custGeom>
                <a:avLst/>
                <a:gdLst>
                  <a:gd name="T0" fmla="*/ 1512 w 2283"/>
                  <a:gd name="T1" fmla="*/ 1177 h 2734"/>
                  <a:gd name="T2" fmla="*/ 261 w 2283"/>
                  <a:gd name="T3" fmla="*/ 0 h 2734"/>
                  <a:gd name="T4" fmla="*/ 2 w 2283"/>
                  <a:gd name="T5" fmla="*/ 524 h 2734"/>
                  <a:gd name="T6" fmla="*/ 2 w 2283"/>
                  <a:gd name="T7" fmla="*/ 524 h 2734"/>
                  <a:gd name="T8" fmla="*/ 2 w 2283"/>
                  <a:gd name="T9" fmla="*/ 524 h 2734"/>
                  <a:gd name="T10" fmla="*/ 149 w 2283"/>
                  <a:gd name="T11" fmla="*/ 801 h 2734"/>
                  <a:gd name="T12" fmla="*/ 1101 w 2283"/>
                  <a:gd name="T13" fmla="*/ 1423 h 2734"/>
                  <a:gd name="T14" fmla="*/ 1926 w 2283"/>
                  <a:gd name="T15" fmla="*/ 2733 h 2734"/>
                  <a:gd name="T16" fmla="*/ 2282 w 2283"/>
                  <a:gd name="T17" fmla="*/ 2531 h 2734"/>
                  <a:gd name="T18" fmla="*/ 1512 w 2283"/>
                  <a:gd name="T19" fmla="*/ 1177 h 27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283" h="2734">
                    <a:moveTo>
                      <a:pt x="1512" y="1177"/>
                    </a:moveTo>
                    <a:lnTo>
                      <a:pt x="261" y="0"/>
                    </a:lnTo>
                    <a:lnTo>
                      <a:pt x="2" y="524"/>
                    </a:lnTo>
                    <a:lnTo>
                      <a:pt x="2" y="524"/>
                    </a:lnTo>
                    <a:lnTo>
                      <a:pt x="2" y="524"/>
                    </a:lnTo>
                    <a:cubicBezTo>
                      <a:pt x="0" y="635"/>
                      <a:pt x="55" y="740"/>
                      <a:pt x="149" y="801"/>
                    </a:cubicBezTo>
                    <a:lnTo>
                      <a:pt x="1101" y="1423"/>
                    </a:lnTo>
                    <a:lnTo>
                      <a:pt x="1926" y="2733"/>
                    </a:lnTo>
                    <a:lnTo>
                      <a:pt x="2282" y="2531"/>
                    </a:lnTo>
                    <a:lnTo>
                      <a:pt x="1512" y="1177"/>
                    </a:lnTo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64" name="Freeform 74">
                <a:extLst>
                  <a:ext uri="{FF2B5EF4-FFF2-40B4-BE49-F238E27FC236}">
                    <a16:creationId xmlns:a16="http://schemas.microsoft.com/office/drawing/2014/main" id="{01B480E0-D99E-435D-A60E-AE9AD248A9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935976" y="10225871"/>
                <a:ext cx="1999623" cy="2393372"/>
              </a:xfrm>
              <a:custGeom>
                <a:avLst/>
                <a:gdLst>
                  <a:gd name="T0" fmla="*/ 1512 w 2283"/>
                  <a:gd name="T1" fmla="*/ 1177 h 2734"/>
                  <a:gd name="T2" fmla="*/ 261 w 2283"/>
                  <a:gd name="T3" fmla="*/ 0 h 2734"/>
                  <a:gd name="T4" fmla="*/ 2 w 2283"/>
                  <a:gd name="T5" fmla="*/ 524 h 2734"/>
                  <a:gd name="T6" fmla="*/ 2 w 2283"/>
                  <a:gd name="T7" fmla="*/ 524 h 2734"/>
                  <a:gd name="T8" fmla="*/ 2 w 2283"/>
                  <a:gd name="T9" fmla="*/ 524 h 2734"/>
                  <a:gd name="T10" fmla="*/ 149 w 2283"/>
                  <a:gd name="T11" fmla="*/ 801 h 2734"/>
                  <a:gd name="T12" fmla="*/ 1101 w 2283"/>
                  <a:gd name="T13" fmla="*/ 1423 h 2734"/>
                  <a:gd name="T14" fmla="*/ 1926 w 2283"/>
                  <a:gd name="T15" fmla="*/ 2733 h 2734"/>
                  <a:gd name="T16" fmla="*/ 2282 w 2283"/>
                  <a:gd name="T17" fmla="*/ 2531 h 2734"/>
                  <a:gd name="T18" fmla="*/ 1512 w 2283"/>
                  <a:gd name="T19" fmla="*/ 1177 h 27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283" h="2734">
                    <a:moveTo>
                      <a:pt x="1512" y="1177"/>
                    </a:moveTo>
                    <a:lnTo>
                      <a:pt x="261" y="0"/>
                    </a:lnTo>
                    <a:lnTo>
                      <a:pt x="2" y="524"/>
                    </a:lnTo>
                    <a:lnTo>
                      <a:pt x="2" y="524"/>
                    </a:lnTo>
                    <a:lnTo>
                      <a:pt x="2" y="524"/>
                    </a:lnTo>
                    <a:cubicBezTo>
                      <a:pt x="0" y="635"/>
                      <a:pt x="55" y="740"/>
                      <a:pt x="149" y="801"/>
                    </a:cubicBezTo>
                    <a:lnTo>
                      <a:pt x="1101" y="1423"/>
                    </a:lnTo>
                    <a:lnTo>
                      <a:pt x="1926" y="2733"/>
                    </a:lnTo>
                    <a:lnTo>
                      <a:pt x="2282" y="2531"/>
                    </a:lnTo>
                    <a:lnTo>
                      <a:pt x="1512" y="1177"/>
                    </a:lnTo>
                  </a:path>
                </a:pathLst>
              </a:custGeom>
              <a:solidFill>
                <a:srgbClr val="FFFFFF">
                  <a:alpha val="20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65" name="Freeform 75">
                <a:extLst>
                  <a:ext uri="{FF2B5EF4-FFF2-40B4-BE49-F238E27FC236}">
                    <a16:creationId xmlns:a16="http://schemas.microsoft.com/office/drawing/2014/main" id="{94FD8FA1-30D8-4823-A5AE-7267A47B85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9332" y="11634873"/>
                <a:ext cx="409189" cy="694850"/>
              </a:xfrm>
              <a:custGeom>
                <a:avLst/>
                <a:gdLst>
                  <a:gd name="T0" fmla="*/ 0 w 469"/>
                  <a:gd name="T1" fmla="*/ 792 h 793"/>
                  <a:gd name="T2" fmla="*/ 179 w 469"/>
                  <a:gd name="T3" fmla="*/ 0 h 793"/>
                  <a:gd name="T4" fmla="*/ 468 w 469"/>
                  <a:gd name="T5" fmla="*/ 65 h 793"/>
                  <a:gd name="T6" fmla="*/ 446 w 469"/>
                  <a:gd name="T7" fmla="*/ 295 h 793"/>
                  <a:gd name="T8" fmla="*/ 357 w 469"/>
                  <a:gd name="T9" fmla="*/ 305 h 793"/>
                  <a:gd name="T10" fmla="*/ 0 w 469"/>
                  <a:gd name="T11" fmla="*/ 792 h 7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69" h="793">
                    <a:moveTo>
                      <a:pt x="0" y="792"/>
                    </a:moveTo>
                    <a:lnTo>
                      <a:pt x="179" y="0"/>
                    </a:lnTo>
                    <a:lnTo>
                      <a:pt x="468" y="65"/>
                    </a:lnTo>
                    <a:lnTo>
                      <a:pt x="446" y="295"/>
                    </a:lnTo>
                    <a:lnTo>
                      <a:pt x="357" y="305"/>
                    </a:lnTo>
                    <a:lnTo>
                      <a:pt x="0" y="792"/>
                    </a:lnTo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66" name="Freeform 76">
                <a:extLst>
                  <a:ext uri="{FF2B5EF4-FFF2-40B4-BE49-F238E27FC236}">
                    <a16:creationId xmlns:a16="http://schemas.microsoft.com/office/drawing/2014/main" id="{3B6C8539-2E73-4160-AD95-867155BA93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657660" y="12453252"/>
                <a:ext cx="748894" cy="339704"/>
              </a:xfrm>
              <a:custGeom>
                <a:avLst/>
                <a:gdLst>
                  <a:gd name="T0" fmla="*/ 855 w 856"/>
                  <a:gd name="T1" fmla="*/ 0 h 390"/>
                  <a:gd name="T2" fmla="*/ 142 w 856"/>
                  <a:gd name="T3" fmla="*/ 389 h 390"/>
                  <a:gd name="T4" fmla="*/ 0 w 856"/>
                  <a:gd name="T5" fmla="*/ 129 h 390"/>
                  <a:gd name="T6" fmla="*/ 211 w 856"/>
                  <a:gd name="T7" fmla="*/ 15 h 390"/>
                  <a:gd name="T8" fmla="*/ 255 w 856"/>
                  <a:gd name="T9" fmla="*/ 54 h 390"/>
                  <a:gd name="T10" fmla="*/ 855 w 856"/>
                  <a:gd name="T11" fmla="*/ 0 h 3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56" h="390">
                    <a:moveTo>
                      <a:pt x="855" y="0"/>
                    </a:moveTo>
                    <a:lnTo>
                      <a:pt x="142" y="389"/>
                    </a:lnTo>
                    <a:lnTo>
                      <a:pt x="0" y="129"/>
                    </a:lnTo>
                    <a:lnTo>
                      <a:pt x="211" y="15"/>
                    </a:lnTo>
                    <a:lnTo>
                      <a:pt x="255" y="54"/>
                    </a:lnTo>
                    <a:lnTo>
                      <a:pt x="855" y="0"/>
                    </a:lnTo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67" name="Freeform 77">
                <a:extLst>
                  <a:ext uri="{FF2B5EF4-FFF2-40B4-BE49-F238E27FC236}">
                    <a16:creationId xmlns:a16="http://schemas.microsoft.com/office/drawing/2014/main" id="{06E99388-C062-4DE3-A2C1-D439AC1BCB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67782" y="8936538"/>
                <a:ext cx="1262309" cy="1026834"/>
              </a:xfrm>
              <a:custGeom>
                <a:avLst/>
                <a:gdLst>
                  <a:gd name="T0" fmla="*/ 1081 w 1444"/>
                  <a:gd name="T1" fmla="*/ 0 h 1175"/>
                  <a:gd name="T2" fmla="*/ 259 w 1444"/>
                  <a:gd name="T3" fmla="*/ 615 h 1175"/>
                  <a:gd name="T4" fmla="*/ 0 w 1444"/>
                  <a:gd name="T5" fmla="*/ 1174 h 1175"/>
                  <a:gd name="T6" fmla="*/ 363 w 1444"/>
                  <a:gd name="T7" fmla="*/ 1174 h 1175"/>
                  <a:gd name="T8" fmla="*/ 496 w 1444"/>
                  <a:gd name="T9" fmla="*/ 845 h 1175"/>
                  <a:gd name="T10" fmla="*/ 1149 w 1444"/>
                  <a:gd name="T11" fmla="*/ 498 h 1175"/>
                  <a:gd name="T12" fmla="*/ 1149 w 1444"/>
                  <a:gd name="T13" fmla="*/ 498 h 1175"/>
                  <a:gd name="T14" fmla="*/ 1081 w 1444"/>
                  <a:gd name="T15" fmla="*/ 0 h 1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44" h="1175">
                    <a:moveTo>
                      <a:pt x="1081" y="0"/>
                    </a:moveTo>
                    <a:lnTo>
                      <a:pt x="259" y="615"/>
                    </a:lnTo>
                    <a:lnTo>
                      <a:pt x="0" y="1174"/>
                    </a:lnTo>
                    <a:lnTo>
                      <a:pt x="363" y="1174"/>
                    </a:lnTo>
                    <a:lnTo>
                      <a:pt x="496" y="845"/>
                    </a:lnTo>
                    <a:lnTo>
                      <a:pt x="1149" y="498"/>
                    </a:lnTo>
                    <a:lnTo>
                      <a:pt x="1149" y="498"/>
                    </a:lnTo>
                    <a:cubicBezTo>
                      <a:pt x="1149" y="498"/>
                      <a:pt x="1443" y="335"/>
                      <a:pt x="1081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68" name="Freeform 78">
                <a:extLst>
                  <a:ext uri="{FF2B5EF4-FFF2-40B4-BE49-F238E27FC236}">
                    <a16:creationId xmlns:a16="http://schemas.microsoft.com/office/drawing/2014/main" id="{101D008B-FB16-451D-A598-CEF32BF839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67782" y="8936538"/>
                <a:ext cx="1262309" cy="1026834"/>
              </a:xfrm>
              <a:custGeom>
                <a:avLst/>
                <a:gdLst>
                  <a:gd name="T0" fmla="*/ 1081 w 1444"/>
                  <a:gd name="T1" fmla="*/ 0 h 1175"/>
                  <a:gd name="T2" fmla="*/ 259 w 1444"/>
                  <a:gd name="T3" fmla="*/ 615 h 1175"/>
                  <a:gd name="T4" fmla="*/ 0 w 1444"/>
                  <a:gd name="T5" fmla="*/ 1174 h 1175"/>
                  <a:gd name="T6" fmla="*/ 363 w 1444"/>
                  <a:gd name="T7" fmla="*/ 1174 h 1175"/>
                  <a:gd name="T8" fmla="*/ 496 w 1444"/>
                  <a:gd name="T9" fmla="*/ 845 h 1175"/>
                  <a:gd name="T10" fmla="*/ 1149 w 1444"/>
                  <a:gd name="T11" fmla="*/ 498 h 1175"/>
                  <a:gd name="T12" fmla="*/ 1149 w 1444"/>
                  <a:gd name="T13" fmla="*/ 498 h 1175"/>
                  <a:gd name="T14" fmla="*/ 1081 w 1444"/>
                  <a:gd name="T15" fmla="*/ 0 h 11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444" h="1175">
                    <a:moveTo>
                      <a:pt x="1081" y="0"/>
                    </a:moveTo>
                    <a:lnTo>
                      <a:pt x="259" y="615"/>
                    </a:lnTo>
                    <a:lnTo>
                      <a:pt x="0" y="1174"/>
                    </a:lnTo>
                    <a:lnTo>
                      <a:pt x="363" y="1174"/>
                    </a:lnTo>
                    <a:lnTo>
                      <a:pt x="496" y="845"/>
                    </a:lnTo>
                    <a:lnTo>
                      <a:pt x="1149" y="498"/>
                    </a:lnTo>
                    <a:lnTo>
                      <a:pt x="1149" y="498"/>
                    </a:lnTo>
                    <a:cubicBezTo>
                      <a:pt x="1149" y="498"/>
                      <a:pt x="1443" y="335"/>
                      <a:pt x="1081" y="0"/>
                    </a:cubicBezTo>
                  </a:path>
                </a:pathLst>
              </a:custGeom>
              <a:solidFill>
                <a:srgbClr val="111340">
                  <a:alpha val="35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69" name="Freeform 79">
                <a:extLst>
                  <a:ext uri="{FF2B5EF4-FFF2-40B4-BE49-F238E27FC236}">
                    <a16:creationId xmlns:a16="http://schemas.microsoft.com/office/drawing/2014/main" id="{AFF6C24E-91E2-4E05-A2D7-A204C47BF9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90944" y="8867053"/>
                <a:ext cx="1466905" cy="2065249"/>
              </a:xfrm>
              <a:custGeom>
                <a:avLst/>
                <a:gdLst>
                  <a:gd name="T0" fmla="*/ 1251 w 1677"/>
                  <a:gd name="T1" fmla="*/ 33 h 2357"/>
                  <a:gd name="T2" fmla="*/ 1251 w 1677"/>
                  <a:gd name="T3" fmla="*/ 33 h 2357"/>
                  <a:gd name="T4" fmla="*/ 691 w 1677"/>
                  <a:gd name="T5" fmla="*/ 666 h 2357"/>
                  <a:gd name="T6" fmla="*/ 691 w 1677"/>
                  <a:gd name="T7" fmla="*/ 666 h 2357"/>
                  <a:gd name="T8" fmla="*/ 0 w 1677"/>
                  <a:gd name="T9" fmla="*/ 2276 h 2357"/>
                  <a:gd name="T10" fmla="*/ 0 w 1677"/>
                  <a:gd name="T11" fmla="*/ 2276 h 2357"/>
                  <a:gd name="T12" fmla="*/ 920 w 1677"/>
                  <a:gd name="T13" fmla="*/ 2356 h 2357"/>
                  <a:gd name="T14" fmla="*/ 920 w 1677"/>
                  <a:gd name="T15" fmla="*/ 2356 h 2357"/>
                  <a:gd name="T16" fmla="*/ 1520 w 1677"/>
                  <a:gd name="T17" fmla="*/ 309 h 2357"/>
                  <a:gd name="T18" fmla="*/ 1251 w 1677"/>
                  <a:gd name="T19" fmla="*/ 33 h 23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77" h="2357">
                    <a:moveTo>
                      <a:pt x="1251" y="33"/>
                    </a:moveTo>
                    <a:lnTo>
                      <a:pt x="1251" y="33"/>
                    </a:lnTo>
                    <a:cubicBezTo>
                      <a:pt x="1251" y="33"/>
                      <a:pt x="745" y="0"/>
                      <a:pt x="691" y="666"/>
                    </a:cubicBezTo>
                    <a:lnTo>
                      <a:pt x="691" y="666"/>
                    </a:lnTo>
                    <a:cubicBezTo>
                      <a:pt x="622" y="1522"/>
                      <a:pt x="0" y="2276"/>
                      <a:pt x="0" y="2276"/>
                    </a:cubicBezTo>
                    <a:lnTo>
                      <a:pt x="0" y="2276"/>
                    </a:lnTo>
                    <a:cubicBezTo>
                      <a:pt x="0" y="2276"/>
                      <a:pt x="560" y="2356"/>
                      <a:pt x="920" y="2356"/>
                    </a:cubicBezTo>
                    <a:lnTo>
                      <a:pt x="920" y="2356"/>
                    </a:lnTo>
                    <a:cubicBezTo>
                      <a:pt x="920" y="2356"/>
                      <a:pt x="1676" y="889"/>
                      <a:pt x="1520" y="309"/>
                    </a:cubicBezTo>
                    <a:lnTo>
                      <a:pt x="1251" y="33"/>
                    </a:lnTo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70" name="Freeform 80">
                <a:extLst>
                  <a:ext uri="{FF2B5EF4-FFF2-40B4-BE49-F238E27FC236}">
                    <a16:creationId xmlns:a16="http://schemas.microsoft.com/office/drawing/2014/main" id="{6C0BF59A-9C12-4A6B-9C03-3AFFF71F33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93692" y="10438187"/>
                <a:ext cx="378307" cy="285660"/>
              </a:xfrm>
              <a:custGeom>
                <a:avLst/>
                <a:gdLst>
                  <a:gd name="T0" fmla="*/ 0 w 434"/>
                  <a:gd name="T1" fmla="*/ 126 h 327"/>
                  <a:gd name="T2" fmla="*/ 87 w 434"/>
                  <a:gd name="T3" fmla="*/ 254 h 327"/>
                  <a:gd name="T4" fmla="*/ 186 w 434"/>
                  <a:gd name="T5" fmla="*/ 326 h 327"/>
                  <a:gd name="T6" fmla="*/ 228 w 434"/>
                  <a:gd name="T7" fmla="*/ 310 h 327"/>
                  <a:gd name="T8" fmla="*/ 277 w 434"/>
                  <a:gd name="T9" fmla="*/ 326 h 327"/>
                  <a:gd name="T10" fmla="*/ 313 w 434"/>
                  <a:gd name="T11" fmla="*/ 303 h 327"/>
                  <a:gd name="T12" fmla="*/ 354 w 434"/>
                  <a:gd name="T13" fmla="*/ 318 h 327"/>
                  <a:gd name="T14" fmla="*/ 393 w 434"/>
                  <a:gd name="T15" fmla="*/ 280 h 327"/>
                  <a:gd name="T16" fmla="*/ 300 w 434"/>
                  <a:gd name="T17" fmla="*/ 226 h 327"/>
                  <a:gd name="T18" fmla="*/ 265 w 434"/>
                  <a:gd name="T19" fmla="*/ 131 h 327"/>
                  <a:gd name="T20" fmla="*/ 319 w 434"/>
                  <a:gd name="T21" fmla="*/ 135 h 327"/>
                  <a:gd name="T22" fmla="*/ 319 w 434"/>
                  <a:gd name="T23" fmla="*/ 135 h 327"/>
                  <a:gd name="T24" fmla="*/ 433 w 434"/>
                  <a:gd name="T25" fmla="*/ 151 h 327"/>
                  <a:gd name="T26" fmla="*/ 344 w 434"/>
                  <a:gd name="T27" fmla="*/ 68 h 327"/>
                  <a:gd name="T28" fmla="*/ 202 w 434"/>
                  <a:gd name="T29" fmla="*/ 57 h 327"/>
                  <a:gd name="T30" fmla="*/ 134 w 434"/>
                  <a:gd name="T31" fmla="*/ 0 h 327"/>
                  <a:gd name="T32" fmla="*/ 0 w 434"/>
                  <a:gd name="T33" fmla="*/ 126 h 3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34" h="327">
                    <a:moveTo>
                      <a:pt x="0" y="126"/>
                    </a:moveTo>
                    <a:lnTo>
                      <a:pt x="87" y="254"/>
                    </a:lnTo>
                    <a:lnTo>
                      <a:pt x="186" y="326"/>
                    </a:lnTo>
                    <a:lnTo>
                      <a:pt x="228" y="310"/>
                    </a:lnTo>
                    <a:lnTo>
                      <a:pt x="277" y="326"/>
                    </a:lnTo>
                    <a:lnTo>
                      <a:pt x="313" y="303"/>
                    </a:lnTo>
                    <a:lnTo>
                      <a:pt x="354" y="318"/>
                    </a:lnTo>
                    <a:lnTo>
                      <a:pt x="393" y="280"/>
                    </a:lnTo>
                    <a:lnTo>
                      <a:pt x="300" y="226"/>
                    </a:lnTo>
                    <a:lnTo>
                      <a:pt x="265" y="131"/>
                    </a:lnTo>
                    <a:lnTo>
                      <a:pt x="319" y="135"/>
                    </a:lnTo>
                    <a:lnTo>
                      <a:pt x="319" y="135"/>
                    </a:lnTo>
                    <a:cubicBezTo>
                      <a:pt x="319" y="135"/>
                      <a:pt x="364" y="186"/>
                      <a:pt x="433" y="151"/>
                    </a:cubicBezTo>
                    <a:lnTo>
                      <a:pt x="344" y="68"/>
                    </a:lnTo>
                    <a:lnTo>
                      <a:pt x="202" y="57"/>
                    </a:lnTo>
                    <a:lnTo>
                      <a:pt x="134" y="0"/>
                    </a:lnTo>
                    <a:lnTo>
                      <a:pt x="0" y="126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71" name="Freeform 81">
                <a:extLst>
                  <a:ext uri="{FF2B5EF4-FFF2-40B4-BE49-F238E27FC236}">
                    <a16:creationId xmlns:a16="http://schemas.microsoft.com/office/drawing/2014/main" id="{C293666B-BDD0-4E42-9EED-75ED5D1E15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93692" y="10438187"/>
                <a:ext cx="378307" cy="285660"/>
              </a:xfrm>
              <a:custGeom>
                <a:avLst/>
                <a:gdLst>
                  <a:gd name="T0" fmla="*/ 0 w 434"/>
                  <a:gd name="T1" fmla="*/ 126 h 327"/>
                  <a:gd name="T2" fmla="*/ 87 w 434"/>
                  <a:gd name="T3" fmla="*/ 254 h 327"/>
                  <a:gd name="T4" fmla="*/ 186 w 434"/>
                  <a:gd name="T5" fmla="*/ 326 h 327"/>
                  <a:gd name="T6" fmla="*/ 228 w 434"/>
                  <a:gd name="T7" fmla="*/ 310 h 327"/>
                  <a:gd name="T8" fmla="*/ 277 w 434"/>
                  <a:gd name="T9" fmla="*/ 326 h 327"/>
                  <a:gd name="T10" fmla="*/ 313 w 434"/>
                  <a:gd name="T11" fmla="*/ 303 h 327"/>
                  <a:gd name="T12" fmla="*/ 354 w 434"/>
                  <a:gd name="T13" fmla="*/ 318 h 327"/>
                  <a:gd name="T14" fmla="*/ 393 w 434"/>
                  <a:gd name="T15" fmla="*/ 280 h 327"/>
                  <a:gd name="T16" fmla="*/ 300 w 434"/>
                  <a:gd name="T17" fmla="*/ 226 h 327"/>
                  <a:gd name="T18" fmla="*/ 265 w 434"/>
                  <a:gd name="T19" fmla="*/ 131 h 327"/>
                  <a:gd name="T20" fmla="*/ 319 w 434"/>
                  <a:gd name="T21" fmla="*/ 135 h 327"/>
                  <a:gd name="T22" fmla="*/ 319 w 434"/>
                  <a:gd name="T23" fmla="*/ 135 h 327"/>
                  <a:gd name="T24" fmla="*/ 433 w 434"/>
                  <a:gd name="T25" fmla="*/ 151 h 327"/>
                  <a:gd name="T26" fmla="*/ 344 w 434"/>
                  <a:gd name="T27" fmla="*/ 68 h 327"/>
                  <a:gd name="T28" fmla="*/ 202 w 434"/>
                  <a:gd name="T29" fmla="*/ 57 h 327"/>
                  <a:gd name="T30" fmla="*/ 134 w 434"/>
                  <a:gd name="T31" fmla="*/ 0 h 327"/>
                  <a:gd name="T32" fmla="*/ 0 w 434"/>
                  <a:gd name="T33" fmla="*/ 126 h 3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434" h="327">
                    <a:moveTo>
                      <a:pt x="0" y="126"/>
                    </a:moveTo>
                    <a:lnTo>
                      <a:pt x="87" y="254"/>
                    </a:lnTo>
                    <a:lnTo>
                      <a:pt x="186" y="326"/>
                    </a:lnTo>
                    <a:lnTo>
                      <a:pt x="228" y="310"/>
                    </a:lnTo>
                    <a:lnTo>
                      <a:pt x="277" y="326"/>
                    </a:lnTo>
                    <a:lnTo>
                      <a:pt x="313" y="303"/>
                    </a:lnTo>
                    <a:lnTo>
                      <a:pt x="354" y="318"/>
                    </a:lnTo>
                    <a:lnTo>
                      <a:pt x="393" y="280"/>
                    </a:lnTo>
                    <a:lnTo>
                      <a:pt x="300" y="226"/>
                    </a:lnTo>
                    <a:lnTo>
                      <a:pt x="265" y="131"/>
                    </a:lnTo>
                    <a:lnTo>
                      <a:pt x="319" y="135"/>
                    </a:lnTo>
                    <a:lnTo>
                      <a:pt x="319" y="135"/>
                    </a:lnTo>
                    <a:cubicBezTo>
                      <a:pt x="319" y="135"/>
                      <a:pt x="364" y="186"/>
                      <a:pt x="433" y="151"/>
                    </a:cubicBezTo>
                    <a:lnTo>
                      <a:pt x="344" y="68"/>
                    </a:lnTo>
                    <a:lnTo>
                      <a:pt x="202" y="57"/>
                    </a:lnTo>
                    <a:lnTo>
                      <a:pt x="134" y="0"/>
                    </a:lnTo>
                    <a:lnTo>
                      <a:pt x="0" y="126"/>
                    </a:lnTo>
                  </a:path>
                </a:pathLst>
              </a:custGeom>
              <a:solidFill>
                <a:srgbClr val="C4C8CE">
                  <a:alpha val="15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72" name="Freeform 82">
                <a:extLst>
                  <a:ext uri="{FF2B5EF4-FFF2-40B4-BE49-F238E27FC236}">
                    <a16:creationId xmlns:a16="http://schemas.microsoft.com/office/drawing/2014/main" id="{86366B5F-B75C-408B-8CAC-0227F1F7F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66681" y="10534693"/>
                <a:ext cx="262499" cy="193014"/>
              </a:xfrm>
              <a:custGeom>
                <a:avLst/>
                <a:gdLst>
                  <a:gd name="T0" fmla="*/ 299 w 300"/>
                  <a:gd name="T1" fmla="*/ 170 h 219"/>
                  <a:gd name="T2" fmla="*/ 249 w 300"/>
                  <a:gd name="T3" fmla="*/ 203 h 219"/>
                  <a:gd name="T4" fmla="*/ 227 w 300"/>
                  <a:gd name="T5" fmla="*/ 196 h 219"/>
                  <a:gd name="T6" fmla="*/ 197 w 300"/>
                  <a:gd name="T7" fmla="*/ 212 h 219"/>
                  <a:gd name="T8" fmla="*/ 164 w 300"/>
                  <a:gd name="T9" fmla="*/ 190 h 219"/>
                  <a:gd name="T10" fmla="*/ 123 w 300"/>
                  <a:gd name="T11" fmla="*/ 218 h 219"/>
                  <a:gd name="T12" fmla="*/ 89 w 300"/>
                  <a:gd name="T13" fmla="*/ 194 h 219"/>
                  <a:gd name="T14" fmla="*/ 51 w 300"/>
                  <a:gd name="T15" fmla="*/ 218 h 219"/>
                  <a:gd name="T16" fmla="*/ 16 w 300"/>
                  <a:gd name="T17" fmla="*/ 176 h 219"/>
                  <a:gd name="T18" fmla="*/ 16 w 300"/>
                  <a:gd name="T19" fmla="*/ 176 h 219"/>
                  <a:gd name="T20" fmla="*/ 5 w 300"/>
                  <a:gd name="T21" fmla="*/ 126 h 219"/>
                  <a:gd name="T22" fmla="*/ 5 w 300"/>
                  <a:gd name="T23" fmla="*/ 126 h 219"/>
                  <a:gd name="T24" fmla="*/ 32 w 300"/>
                  <a:gd name="T25" fmla="*/ 53 h 219"/>
                  <a:gd name="T26" fmla="*/ 32 w 300"/>
                  <a:gd name="T27" fmla="*/ 53 h 219"/>
                  <a:gd name="T28" fmla="*/ 52 w 300"/>
                  <a:gd name="T29" fmla="*/ 97 h 219"/>
                  <a:gd name="T30" fmla="*/ 52 w 300"/>
                  <a:gd name="T31" fmla="*/ 97 h 219"/>
                  <a:gd name="T32" fmla="*/ 92 w 300"/>
                  <a:gd name="T33" fmla="*/ 28 h 219"/>
                  <a:gd name="T34" fmla="*/ 92 w 300"/>
                  <a:gd name="T35" fmla="*/ 28 h 219"/>
                  <a:gd name="T36" fmla="*/ 121 w 300"/>
                  <a:gd name="T37" fmla="*/ 82 h 219"/>
                  <a:gd name="T38" fmla="*/ 121 w 300"/>
                  <a:gd name="T39" fmla="*/ 82 h 219"/>
                  <a:gd name="T40" fmla="*/ 159 w 300"/>
                  <a:gd name="T41" fmla="*/ 0 h 219"/>
                  <a:gd name="T42" fmla="*/ 159 w 300"/>
                  <a:gd name="T43" fmla="*/ 0 h 219"/>
                  <a:gd name="T44" fmla="*/ 188 w 300"/>
                  <a:gd name="T45" fmla="*/ 65 h 219"/>
                  <a:gd name="T46" fmla="*/ 188 w 300"/>
                  <a:gd name="T47" fmla="*/ 65 h 219"/>
                  <a:gd name="T48" fmla="*/ 235 w 300"/>
                  <a:gd name="T49" fmla="*/ 14 h 219"/>
                  <a:gd name="T50" fmla="*/ 235 w 300"/>
                  <a:gd name="T51" fmla="*/ 14 h 219"/>
                  <a:gd name="T52" fmla="*/ 260 w 300"/>
                  <a:gd name="T53" fmla="*/ 132 h 219"/>
                  <a:gd name="T54" fmla="*/ 299 w 300"/>
                  <a:gd name="T55" fmla="*/ 170 h 2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00" h="219">
                    <a:moveTo>
                      <a:pt x="299" y="170"/>
                    </a:moveTo>
                    <a:lnTo>
                      <a:pt x="249" y="203"/>
                    </a:lnTo>
                    <a:lnTo>
                      <a:pt x="227" y="196"/>
                    </a:lnTo>
                    <a:lnTo>
                      <a:pt x="197" y="212"/>
                    </a:lnTo>
                    <a:lnTo>
                      <a:pt x="164" y="190"/>
                    </a:lnTo>
                    <a:lnTo>
                      <a:pt x="123" y="218"/>
                    </a:lnTo>
                    <a:lnTo>
                      <a:pt x="89" y="194"/>
                    </a:lnTo>
                    <a:lnTo>
                      <a:pt x="51" y="218"/>
                    </a:lnTo>
                    <a:lnTo>
                      <a:pt x="16" y="176"/>
                    </a:lnTo>
                    <a:lnTo>
                      <a:pt x="16" y="176"/>
                    </a:lnTo>
                    <a:cubicBezTo>
                      <a:pt x="5" y="162"/>
                      <a:pt x="0" y="143"/>
                      <a:pt x="5" y="126"/>
                    </a:cubicBezTo>
                    <a:lnTo>
                      <a:pt x="5" y="126"/>
                    </a:lnTo>
                    <a:cubicBezTo>
                      <a:pt x="11" y="97"/>
                      <a:pt x="23" y="55"/>
                      <a:pt x="32" y="53"/>
                    </a:cubicBezTo>
                    <a:lnTo>
                      <a:pt x="32" y="53"/>
                    </a:lnTo>
                    <a:cubicBezTo>
                      <a:pt x="45" y="49"/>
                      <a:pt x="52" y="97"/>
                      <a:pt x="52" y="97"/>
                    </a:cubicBezTo>
                    <a:lnTo>
                      <a:pt x="52" y="97"/>
                    </a:lnTo>
                    <a:cubicBezTo>
                      <a:pt x="52" y="97"/>
                      <a:pt x="75" y="25"/>
                      <a:pt x="92" y="28"/>
                    </a:cubicBezTo>
                    <a:lnTo>
                      <a:pt x="92" y="28"/>
                    </a:lnTo>
                    <a:cubicBezTo>
                      <a:pt x="110" y="30"/>
                      <a:pt x="121" y="82"/>
                      <a:pt x="121" y="82"/>
                    </a:cubicBezTo>
                    <a:lnTo>
                      <a:pt x="121" y="82"/>
                    </a:lnTo>
                    <a:cubicBezTo>
                      <a:pt x="121" y="82"/>
                      <a:pt x="149" y="0"/>
                      <a:pt x="159" y="0"/>
                    </a:cubicBezTo>
                    <a:lnTo>
                      <a:pt x="159" y="0"/>
                    </a:lnTo>
                    <a:cubicBezTo>
                      <a:pt x="190" y="0"/>
                      <a:pt x="188" y="65"/>
                      <a:pt x="188" y="65"/>
                    </a:cubicBezTo>
                    <a:lnTo>
                      <a:pt x="188" y="65"/>
                    </a:lnTo>
                    <a:cubicBezTo>
                      <a:pt x="188" y="65"/>
                      <a:pt x="215" y="8"/>
                      <a:pt x="235" y="14"/>
                    </a:cubicBezTo>
                    <a:lnTo>
                      <a:pt x="235" y="14"/>
                    </a:lnTo>
                    <a:cubicBezTo>
                      <a:pt x="255" y="20"/>
                      <a:pt x="260" y="132"/>
                      <a:pt x="260" y="132"/>
                    </a:cubicBezTo>
                    <a:lnTo>
                      <a:pt x="299" y="170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73" name="Freeform 83">
                <a:extLst>
                  <a:ext uri="{FF2B5EF4-FFF2-40B4-BE49-F238E27FC236}">
                    <a16:creationId xmlns:a16="http://schemas.microsoft.com/office/drawing/2014/main" id="{6DA3553E-68AC-4498-BC8A-5419911DAA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66681" y="10534693"/>
                <a:ext cx="262499" cy="193014"/>
              </a:xfrm>
              <a:custGeom>
                <a:avLst/>
                <a:gdLst>
                  <a:gd name="T0" fmla="*/ 299 w 300"/>
                  <a:gd name="T1" fmla="*/ 170 h 219"/>
                  <a:gd name="T2" fmla="*/ 249 w 300"/>
                  <a:gd name="T3" fmla="*/ 203 h 219"/>
                  <a:gd name="T4" fmla="*/ 227 w 300"/>
                  <a:gd name="T5" fmla="*/ 196 h 219"/>
                  <a:gd name="T6" fmla="*/ 197 w 300"/>
                  <a:gd name="T7" fmla="*/ 212 h 219"/>
                  <a:gd name="T8" fmla="*/ 164 w 300"/>
                  <a:gd name="T9" fmla="*/ 190 h 219"/>
                  <a:gd name="T10" fmla="*/ 123 w 300"/>
                  <a:gd name="T11" fmla="*/ 218 h 219"/>
                  <a:gd name="T12" fmla="*/ 89 w 300"/>
                  <a:gd name="T13" fmla="*/ 194 h 219"/>
                  <a:gd name="T14" fmla="*/ 51 w 300"/>
                  <a:gd name="T15" fmla="*/ 218 h 219"/>
                  <a:gd name="T16" fmla="*/ 16 w 300"/>
                  <a:gd name="T17" fmla="*/ 176 h 219"/>
                  <a:gd name="T18" fmla="*/ 16 w 300"/>
                  <a:gd name="T19" fmla="*/ 176 h 219"/>
                  <a:gd name="T20" fmla="*/ 5 w 300"/>
                  <a:gd name="T21" fmla="*/ 126 h 219"/>
                  <a:gd name="T22" fmla="*/ 5 w 300"/>
                  <a:gd name="T23" fmla="*/ 126 h 219"/>
                  <a:gd name="T24" fmla="*/ 32 w 300"/>
                  <a:gd name="T25" fmla="*/ 53 h 219"/>
                  <a:gd name="T26" fmla="*/ 32 w 300"/>
                  <a:gd name="T27" fmla="*/ 53 h 219"/>
                  <a:gd name="T28" fmla="*/ 52 w 300"/>
                  <a:gd name="T29" fmla="*/ 97 h 219"/>
                  <a:gd name="T30" fmla="*/ 52 w 300"/>
                  <a:gd name="T31" fmla="*/ 97 h 219"/>
                  <a:gd name="T32" fmla="*/ 92 w 300"/>
                  <a:gd name="T33" fmla="*/ 28 h 219"/>
                  <a:gd name="T34" fmla="*/ 92 w 300"/>
                  <a:gd name="T35" fmla="*/ 28 h 219"/>
                  <a:gd name="T36" fmla="*/ 121 w 300"/>
                  <a:gd name="T37" fmla="*/ 82 h 219"/>
                  <a:gd name="T38" fmla="*/ 121 w 300"/>
                  <a:gd name="T39" fmla="*/ 82 h 219"/>
                  <a:gd name="T40" fmla="*/ 159 w 300"/>
                  <a:gd name="T41" fmla="*/ 0 h 219"/>
                  <a:gd name="T42" fmla="*/ 159 w 300"/>
                  <a:gd name="T43" fmla="*/ 0 h 219"/>
                  <a:gd name="T44" fmla="*/ 188 w 300"/>
                  <a:gd name="T45" fmla="*/ 65 h 219"/>
                  <a:gd name="T46" fmla="*/ 188 w 300"/>
                  <a:gd name="T47" fmla="*/ 65 h 219"/>
                  <a:gd name="T48" fmla="*/ 235 w 300"/>
                  <a:gd name="T49" fmla="*/ 14 h 219"/>
                  <a:gd name="T50" fmla="*/ 235 w 300"/>
                  <a:gd name="T51" fmla="*/ 14 h 219"/>
                  <a:gd name="T52" fmla="*/ 260 w 300"/>
                  <a:gd name="T53" fmla="*/ 132 h 219"/>
                  <a:gd name="T54" fmla="*/ 299 w 300"/>
                  <a:gd name="T55" fmla="*/ 170 h 2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300" h="219">
                    <a:moveTo>
                      <a:pt x="299" y="170"/>
                    </a:moveTo>
                    <a:lnTo>
                      <a:pt x="249" y="203"/>
                    </a:lnTo>
                    <a:lnTo>
                      <a:pt x="227" y="196"/>
                    </a:lnTo>
                    <a:lnTo>
                      <a:pt x="197" y="212"/>
                    </a:lnTo>
                    <a:lnTo>
                      <a:pt x="164" y="190"/>
                    </a:lnTo>
                    <a:lnTo>
                      <a:pt x="123" y="218"/>
                    </a:lnTo>
                    <a:lnTo>
                      <a:pt x="89" y="194"/>
                    </a:lnTo>
                    <a:lnTo>
                      <a:pt x="51" y="218"/>
                    </a:lnTo>
                    <a:lnTo>
                      <a:pt x="16" y="176"/>
                    </a:lnTo>
                    <a:lnTo>
                      <a:pt x="16" y="176"/>
                    </a:lnTo>
                    <a:cubicBezTo>
                      <a:pt x="5" y="162"/>
                      <a:pt x="0" y="143"/>
                      <a:pt x="5" y="126"/>
                    </a:cubicBezTo>
                    <a:lnTo>
                      <a:pt x="5" y="126"/>
                    </a:lnTo>
                    <a:cubicBezTo>
                      <a:pt x="11" y="97"/>
                      <a:pt x="23" y="55"/>
                      <a:pt x="32" y="53"/>
                    </a:cubicBezTo>
                    <a:lnTo>
                      <a:pt x="32" y="53"/>
                    </a:lnTo>
                    <a:cubicBezTo>
                      <a:pt x="45" y="49"/>
                      <a:pt x="52" y="97"/>
                      <a:pt x="52" y="97"/>
                    </a:cubicBezTo>
                    <a:lnTo>
                      <a:pt x="52" y="97"/>
                    </a:lnTo>
                    <a:cubicBezTo>
                      <a:pt x="52" y="97"/>
                      <a:pt x="75" y="25"/>
                      <a:pt x="92" y="28"/>
                    </a:cubicBezTo>
                    <a:lnTo>
                      <a:pt x="92" y="28"/>
                    </a:lnTo>
                    <a:cubicBezTo>
                      <a:pt x="110" y="30"/>
                      <a:pt x="121" y="82"/>
                      <a:pt x="121" y="82"/>
                    </a:cubicBezTo>
                    <a:lnTo>
                      <a:pt x="121" y="82"/>
                    </a:lnTo>
                    <a:cubicBezTo>
                      <a:pt x="121" y="82"/>
                      <a:pt x="149" y="0"/>
                      <a:pt x="159" y="0"/>
                    </a:cubicBezTo>
                    <a:lnTo>
                      <a:pt x="159" y="0"/>
                    </a:lnTo>
                    <a:cubicBezTo>
                      <a:pt x="190" y="0"/>
                      <a:pt x="188" y="65"/>
                      <a:pt x="188" y="65"/>
                    </a:cubicBezTo>
                    <a:lnTo>
                      <a:pt x="188" y="65"/>
                    </a:lnTo>
                    <a:cubicBezTo>
                      <a:pt x="188" y="65"/>
                      <a:pt x="215" y="8"/>
                      <a:pt x="235" y="14"/>
                    </a:cubicBezTo>
                    <a:lnTo>
                      <a:pt x="235" y="14"/>
                    </a:lnTo>
                    <a:cubicBezTo>
                      <a:pt x="255" y="20"/>
                      <a:pt x="260" y="132"/>
                      <a:pt x="260" y="132"/>
                    </a:cubicBezTo>
                    <a:lnTo>
                      <a:pt x="299" y="170"/>
                    </a:lnTo>
                  </a:path>
                </a:pathLst>
              </a:custGeom>
              <a:solidFill>
                <a:srgbClr val="C4C8CE">
                  <a:alpha val="15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74" name="Freeform 84">
                <a:extLst>
                  <a:ext uri="{FF2B5EF4-FFF2-40B4-BE49-F238E27FC236}">
                    <a16:creationId xmlns:a16="http://schemas.microsoft.com/office/drawing/2014/main" id="{2E4F6A4A-C4E3-4A54-994D-F68EDC142E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37078" y="8894077"/>
                <a:ext cx="312684" cy="679409"/>
              </a:xfrm>
              <a:custGeom>
                <a:avLst/>
                <a:gdLst>
                  <a:gd name="T0" fmla="*/ 319 w 355"/>
                  <a:gd name="T1" fmla="*/ 309 h 776"/>
                  <a:gd name="T2" fmla="*/ 59 w 355"/>
                  <a:gd name="T3" fmla="*/ 4 h 776"/>
                  <a:gd name="T4" fmla="*/ 59 w 355"/>
                  <a:gd name="T5" fmla="*/ 4 h 776"/>
                  <a:gd name="T6" fmla="*/ 0 w 355"/>
                  <a:gd name="T7" fmla="*/ 7 h 776"/>
                  <a:gd name="T8" fmla="*/ 66 w 355"/>
                  <a:gd name="T9" fmla="*/ 332 h 776"/>
                  <a:gd name="T10" fmla="*/ 66 w 355"/>
                  <a:gd name="T11" fmla="*/ 332 h 776"/>
                  <a:gd name="T12" fmla="*/ 114 w 355"/>
                  <a:gd name="T13" fmla="*/ 390 h 776"/>
                  <a:gd name="T14" fmla="*/ 207 w 355"/>
                  <a:gd name="T15" fmla="*/ 421 h 776"/>
                  <a:gd name="T16" fmla="*/ 180 w 355"/>
                  <a:gd name="T17" fmla="*/ 468 h 776"/>
                  <a:gd name="T18" fmla="*/ 180 w 355"/>
                  <a:gd name="T19" fmla="*/ 468 h 776"/>
                  <a:gd name="T20" fmla="*/ 195 w 355"/>
                  <a:gd name="T21" fmla="*/ 548 h 776"/>
                  <a:gd name="T22" fmla="*/ 195 w 355"/>
                  <a:gd name="T23" fmla="*/ 548 h 776"/>
                  <a:gd name="T24" fmla="*/ 315 w 355"/>
                  <a:gd name="T25" fmla="*/ 775 h 776"/>
                  <a:gd name="T26" fmla="*/ 315 w 355"/>
                  <a:gd name="T27" fmla="*/ 775 h 776"/>
                  <a:gd name="T28" fmla="*/ 319 w 355"/>
                  <a:gd name="T29" fmla="*/ 309 h 7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355" h="776">
                    <a:moveTo>
                      <a:pt x="319" y="309"/>
                    </a:moveTo>
                    <a:lnTo>
                      <a:pt x="59" y="4"/>
                    </a:lnTo>
                    <a:lnTo>
                      <a:pt x="59" y="4"/>
                    </a:lnTo>
                    <a:cubicBezTo>
                      <a:pt x="59" y="4"/>
                      <a:pt x="31" y="0"/>
                      <a:pt x="0" y="7"/>
                    </a:cubicBezTo>
                    <a:lnTo>
                      <a:pt x="66" y="332"/>
                    </a:lnTo>
                    <a:lnTo>
                      <a:pt x="66" y="332"/>
                    </a:lnTo>
                    <a:cubicBezTo>
                      <a:pt x="69" y="359"/>
                      <a:pt x="88" y="381"/>
                      <a:pt x="114" y="390"/>
                    </a:cubicBezTo>
                    <a:lnTo>
                      <a:pt x="207" y="421"/>
                    </a:lnTo>
                    <a:lnTo>
                      <a:pt x="180" y="468"/>
                    </a:lnTo>
                    <a:lnTo>
                      <a:pt x="180" y="468"/>
                    </a:lnTo>
                    <a:cubicBezTo>
                      <a:pt x="164" y="495"/>
                      <a:pt x="171" y="528"/>
                      <a:pt x="195" y="548"/>
                    </a:cubicBezTo>
                    <a:lnTo>
                      <a:pt x="195" y="548"/>
                    </a:lnTo>
                    <a:cubicBezTo>
                      <a:pt x="234" y="580"/>
                      <a:pt x="287" y="647"/>
                      <a:pt x="315" y="775"/>
                    </a:cubicBezTo>
                    <a:lnTo>
                      <a:pt x="315" y="775"/>
                    </a:lnTo>
                    <a:cubicBezTo>
                      <a:pt x="352" y="583"/>
                      <a:pt x="354" y="439"/>
                      <a:pt x="319" y="309"/>
                    </a:cubicBezTo>
                  </a:path>
                </a:pathLst>
              </a:custGeom>
              <a:solidFill>
                <a:srgbClr val="2F3B6E">
                  <a:alpha val="35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75" name="Freeform 85">
                <a:extLst>
                  <a:ext uri="{FF2B5EF4-FFF2-40B4-BE49-F238E27FC236}">
                    <a16:creationId xmlns:a16="http://schemas.microsoft.com/office/drawing/2014/main" id="{D7AA884F-3A97-4897-8B53-93BDBF78FB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87263" y="8886356"/>
                <a:ext cx="235476" cy="324263"/>
              </a:xfrm>
              <a:custGeom>
                <a:avLst/>
                <a:gdLst>
                  <a:gd name="T0" fmla="*/ 62 w 270"/>
                  <a:gd name="T1" fmla="*/ 0 h 371"/>
                  <a:gd name="T2" fmla="*/ 0 w 270"/>
                  <a:gd name="T3" fmla="*/ 11 h 371"/>
                  <a:gd name="T4" fmla="*/ 0 w 270"/>
                  <a:gd name="T5" fmla="*/ 11 h 371"/>
                  <a:gd name="T6" fmla="*/ 185 w 270"/>
                  <a:gd name="T7" fmla="*/ 370 h 371"/>
                  <a:gd name="T8" fmla="*/ 269 w 270"/>
                  <a:gd name="T9" fmla="*/ 287 h 371"/>
                  <a:gd name="T10" fmla="*/ 269 w 270"/>
                  <a:gd name="T11" fmla="*/ 287 h 371"/>
                  <a:gd name="T12" fmla="*/ 62 w 270"/>
                  <a:gd name="T13" fmla="*/ 0 h 3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70" h="371">
                    <a:moveTo>
                      <a:pt x="62" y="0"/>
                    </a:moveTo>
                    <a:lnTo>
                      <a:pt x="0" y="11"/>
                    </a:lnTo>
                    <a:lnTo>
                      <a:pt x="0" y="11"/>
                    </a:lnTo>
                    <a:cubicBezTo>
                      <a:pt x="0" y="11"/>
                      <a:pt x="36" y="239"/>
                      <a:pt x="185" y="370"/>
                    </a:cubicBezTo>
                    <a:lnTo>
                      <a:pt x="269" y="287"/>
                    </a:lnTo>
                    <a:lnTo>
                      <a:pt x="269" y="287"/>
                    </a:lnTo>
                    <a:cubicBezTo>
                      <a:pt x="269" y="287"/>
                      <a:pt x="188" y="251"/>
                      <a:pt x="62" y="0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76" name="Freeform 86">
                <a:extLst>
                  <a:ext uri="{FF2B5EF4-FFF2-40B4-BE49-F238E27FC236}">
                    <a16:creationId xmlns:a16="http://schemas.microsoft.com/office/drawing/2014/main" id="{CFBD063D-305B-4D49-8252-C7A40D7B97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93514" y="9233781"/>
                <a:ext cx="521136" cy="968928"/>
              </a:xfrm>
              <a:custGeom>
                <a:avLst/>
                <a:gdLst>
                  <a:gd name="T0" fmla="*/ 0 w 594"/>
                  <a:gd name="T1" fmla="*/ 0 h 1107"/>
                  <a:gd name="T2" fmla="*/ 0 w 594"/>
                  <a:gd name="T3" fmla="*/ 0 h 1107"/>
                  <a:gd name="T4" fmla="*/ 99 w 594"/>
                  <a:gd name="T5" fmla="*/ 477 h 1107"/>
                  <a:gd name="T6" fmla="*/ 99 w 594"/>
                  <a:gd name="T7" fmla="*/ 477 h 1107"/>
                  <a:gd name="T8" fmla="*/ 305 w 594"/>
                  <a:gd name="T9" fmla="*/ 919 h 1107"/>
                  <a:gd name="T10" fmla="*/ 488 w 594"/>
                  <a:gd name="T11" fmla="*/ 1106 h 1107"/>
                  <a:gd name="T12" fmla="*/ 488 w 594"/>
                  <a:gd name="T13" fmla="*/ 1106 h 1107"/>
                  <a:gd name="T14" fmla="*/ 593 w 594"/>
                  <a:gd name="T15" fmla="*/ 811 h 1107"/>
                  <a:gd name="T16" fmla="*/ 0 w 594"/>
                  <a:gd name="T17" fmla="*/ 0 h 1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94" h="1107">
                    <a:moveTo>
                      <a:pt x="0" y="0"/>
                    </a:moveTo>
                    <a:lnTo>
                      <a:pt x="0" y="0"/>
                    </a:lnTo>
                    <a:cubicBezTo>
                      <a:pt x="0" y="0"/>
                      <a:pt x="21" y="282"/>
                      <a:pt x="99" y="477"/>
                    </a:cubicBezTo>
                    <a:lnTo>
                      <a:pt x="99" y="477"/>
                    </a:lnTo>
                    <a:cubicBezTo>
                      <a:pt x="156" y="619"/>
                      <a:pt x="305" y="919"/>
                      <a:pt x="305" y="919"/>
                    </a:cubicBezTo>
                    <a:lnTo>
                      <a:pt x="488" y="1106"/>
                    </a:lnTo>
                    <a:lnTo>
                      <a:pt x="488" y="1106"/>
                    </a:lnTo>
                    <a:cubicBezTo>
                      <a:pt x="526" y="1010"/>
                      <a:pt x="561" y="911"/>
                      <a:pt x="593" y="811"/>
                    </a:cubicBezTo>
                    <a:lnTo>
                      <a:pt x="0" y="0"/>
                    </a:lnTo>
                  </a:path>
                </a:pathLst>
              </a:custGeom>
              <a:solidFill>
                <a:srgbClr val="111340">
                  <a:alpha val="35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77" name="Freeform 87">
                <a:extLst>
                  <a:ext uri="{FF2B5EF4-FFF2-40B4-BE49-F238E27FC236}">
                    <a16:creationId xmlns:a16="http://schemas.microsoft.com/office/drawing/2014/main" id="{E2D3B2D1-3C87-4AAD-BEB7-7B42389743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25318" y="9141134"/>
                <a:ext cx="1478487" cy="791356"/>
              </a:xfrm>
              <a:custGeom>
                <a:avLst/>
                <a:gdLst>
                  <a:gd name="T0" fmla="*/ 1628 w 1689"/>
                  <a:gd name="T1" fmla="*/ 124 h 902"/>
                  <a:gd name="T2" fmla="*/ 1628 w 1689"/>
                  <a:gd name="T3" fmla="*/ 124 h 902"/>
                  <a:gd name="T4" fmla="*/ 1628 w 1689"/>
                  <a:gd name="T5" fmla="*/ 124 h 902"/>
                  <a:gd name="T6" fmla="*/ 1595 w 1689"/>
                  <a:gd name="T7" fmla="*/ 0 h 902"/>
                  <a:gd name="T8" fmla="*/ 1521 w 1689"/>
                  <a:gd name="T9" fmla="*/ 73 h 902"/>
                  <a:gd name="T10" fmla="*/ 1521 w 1689"/>
                  <a:gd name="T11" fmla="*/ 73 h 902"/>
                  <a:gd name="T12" fmla="*/ 1577 w 1689"/>
                  <a:gd name="T13" fmla="*/ 152 h 902"/>
                  <a:gd name="T14" fmla="*/ 1577 w 1689"/>
                  <a:gd name="T15" fmla="*/ 152 h 902"/>
                  <a:gd name="T16" fmla="*/ 1147 w 1689"/>
                  <a:gd name="T17" fmla="*/ 491 h 902"/>
                  <a:gd name="T18" fmla="*/ 1147 w 1689"/>
                  <a:gd name="T19" fmla="*/ 491 h 902"/>
                  <a:gd name="T20" fmla="*/ 74 w 1689"/>
                  <a:gd name="T21" fmla="*/ 632 h 902"/>
                  <a:gd name="T22" fmla="*/ 0 w 1689"/>
                  <a:gd name="T23" fmla="*/ 861 h 902"/>
                  <a:gd name="T24" fmla="*/ 289 w 1689"/>
                  <a:gd name="T25" fmla="*/ 901 h 902"/>
                  <a:gd name="T26" fmla="*/ 289 w 1689"/>
                  <a:gd name="T27" fmla="*/ 901 h 902"/>
                  <a:gd name="T28" fmla="*/ 1022 w 1689"/>
                  <a:gd name="T29" fmla="*/ 616 h 902"/>
                  <a:gd name="T30" fmla="*/ 1022 w 1689"/>
                  <a:gd name="T31" fmla="*/ 616 h 902"/>
                  <a:gd name="T32" fmla="*/ 1628 w 1689"/>
                  <a:gd name="T33" fmla="*/ 124 h 9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689" h="902">
                    <a:moveTo>
                      <a:pt x="1628" y="124"/>
                    </a:moveTo>
                    <a:lnTo>
                      <a:pt x="1628" y="124"/>
                    </a:lnTo>
                    <a:lnTo>
                      <a:pt x="1628" y="124"/>
                    </a:lnTo>
                    <a:cubicBezTo>
                      <a:pt x="1639" y="81"/>
                      <a:pt x="1595" y="0"/>
                      <a:pt x="1595" y="0"/>
                    </a:cubicBezTo>
                    <a:lnTo>
                      <a:pt x="1521" y="73"/>
                    </a:lnTo>
                    <a:lnTo>
                      <a:pt x="1521" y="73"/>
                    </a:lnTo>
                    <a:cubicBezTo>
                      <a:pt x="1521" y="73"/>
                      <a:pt x="1528" y="143"/>
                      <a:pt x="1577" y="152"/>
                    </a:cubicBezTo>
                    <a:lnTo>
                      <a:pt x="1577" y="152"/>
                    </a:lnTo>
                    <a:cubicBezTo>
                      <a:pt x="1584" y="175"/>
                      <a:pt x="1665" y="503"/>
                      <a:pt x="1147" y="491"/>
                    </a:cubicBezTo>
                    <a:lnTo>
                      <a:pt x="1147" y="491"/>
                    </a:lnTo>
                    <a:cubicBezTo>
                      <a:pt x="608" y="479"/>
                      <a:pt x="330" y="486"/>
                      <a:pt x="74" y="632"/>
                    </a:cubicBezTo>
                    <a:lnTo>
                      <a:pt x="0" y="861"/>
                    </a:lnTo>
                    <a:lnTo>
                      <a:pt x="289" y="901"/>
                    </a:lnTo>
                    <a:lnTo>
                      <a:pt x="289" y="901"/>
                    </a:lnTo>
                    <a:cubicBezTo>
                      <a:pt x="289" y="901"/>
                      <a:pt x="382" y="594"/>
                      <a:pt x="1022" y="616"/>
                    </a:cubicBezTo>
                    <a:lnTo>
                      <a:pt x="1022" y="616"/>
                    </a:lnTo>
                    <a:cubicBezTo>
                      <a:pt x="1475" y="631"/>
                      <a:pt x="1688" y="426"/>
                      <a:pt x="1628" y="124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78" name="Freeform 88">
                <a:extLst>
                  <a:ext uri="{FF2B5EF4-FFF2-40B4-BE49-F238E27FC236}">
                    <a16:creationId xmlns:a16="http://schemas.microsoft.com/office/drawing/2014/main" id="{E770B752-DA62-4D57-812D-5A02B9B3F3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25318" y="9141134"/>
                <a:ext cx="1478487" cy="791356"/>
              </a:xfrm>
              <a:custGeom>
                <a:avLst/>
                <a:gdLst>
                  <a:gd name="T0" fmla="*/ 1628 w 1689"/>
                  <a:gd name="T1" fmla="*/ 124 h 902"/>
                  <a:gd name="T2" fmla="*/ 1628 w 1689"/>
                  <a:gd name="T3" fmla="*/ 124 h 902"/>
                  <a:gd name="T4" fmla="*/ 1628 w 1689"/>
                  <a:gd name="T5" fmla="*/ 124 h 902"/>
                  <a:gd name="T6" fmla="*/ 1595 w 1689"/>
                  <a:gd name="T7" fmla="*/ 0 h 902"/>
                  <a:gd name="T8" fmla="*/ 1521 w 1689"/>
                  <a:gd name="T9" fmla="*/ 73 h 902"/>
                  <a:gd name="T10" fmla="*/ 1521 w 1689"/>
                  <a:gd name="T11" fmla="*/ 73 h 902"/>
                  <a:gd name="T12" fmla="*/ 1577 w 1689"/>
                  <a:gd name="T13" fmla="*/ 152 h 902"/>
                  <a:gd name="T14" fmla="*/ 1577 w 1689"/>
                  <a:gd name="T15" fmla="*/ 152 h 902"/>
                  <a:gd name="T16" fmla="*/ 1147 w 1689"/>
                  <a:gd name="T17" fmla="*/ 491 h 902"/>
                  <a:gd name="T18" fmla="*/ 1147 w 1689"/>
                  <a:gd name="T19" fmla="*/ 491 h 902"/>
                  <a:gd name="T20" fmla="*/ 74 w 1689"/>
                  <a:gd name="T21" fmla="*/ 632 h 902"/>
                  <a:gd name="T22" fmla="*/ 0 w 1689"/>
                  <a:gd name="T23" fmla="*/ 861 h 902"/>
                  <a:gd name="T24" fmla="*/ 289 w 1689"/>
                  <a:gd name="T25" fmla="*/ 901 h 902"/>
                  <a:gd name="T26" fmla="*/ 289 w 1689"/>
                  <a:gd name="T27" fmla="*/ 901 h 902"/>
                  <a:gd name="T28" fmla="*/ 1022 w 1689"/>
                  <a:gd name="T29" fmla="*/ 616 h 902"/>
                  <a:gd name="T30" fmla="*/ 1022 w 1689"/>
                  <a:gd name="T31" fmla="*/ 616 h 902"/>
                  <a:gd name="T32" fmla="*/ 1628 w 1689"/>
                  <a:gd name="T33" fmla="*/ 124 h 9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689" h="902">
                    <a:moveTo>
                      <a:pt x="1628" y="124"/>
                    </a:moveTo>
                    <a:lnTo>
                      <a:pt x="1628" y="124"/>
                    </a:lnTo>
                    <a:lnTo>
                      <a:pt x="1628" y="124"/>
                    </a:lnTo>
                    <a:cubicBezTo>
                      <a:pt x="1639" y="81"/>
                      <a:pt x="1595" y="0"/>
                      <a:pt x="1595" y="0"/>
                    </a:cubicBezTo>
                    <a:lnTo>
                      <a:pt x="1521" y="73"/>
                    </a:lnTo>
                    <a:lnTo>
                      <a:pt x="1521" y="73"/>
                    </a:lnTo>
                    <a:cubicBezTo>
                      <a:pt x="1521" y="73"/>
                      <a:pt x="1528" y="143"/>
                      <a:pt x="1577" y="152"/>
                    </a:cubicBezTo>
                    <a:lnTo>
                      <a:pt x="1577" y="152"/>
                    </a:lnTo>
                    <a:cubicBezTo>
                      <a:pt x="1584" y="175"/>
                      <a:pt x="1665" y="503"/>
                      <a:pt x="1147" y="491"/>
                    </a:cubicBezTo>
                    <a:lnTo>
                      <a:pt x="1147" y="491"/>
                    </a:lnTo>
                    <a:cubicBezTo>
                      <a:pt x="608" y="479"/>
                      <a:pt x="330" y="486"/>
                      <a:pt x="74" y="632"/>
                    </a:cubicBezTo>
                    <a:lnTo>
                      <a:pt x="0" y="861"/>
                    </a:lnTo>
                    <a:lnTo>
                      <a:pt x="289" y="901"/>
                    </a:lnTo>
                    <a:lnTo>
                      <a:pt x="289" y="901"/>
                    </a:lnTo>
                    <a:cubicBezTo>
                      <a:pt x="289" y="901"/>
                      <a:pt x="382" y="594"/>
                      <a:pt x="1022" y="616"/>
                    </a:cubicBezTo>
                    <a:lnTo>
                      <a:pt x="1022" y="616"/>
                    </a:lnTo>
                    <a:cubicBezTo>
                      <a:pt x="1475" y="631"/>
                      <a:pt x="1688" y="426"/>
                      <a:pt x="1628" y="124"/>
                    </a:cubicBezTo>
                  </a:path>
                </a:pathLst>
              </a:custGeom>
              <a:solidFill>
                <a:srgbClr val="C4C8CE">
                  <a:alpha val="15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79" name="Freeform 89">
                <a:extLst>
                  <a:ext uri="{FF2B5EF4-FFF2-40B4-BE49-F238E27FC236}">
                    <a16:creationId xmlns:a16="http://schemas.microsoft.com/office/drawing/2014/main" id="{E1602FF9-9281-4607-917A-69D6EC1B78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08588" y="8936538"/>
                <a:ext cx="1331794" cy="1656060"/>
              </a:xfrm>
              <a:custGeom>
                <a:avLst/>
                <a:gdLst>
                  <a:gd name="T0" fmla="*/ 87 w 1521"/>
                  <a:gd name="T1" fmla="*/ 373 h 1890"/>
                  <a:gd name="T2" fmla="*/ 87 w 1521"/>
                  <a:gd name="T3" fmla="*/ 373 h 1890"/>
                  <a:gd name="T4" fmla="*/ 453 w 1521"/>
                  <a:gd name="T5" fmla="*/ 1225 h 1890"/>
                  <a:gd name="T6" fmla="*/ 1301 w 1521"/>
                  <a:gd name="T7" fmla="*/ 1889 h 1890"/>
                  <a:gd name="T8" fmla="*/ 1520 w 1521"/>
                  <a:gd name="T9" fmla="*/ 1683 h 1890"/>
                  <a:gd name="T10" fmla="*/ 789 w 1521"/>
                  <a:gd name="T11" fmla="*/ 1036 h 1890"/>
                  <a:gd name="T12" fmla="*/ 416 w 1521"/>
                  <a:gd name="T13" fmla="*/ 194 h 1890"/>
                  <a:gd name="T14" fmla="*/ 348 w 1521"/>
                  <a:gd name="T15" fmla="*/ 0 h 1890"/>
                  <a:gd name="T16" fmla="*/ 348 w 1521"/>
                  <a:gd name="T17" fmla="*/ 0 h 1890"/>
                  <a:gd name="T18" fmla="*/ 87 w 1521"/>
                  <a:gd name="T19" fmla="*/ 373 h 18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521" h="1890">
                    <a:moveTo>
                      <a:pt x="87" y="373"/>
                    </a:moveTo>
                    <a:lnTo>
                      <a:pt x="87" y="373"/>
                    </a:lnTo>
                    <a:cubicBezTo>
                      <a:pt x="213" y="818"/>
                      <a:pt x="453" y="1225"/>
                      <a:pt x="453" y="1225"/>
                    </a:cubicBezTo>
                    <a:lnTo>
                      <a:pt x="1301" y="1889"/>
                    </a:lnTo>
                    <a:lnTo>
                      <a:pt x="1520" y="1683"/>
                    </a:lnTo>
                    <a:lnTo>
                      <a:pt x="789" y="1036"/>
                    </a:lnTo>
                    <a:lnTo>
                      <a:pt x="416" y="194"/>
                    </a:lnTo>
                    <a:lnTo>
                      <a:pt x="348" y="0"/>
                    </a:lnTo>
                    <a:lnTo>
                      <a:pt x="348" y="0"/>
                    </a:lnTo>
                    <a:cubicBezTo>
                      <a:pt x="348" y="0"/>
                      <a:pt x="0" y="67"/>
                      <a:pt x="87" y="373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80" name="Freeform 90">
                <a:extLst>
                  <a:ext uri="{FF2B5EF4-FFF2-40B4-BE49-F238E27FC236}">
                    <a16:creationId xmlns:a16="http://schemas.microsoft.com/office/drawing/2014/main" id="{9A9E498C-ECFD-474B-9408-25CF328A53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41307" y="8241689"/>
                <a:ext cx="598342" cy="899446"/>
              </a:xfrm>
              <a:custGeom>
                <a:avLst/>
                <a:gdLst>
                  <a:gd name="T0" fmla="*/ 664 w 682"/>
                  <a:gd name="T1" fmla="*/ 451 h 1026"/>
                  <a:gd name="T2" fmla="*/ 664 w 682"/>
                  <a:gd name="T3" fmla="*/ 451 h 1026"/>
                  <a:gd name="T4" fmla="*/ 596 w 682"/>
                  <a:gd name="T5" fmla="*/ 201 h 1026"/>
                  <a:gd name="T6" fmla="*/ 596 w 682"/>
                  <a:gd name="T7" fmla="*/ 201 h 1026"/>
                  <a:gd name="T8" fmla="*/ 240 w 682"/>
                  <a:gd name="T9" fmla="*/ 35 h 1026"/>
                  <a:gd name="T10" fmla="*/ 240 w 682"/>
                  <a:gd name="T11" fmla="*/ 35 h 1026"/>
                  <a:gd name="T12" fmla="*/ 71 w 682"/>
                  <a:gd name="T13" fmla="*/ 374 h 1026"/>
                  <a:gd name="T14" fmla="*/ 71 w 682"/>
                  <a:gd name="T15" fmla="*/ 374 h 1026"/>
                  <a:gd name="T16" fmla="*/ 91 w 682"/>
                  <a:gd name="T17" fmla="*/ 479 h 1026"/>
                  <a:gd name="T18" fmla="*/ 91 w 682"/>
                  <a:gd name="T19" fmla="*/ 479 h 1026"/>
                  <a:gd name="T20" fmla="*/ 103 w 682"/>
                  <a:gd name="T21" fmla="*/ 495 h 1026"/>
                  <a:gd name="T22" fmla="*/ 0 w 682"/>
                  <a:gd name="T23" fmla="*/ 738 h 1026"/>
                  <a:gd name="T24" fmla="*/ 0 w 682"/>
                  <a:gd name="T25" fmla="*/ 738 h 1026"/>
                  <a:gd name="T26" fmla="*/ 207 w 682"/>
                  <a:gd name="T27" fmla="*/ 1025 h 1026"/>
                  <a:gd name="T28" fmla="*/ 304 w 682"/>
                  <a:gd name="T29" fmla="*/ 704 h 1026"/>
                  <a:gd name="T30" fmla="*/ 304 w 682"/>
                  <a:gd name="T31" fmla="*/ 704 h 1026"/>
                  <a:gd name="T32" fmla="*/ 483 w 682"/>
                  <a:gd name="T33" fmla="*/ 749 h 1026"/>
                  <a:gd name="T34" fmla="*/ 483 w 682"/>
                  <a:gd name="T35" fmla="*/ 749 h 1026"/>
                  <a:gd name="T36" fmla="*/ 594 w 682"/>
                  <a:gd name="T37" fmla="*/ 509 h 1026"/>
                  <a:gd name="T38" fmla="*/ 594 w 682"/>
                  <a:gd name="T39" fmla="*/ 509 h 1026"/>
                  <a:gd name="T40" fmla="*/ 664 w 682"/>
                  <a:gd name="T41" fmla="*/ 451 h 10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682" h="1026">
                    <a:moveTo>
                      <a:pt x="664" y="451"/>
                    </a:moveTo>
                    <a:lnTo>
                      <a:pt x="664" y="451"/>
                    </a:lnTo>
                    <a:cubicBezTo>
                      <a:pt x="619" y="382"/>
                      <a:pt x="605" y="341"/>
                      <a:pt x="596" y="201"/>
                    </a:cubicBezTo>
                    <a:lnTo>
                      <a:pt x="596" y="201"/>
                    </a:lnTo>
                    <a:cubicBezTo>
                      <a:pt x="583" y="22"/>
                      <a:pt x="387" y="0"/>
                      <a:pt x="240" y="35"/>
                    </a:cubicBezTo>
                    <a:lnTo>
                      <a:pt x="240" y="35"/>
                    </a:lnTo>
                    <a:cubicBezTo>
                      <a:pt x="123" y="64"/>
                      <a:pt x="23" y="152"/>
                      <a:pt x="71" y="374"/>
                    </a:cubicBezTo>
                    <a:lnTo>
                      <a:pt x="71" y="374"/>
                    </a:lnTo>
                    <a:cubicBezTo>
                      <a:pt x="53" y="393"/>
                      <a:pt x="60" y="439"/>
                      <a:pt x="91" y="479"/>
                    </a:cubicBezTo>
                    <a:lnTo>
                      <a:pt x="91" y="479"/>
                    </a:lnTo>
                    <a:cubicBezTo>
                      <a:pt x="94" y="485"/>
                      <a:pt x="99" y="490"/>
                      <a:pt x="103" y="495"/>
                    </a:cubicBezTo>
                    <a:lnTo>
                      <a:pt x="0" y="738"/>
                    </a:lnTo>
                    <a:lnTo>
                      <a:pt x="0" y="738"/>
                    </a:lnTo>
                    <a:cubicBezTo>
                      <a:pt x="0" y="738"/>
                      <a:pt x="109" y="974"/>
                      <a:pt x="207" y="1025"/>
                    </a:cubicBezTo>
                    <a:lnTo>
                      <a:pt x="304" y="704"/>
                    </a:lnTo>
                    <a:lnTo>
                      <a:pt x="304" y="704"/>
                    </a:lnTo>
                    <a:cubicBezTo>
                      <a:pt x="363" y="735"/>
                      <a:pt x="425" y="753"/>
                      <a:pt x="483" y="749"/>
                    </a:cubicBezTo>
                    <a:lnTo>
                      <a:pt x="483" y="749"/>
                    </a:lnTo>
                    <a:cubicBezTo>
                      <a:pt x="539" y="745"/>
                      <a:pt x="576" y="634"/>
                      <a:pt x="594" y="509"/>
                    </a:cubicBezTo>
                    <a:lnTo>
                      <a:pt x="594" y="509"/>
                    </a:lnTo>
                    <a:cubicBezTo>
                      <a:pt x="598" y="479"/>
                      <a:pt x="681" y="475"/>
                      <a:pt x="664" y="45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81" name="Freeform 91">
                <a:extLst>
                  <a:ext uri="{FF2B5EF4-FFF2-40B4-BE49-F238E27FC236}">
                    <a16:creationId xmlns:a16="http://schemas.microsoft.com/office/drawing/2014/main" id="{2B25D379-878E-4808-83B5-0E55CC82A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41307" y="8241689"/>
                <a:ext cx="598342" cy="899446"/>
              </a:xfrm>
              <a:custGeom>
                <a:avLst/>
                <a:gdLst>
                  <a:gd name="T0" fmla="*/ 664 w 682"/>
                  <a:gd name="T1" fmla="*/ 451 h 1026"/>
                  <a:gd name="T2" fmla="*/ 664 w 682"/>
                  <a:gd name="T3" fmla="*/ 451 h 1026"/>
                  <a:gd name="T4" fmla="*/ 596 w 682"/>
                  <a:gd name="T5" fmla="*/ 201 h 1026"/>
                  <a:gd name="T6" fmla="*/ 596 w 682"/>
                  <a:gd name="T7" fmla="*/ 201 h 1026"/>
                  <a:gd name="T8" fmla="*/ 240 w 682"/>
                  <a:gd name="T9" fmla="*/ 35 h 1026"/>
                  <a:gd name="T10" fmla="*/ 240 w 682"/>
                  <a:gd name="T11" fmla="*/ 35 h 1026"/>
                  <a:gd name="T12" fmla="*/ 71 w 682"/>
                  <a:gd name="T13" fmla="*/ 374 h 1026"/>
                  <a:gd name="T14" fmla="*/ 71 w 682"/>
                  <a:gd name="T15" fmla="*/ 374 h 1026"/>
                  <a:gd name="T16" fmla="*/ 91 w 682"/>
                  <a:gd name="T17" fmla="*/ 479 h 1026"/>
                  <a:gd name="T18" fmla="*/ 91 w 682"/>
                  <a:gd name="T19" fmla="*/ 479 h 1026"/>
                  <a:gd name="T20" fmla="*/ 103 w 682"/>
                  <a:gd name="T21" fmla="*/ 495 h 1026"/>
                  <a:gd name="T22" fmla="*/ 0 w 682"/>
                  <a:gd name="T23" fmla="*/ 738 h 1026"/>
                  <a:gd name="T24" fmla="*/ 0 w 682"/>
                  <a:gd name="T25" fmla="*/ 738 h 1026"/>
                  <a:gd name="T26" fmla="*/ 207 w 682"/>
                  <a:gd name="T27" fmla="*/ 1025 h 1026"/>
                  <a:gd name="T28" fmla="*/ 304 w 682"/>
                  <a:gd name="T29" fmla="*/ 704 h 1026"/>
                  <a:gd name="T30" fmla="*/ 304 w 682"/>
                  <a:gd name="T31" fmla="*/ 704 h 1026"/>
                  <a:gd name="T32" fmla="*/ 483 w 682"/>
                  <a:gd name="T33" fmla="*/ 749 h 1026"/>
                  <a:gd name="T34" fmla="*/ 483 w 682"/>
                  <a:gd name="T35" fmla="*/ 749 h 1026"/>
                  <a:gd name="T36" fmla="*/ 594 w 682"/>
                  <a:gd name="T37" fmla="*/ 509 h 1026"/>
                  <a:gd name="T38" fmla="*/ 594 w 682"/>
                  <a:gd name="T39" fmla="*/ 509 h 1026"/>
                  <a:gd name="T40" fmla="*/ 664 w 682"/>
                  <a:gd name="T41" fmla="*/ 451 h 10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682" h="1026">
                    <a:moveTo>
                      <a:pt x="664" y="451"/>
                    </a:moveTo>
                    <a:lnTo>
                      <a:pt x="664" y="451"/>
                    </a:lnTo>
                    <a:cubicBezTo>
                      <a:pt x="619" y="382"/>
                      <a:pt x="605" y="341"/>
                      <a:pt x="596" y="201"/>
                    </a:cubicBezTo>
                    <a:lnTo>
                      <a:pt x="596" y="201"/>
                    </a:lnTo>
                    <a:cubicBezTo>
                      <a:pt x="583" y="22"/>
                      <a:pt x="387" y="0"/>
                      <a:pt x="240" y="35"/>
                    </a:cubicBezTo>
                    <a:lnTo>
                      <a:pt x="240" y="35"/>
                    </a:lnTo>
                    <a:cubicBezTo>
                      <a:pt x="123" y="64"/>
                      <a:pt x="23" y="152"/>
                      <a:pt x="71" y="374"/>
                    </a:cubicBezTo>
                    <a:lnTo>
                      <a:pt x="71" y="374"/>
                    </a:lnTo>
                    <a:cubicBezTo>
                      <a:pt x="53" y="393"/>
                      <a:pt x="60" y="439"/>
                      <a:pt x="91" y="479"/>
                    </a:cubicBezTo>
                    <a:lnTo>
                      <a:pt x="91" y="479"/>
                    </a:lnTo>
                    <a:cubicBezTo>
                      <a:pt x="94" y="485"/>
                      <a:pt x="99" y="490"/>
                      <a:pt x="103" y="495"/>
                    </a:cubicBezTo>
                    <a:lnTo>
                      <a:pt x="0" y="738"/>
                    </a:lnTo>
                    <a:lnTo>
                      <a:pt x="0" y="738"/>
                    </a:lnTo>
                    <a:cubicBezTo>
                      <a:pt x="0" y="738"/>
                      <a:pt x="109" y="974"/>
                      <a:pt x="207" y="1025"/>
                    </a:cubicBezTo>
                    <a:lnTo>
                      <a:pt x="304" y="704"/>
                    </a:lnTo>
                    <a:lnTo>
                      <a:pt x="304" y="704"/>
                    </a:lnTo>
                    <a:cubicBezTo>
                      <a:pt x="363" y="735"/>
                      <a:pt x="425" y="753"/>
                      <a:pt x="483" y="749"/>
                    </a:cubicBezTo>
                    <a:lnTo>
                      <a:pt x="483" y="749"/>
                    </a:lnTo>
                    <a:cubicBezTo>
                      <a:pt x="539" y="745"/>
                      <a:pt x="576" y="634"/>
                      <a:pt x="594" y="509"/>
                    </a:cubicBezTo>
                    <a:lnTo>
                      <a:pt x="594" y="509"/>
                    </a:lnTo>
                    <a:cubicBezTo>
                      <a:pt x="598" y="479"/>
                      <a:pt x="681" y="475"/>
                      <a:pt x="664" y="451"/>
                    </a:cubicBezTo>
                  </a:path>
                </a:pathLst>
              </a:custGeom>
              <a:solidFill>
                <a:srgbClr val="C4C8CE">
                  <a:alpha val="15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82" name="Freeform 92">
                <a:extLst>
                  <a:ext uri="{FF2B5EF4-FFF2-40B4-BE49-F238E27FC236}">
                    <a16:creationId xmlns:a16="http://schemas.microsoft.com/office/drawing/2014/main" id="{62BCF25E-48F2-4A5F-A1A8-0888E201A2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22371" y="8674040"/>
                <a:ext cx="185293" cy="235478"/>
              </a:xfrm>
              <a:custGeom>
                <a:avLst/>
                <a:gdLst>
                  <a:gd name="T0" fmla="*/ 19 w 213"/>
                  <a:gd name="T1" fmla="*/ 7 h 269"/>
                  <a:gd name="T2" fmla="*/ 19 w 213"/>
                  <a:gd name="T3" fmla="*/ 7 h 269"/>
                  <a:gd name="T4" fmla="*/ 11 w 213"/>
                  <a:gd name="T5" fmla="*/ 0 h 269"/>
                  <a:gd name="T6" fmla="*/ 0 w 213"/>
                  <a:gd name="T7" fmla="*/ 27 h 269"/>
                  <a:gd name="T8" fmla="*/ 0 w 213"/>
                  <a:gd name="T9" fmla="*/ 27 h 269"/>
                  <a:gd name="T10" fmla="*/ 195 w 213"/>
                  <a:gd name="T11" fmla="*/ 268 h 269"/>
                  <a:gd name="T12" fmla="*/ 212 w 213"/>
                  <a:gd name="T13" fmla="*/ 209 h 269"/>
                  <a:gd name="T14" fmla="*/ 212 w 213"/>
                  <a:gd name="T15" fmla="*/ 209 h 269"/>
                  <a:gd name="T16" fmla="*/ 19 w 213"/>
                  <a:gd name="T17" fmla="*/ 7 h 2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13" h="269">
                    <a:moveTo>
                      <a:pt x="19" y="7"/>
                    </a:moveTo>
                    <a:lnTo>
                      <a:pt x="19" y="7"/>
                    </a:lnTo>
                    <a:cubicBezTo>
                      <a:pt x="16" y="5"/>
                      <a:pt x="14" y="2"/>
                      <a:pt x="11" y="0"/>
                    </a:cubicBezTo>
                    <a:lnTo>
                      <a:pt x="0" y="27"/>
                    </a:lnTo>
                    <a:lnTo>
                      <a:pt x="0" y="27"/>
                    </a:lnTo>
                    <a:cubicBezTo>
                      <a:pt x="14" y="90"/>
                      <a:pt x="61" y="225"/>
                      <a:pt x="195" y="268"/>
                    </a:cubicBezTo>
                    <a:lnTo>
                      <a:pt x="212" y="209"/>
                    </a:lnTo>
                    <a:lnTo>
                      <a:pt x="212" y="209"/>
                    </a:lnTo>
                    <a:cubicBezTo>
                      <a:pt x="128" y="163"/>
                      <a:pt x="53" y="88"/>
                      <a:pt x="19" y="7"/>
                    </a:cubicBezTo>
                  </a:path>
                </a:pathLst>
              </a:custGeom>
              <a:solidFill>
                <a:srgbClr val="C4C8CE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83" name="Freeform 93">
                <a:extLst>
                  <a:ext uri="{FF2B5EF4-FFF2-40B4-BE49-F238E27FC236}">
                    <a16:creationId xmlns:a16="http://schemas.microsoft.com/office/drawing/2014/main" id="{C2821718-EE66-42A7-9047-80752CC2B6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02337" y="8040954"/>
                <a:ext cx="799076" cy="748894"/>
              </a:xfrm>
              <a:custGeom>
                <a:avLst/>
                <a:gdLst>
                  <a:gd name="T0" fmla="*/ 897 w 913"/>
                  <a:gd name="T1" fmla="*/ 219 h 857"/>
                  <a:gd name="T2" fmla="*/ 897 w 913"/>
                  <a:gd name="T3" fmla="*/ 219 h 857"/>
                  <a:gd name="T4" fmla="*/ 731 w 913"/>
                  <a:gd name="T5" fmla="*/ 150 h 857"/>
                  <a:gd name="T6" fmla="*/ 731 w 913"/>
                  <a:gd name="T7" fmla="*/ 150 h 857"/>
                  <a:gd name="T8" fmla="*/ 650 w 913"/>
                  <a:gd name="T9" fmla="*/ 56 h 857"/>
                  <a:gd name="T10" fmla="*/ 650 w 913"/>
                  <a:gd name="T11" fmla="*/ 56 h 857"/>
                  <a:gd name="T12" fmla="*/ 388 w 913"/>
                  <a:gd name="T13" fmla="*/ 197 h 857"/>
                  <a:gd name="T14" fmla="*/ 388 w 913"/>
                  <a:gd name="T15" fmla="*/ 197 h 857"/>
                  <a:gd name="T16" fmla="*/ 120 w 913"/>
                  <a:gd name="T17" fmla="*/ 202 h 857"/>
                  <a:gd name="T18" fmla="*/ 120 w 913"/>
                  <a:gd name="T19" fmla="*/ 202 h 857"/>
                  <a:gd name="T20" fmla="*/ 109 w 913"/>
                  <a:gd name="T21" fmla="*/ 327 h 857"/>
                  <a:gd name="T22" fmla="*/ 109 w 913"/>
                  <a:gd name="T23" fmla="*/ 327 h 857"/>
                  <a:gd name="T24" fmla="*/ 31 w 913"/>
                  <a:gd name="T25" fmla="*/ 464 h 857"/>
                  <a:gd name="T26" fmla="*/ 31 w 913"/>
                  <a:gd name="T27" fmla="*/ 464 h 857"/>
                  <a:gd name="T28" fmla="*/ 206 w 913"/>
                  <a:gd name="T29" fmla="*/ 856 h 857"/>
                  <a:gd name="T30" fmla="*/ 206 w 913"/>
                  <a:gd name="T31" fmla="*/ 856 h 857"/>
                  <a:gd name="T32" fmla="*/ 294 w 913"/>
                  <a:gd name="T33" fmla="*/ 750 h 857"/>
                  <a:gd name="T34" fmla="*/ 294 w 913"/>
                  <a:gd name="T35" fmla="*/ 750 h 857"/>
                  <a:gd name="T36" fmla="*/ 250 w 913"/>
                  <a:gd name="T37" fmla="*/ 708 h 857"/>
                  <a:gd name="T38" fmla="*/ 250 w 913"/>
                  <a:gd name="T39" fmla="*/ 708 h 857"/>
                  <a:gd name="T40" fmla="*/ 235 w 913"/>
                  <a:gd name="T41" fmla="*/ 599 h 857"/>
                  <a:gd name="T42" fmla="*/ 235 w 913"/>
                  <a:gd name="T43" fmla="*/ 599 h 857"/>
                  <a:gd name="T44" fmla="*/ 333 w 913"/>
                  <a:gd name="T45" fmla="*/ 647 h 857"/>
                  <a:gd name="T46" fmla="*/ 333 w 913"/>
                  <a:gd name="T47" fmla="*/ 647 h 857"/>
                  <a:gd name="T48" fmla="*/ 362 w 913"/>
                  <a:gd name="T49" fmla="*/ 720 h 857"/>
                  <a:gd name="T50" fmla="*/ 362 w 913"/>
                  <a:gd name="T51" fmla="*/ 720 h 857"/>
                  <a:gd name="T52" fmla="*/ 379 w 913"/>
                  <a:gd name="T53" fmla="*/ 717 h 857"/>
                  <a:gd name="T54" fmla="*/ 379 w 913"/>
                  <a:gd name="T55" fmla="*/ 717 h 857"/>
                  <a:gd name="T56" fmla="*/ 466 w 913"/>
                  <a:gd name="T57" fmla="*/ 433 h 857"/>
                  <a:gd name="T58" fmla="*/ 466 w 913"/>
                  <a:gd name="T59" fmla="*/ 433 h 857"/>
                  <a:gd name="T60" fmla="*/ 897 w 913"/>
                  <a:gd name="T61" fmla="*/ 219 h 8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913" h="857">
                    <a:moveTo>
                      <a:pt x="897" y="219"/>
                    </a:moveTo>
                    <a:lnTo>
                      <a:pt x="897" y="219"/>
                    </a:lnTo>
                    <a:cubicBezTo>
                      <a:pt x="882" y="0"/>
                      <a:pt x="731" y="150"/>
                      <a:pt x="731" y="150"/>
                    </a:cubicBezTo>
                    <a:lnTo>
                      <a:pt x="731" y="150"/>
                    </a:lnTo>
                    <a:cubicBezTo>
                      <a:pt x="731" y="150"/>
                      <a:pt x="712" y="31"/>
                      <a:pt x="650" y="56"/>
                    </a:cubicBezTo>
                    <a:lnTo>
                      <a:pt x="650" y="56"/>
                    </a:lnTo>
                    <a:cubicBezTo>
                      <a:pt x="587" y="81"/>
                      <a:pt x="577" y="179"/>
                      <a:pt x="388" y="197"/>
                    </a:cubicBezTo>
                    <a:lnTo>
                      <a:pt x="388" y="197"/>
                    </a:lnTo>
                    <a:cubicBezTo>
                      <a:pt x="201" y="215"/>
                      <a:pt x="153" y="134"/>
                      <a:pt x="120" y="202"/>
                    </a:cubicBezTo>
                    <a:lnTo>
                      <a:pt x="120" y="202"/>
                    </a:lnTo>
                    <a:cubicBezTo>
                      <a:pt x="85" y="269"/>
                      <a:pt x="109" y="327"/>
                      <a:pt x="109" y="327"/>
                    </a:cubicBezTo>
                    <a:lnTo>
                      <a:pt x="109" y="327"/>
                    </a:lnTo>
                    <a:cubicBezTo>
                      <a:pt x="109" y="327"/>
                      <a:pt x="0" y="363"/>
                      <a:pt x="31" y="464"/>
                    </a:cubicBezTo>
                    <a:lnTo>
                      <a:pt x="31" y="464"/>
                    </a:lnTo>
                    <a:cubicBezTo>
                      <a:pt x="62" y="565"/>
                      <a:pt x="206" y="856"/>
                      <a:pt x="206" y="856"/>
                    </a:cubicBezTo>
                    <a:lnTo>
                      <a:pt x="206" y="856"/>
                    </a:lnTo>
                    <a:cubicBezTo>
                      <a:pt x="206" y="856"/>
                      <a:pt x="281" y="823"/>
                      <a:pt x="294" y="750"/>
                    </a:cubicBezTo>
                    <a:lnTo>
                      <a:pt x="294" y="750"/>
                    </a:lnTo>
                    <a:cubicBezTo>
                      <a:pt x="280" y="741"/>
                      <a:pt x="264" y="726"/>
                      <a:pt x="250" y="708"/>
                    </a:cubicBezTo>
                    <a:lnTo>
                      <a:pt x="250" y="708"/>
                    </a:lnTo>
                    <a:cubicBezTo>
                      <a:pt x="219" y="665"/>
                      <a:pt x="212" y="617"/>
                      <a:pt x="235" y="599"/>
                    </a:cubicBezTo>
                    <a:lnTo>
                      <a:pt x="235" y="599"/>
                    </a:lnTo>
                    <a:cubicBezTo>
                      <a:pt x="258" y="583"/>
                      <a:pt x="302" y="604"/>
                      <a:pt x="333" y="647"/>
                    </a:cubicBezTo>
                    <a:lnTo>
                      <a:pt x="333" y="647"/>
                    </a:lnTo>
                    <a:cubicBezTo>
                      <a:pt x="352" y="672"/>
                      <a:pt x="361" y="698"/>
                      <a:pt x="362" y="720"/>
                    </a:cubicBezTo>
                    <a:lnTo>
                      <a:pt x="362" y="720"/>
                    </a:lnTo>
                    <a:cubicBezTo>
                      <a:pt x="368" y="719"/>
                      <a:pt x="374" y="719"/>
                      <a:pt x="379" y="717"/>
                    </a:cubicBezTo>
                    <a:lnTo>
                      <a:pt x="379" y="717"/>
                    </a:lnTo>
                    <a:cubicBezTo>
                      <a:pt x="426" y="700"/>
                      <a:pt x="411" y="439"/>
                      <a:pt x="466" y="433"/>
                    </a:cubicBezTo>
                    <a:lnTo>
                      <a:pt x="466" y="433"/>
                    </a:lnTo>
                    <a:cubicBezTo>
                      <a:pt x="522" y="426"/>
                      <a:pt x="912" y="437"/>
                      <a:pt x="897" y="219"/>
                    </a:cubicBezTo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</p:grpSp>
      </p:grpSp>
      <p:sp>
        <p:nvSpPr>
          <p:cNvPr id="152" name="Freeform 97">
            <a:extLst>
              <a:ext uri="{FF2B5EF4-FFF2-40B4-BE49-F238E27FC236}">
                <a16:creationId xmlns:a16="http://schemas.microsoft.com/office/drawing/2014/main" id="{30F33D91-FFE1-406A-81DE-087353E902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4644" y="4250162"/>
            <a:ext cx="934187" cy="938048"/>
          </a:xfrm>
          <a:custGeom>
            <a:avLst/>
            <a:gdLst>
              <a:gd name="T0" fmla="*/ 1068 w 1069"/>
              <a:gd name="T1" fmla="*/ 535 h 1070"/>
              <a:gd name="T2" fmla="*/ 1068 w 1069"/>
              <a:gd name="T3" fmla="*/ 535 h 1070"/>
              <a:gd name="T4" fmla="*/ 534 w 1069"/>
              <a:gd name="T5" fmla="*/ 1069 h 1070"/>
              <a:gd name="T6" fmla="*/ 534 w 1069"/>
              <a:gd name="T7" fmla="*/ 1069 h 1070"/>
              <a:gd name="T8" fmla="*/ 0 w 1069"/>
              <a:gd name="T9" fmla="*/ 535 h 1070"/>
              <a:gd name="T10" fmla="*/ 0 w 1069"/>
              <a:gd name="T11" fmla="*/ 535 h 1070"/>
              <a:gd name="T12" fmla="*/ 534 w 1069"/>
              <a:gd name="T13" fmla="*/ 0 h 1070"/>
              <a:gd name="T14" fmla="*/ 534 w 1069"/>
              <a:gd name="T15" fmla="*/ 0 h 1070"/>
              <a:gd name="T16" fmla="*/ 1068 w 1069"/>
              <a:gd name="T17" fmla="*/ 535 h 10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069" h="1070">
                <a:moveTo>
                  <a:pt x="1068" y="535"/>
                </a:moveTo>
                <a:lnTo>
                  <a:pt x="1068" y="535"/>
                </a:lnTo>
                <a:cubicBezTo>
                  <a:pt x="1068" y="830"/>
                  <a:pt x="829" y="1069"/>
                  <a:pt x="534" y="1069"/>
                </a:cubicBezTo>
                <a:lnTo>
                  <a:pt x="534" y="1069"/>
                </a:lnTo>
                <a:cubicBezTo>
                  <a:pt x="239" y="1069"/>
                  <a:pt x="0" y="830"/>
                  <a:pt x="0" y="535"/>
                </a:cubicBezTo>
                <a:lnTo>
                  <a:pt x="0" y="535"/>
                </a:lnTo>
                <a:cubicBezTo>
                  <a:pt x="0" y="240"/>
                  <a:pt x="239" y="0"/>
                  <a:pt x="534" y="0"/>
                </a:cubicBezTo>
                <a:lnTo>
                  <a:pt x="534" y="0"/>
                </a:lnTo>
                <a:cubicBezTo>
                  <a:pt x="829" y="0"/>
                  <a:pt x="1068" y="240"/>
                  <a:pt x="1068" y="535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53" name="Freeform 98">
            <a:extLst>
              <a:ext uri="{FF2B5EF4-FFF2-40B4-BE49-F238E27FC236}">
                <a16:creationId xmlns:a16="http://schemas.microsoft.com/office/drawing/2014/main" id="{D35008CE-14BD-404E-80A4-CCAAFFD46C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19801" y="4250162"/>
            <a:ext cx="934187" cy="938048"/>
          </a:xfrm>
          <a:custGeom>
            <a:avLst/>
            <a:gdLst>
              <a:gd name="T0" fmla="*/ 1068 w 1069"/>
              <a:gd name="T1" fmla="*/ 535 h 1070"/>
              <a:gd name="T2" fmla="*/ 1068 w 1069"/>
              <a:gd name="T3" fmla="*/ 535 h 1070"/>
              <a:gd name="T4" fmla="*/ 535 w 1069"/>
              <a:gd name="T5" fmla="*/ 1069 h 1070"/>
              <a:gd name="T6" fmla="*/ 535 w 1069"/>
              <a:gd name="T7" fmla="*/ 1069 h 1070"/>
              <a:gd name="T8" fmla="*/ 0 w 1069"/>
              <a:gd name="T9" fmla="*/ 535 h 1070"/>
              <a:gd name="T10" fmla="*/ 0 w 1069"/>
              <a:gd name="T11" fmla="*/ 535 h 1070"/>
              <a:gd name="T12" fmla="*/ 535 w 1069"/>
              <a:gd name="T13" fmla="*/ 0 h 1070"/>
              <a:gd name="T14" fmla="*/ 535 w 1069"/>
              <a:gd name="T15" fmla="*/ 0 h 1070"/>
              <a:gd name="T16" fmla="*/ 1068 w 1069"/>
              <a:gd name="T17" fmla="*/ 535 h 10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069" h="1070">
                <a:moveTo>
                  <a:pt x="1068" y="535"/>
                </a:moveTo>
                <a:lnTo>
                  <a:pt x="1068" y="535"/>
                </a:lnTo>
                <a:cubicBezTo>
                  <a:pt x="1068" y="830"/>
                  <a:pt x="829" y="1069"/>
                  <a:pt x="535" y="1069"/>
                </a:cubicBezTo>
                <a:lnTo>
                  <a:pt x="535" y="1069"/>
                </a:lnTo>
                <a:cubicBezTo>
                  <a:pt x="240" y="1069"/>
                  <a:pt x="0" y="830"/>
                  <a:pt x="0" y="535"/>
                </a:cubicBezTo>
                <a:lnTo>
                  <a:pt x="0" y="535"/>
                </a:lnTo>
                <a:cubicBezTo>
                  <a:pt x="0" y="240"/>
                  <a:pt x="240" y="0"/>
                  <a:pt x="535" y="0"/>
                </a:cubicBezTo>
                <a:lnTo>
                  <a:pt x="535" y="0"/>
                </a:lnTo>
                <a:cubicBezTo>
                  <a:pt x="829" y="0"/>
                  <a:pt x="1068" y="240"/>
                  <a:pt x="1068" y="535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54" name="Freeform 99">
            <a:extLst>
              <a:ext uri="{FF2B5EF4-FFF2-40B4-BE49-F238E27FC236}">
                <a16:creationId xmlns:a16="http://schemas.microsoft.com/office/drawing/2014/main" id="{7464D30C-5A48-433C-A022-0D3026A3A2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48819" y="4250162"/>
            <a:ext cx="938049" cy="938048"/>
          </a:xfrm>
          <a:custGeom>
            <a:avLst/>
            <a:gdLst>
              <a:gd name="T0" fmla="*/ 1069 w 1070"/>
              <a:gd name="T1" fmla="*/ 535 h 1070"/>
              <a:gd name="T2" fmla="*/ 1069 w 1070"/>
              <a:gd name="T3" fmla="*/ 535 h 1070"/>
              <a:gd name="T4" fmla="*/ 534 w 1070"/>
              <a:gd name="T5" fmla="*/ 1069 h 1070"/>
              <a:gd name="T6" fmla="*/ 534 w 1070"/>
              <a:gd name="T7" fmla="*/ 1069 h 1070"/>
              <a:gd name="T8" fmla="*/ 0 w 1070"/>
              <a:gd name="T9" fmla="*/ 535 h 1070"/>
              <a:gd name="T10" fmla="*/ 0 w 1070"/>
              <a:gd name="T11" fmla="*/ 535 h 1070"/>
              <a:gd name="T12" fmla="*/ 534 w 1070"/>
              <a:gd name="T13" fmla="*/ 0 h 1070"/>
              <a:gd name="T14" fmla="*/ 534 w 1070"/>
              <a:gd name="T15" fmla="*/ 0 h 1070"/>
              <a:gd name="T16" fmla="*/ 1069 w 1070"/>
              <a:gd name="T17" fmla="*/ 535 h 10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070" h="1070">
                <a:moveTo>
                  <a:pt x="1069" y="535"/>
                </a:moveTo>
                <a:lnTo>
                  <a:pt x="1069" y="535"/>
                </a:lnTo>
                <a:cubicBezTo>
                  <a:pt x="1069" y="830"/>
                  <a:pt x="829" y="1069"/>
                  <a:pt x="534" y="1069"/>
                </a:cubicBezTo>
                <a:lnTo>
                  <a:pt x="534" y="1069"/>
                </a:lnTo>
                <a:cubicBezTo>
                  <a:pt x="239" y="1069"/>
                  <a:pt x="0" y="830"/>
                  <a:pt x="0" y="535"/>
                </a:cubicBezTo>
                <a:lnTo>
                  <a:pt x="0" y="535"/>
                </a:lnTo>
                <a:cubicBezTo>
                  <a:pt x="0" y="240"/>
                  <a:pt x="239" y="0"/>
                  <a:pt x="534" y="0"/>
                </a:cubicBezTo>
                <a:lnTo>
                  <a:pt x="534" y="0"/>
                </a:lnTo>
                <a:cubicBezTo>
                  <a:pt x="829" y="0"/>
                  <a:pt x="1069" y="240"/>
                  <a:pt x="1069" y="535"/>
                </a:cubicBez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55" name="Freeform 100">
            <a:extLst>
              <a:ext uri="{FF2B5EF4-FFF2-40B4-BE49-F238E27FC236}">
                <a16:creationId xmlns:a16="http://schemas.microsoft.com/office/drawing/2014/main" id="{B47A207E-1FE1-454A-84EF-A796F9B1AD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5378" y="4562846"/>
            <a:ext cx="532718" cy="312681"/>
          </a:xfrm>
          <a:custGeom>
            <a:avLst/>
            <a:gdLst>
              <a:gd name="T0" fmla="*/ 388 w 610"/>
              <a:gd name="T1" fmla="*/ 31 h 357"/>
              <a:gd name="T2" fmla="*/ 522 w 610"/>
              <a:gd name="T3" fmla="*/ 156 h 357"/>
              <a:gd name="T4" fmla="*/ 0 w 610"/>
              <a:gd name="T5" fmla="*/ 156 h 357"/>
              <a:gd name="T6" fmla="*/ 0 w 610"/>
              <a:gd name="T7" fmla="*/ 200 h 357"/>
              <a:gd name="T8" fmla="*/ 522 w 610"/>
              <a:gd name="T9" fmla="*/ 200 h 357"/>
              <a:gd name="T10" fmla="*/ 388 w 610"/>
              <a:gd name="T11" fmla="*/ 324 h 357"/>
              <a:gd name="T12" fmla="*/ 418 w 610"/>
              <a:gd name="T13" fmla="*/ 356 h 357"/>
              <a:gd name="T14" fmla="*/ 609 w 610"/>
              <a:gd name="T15" fmla="*/ 178 h 357"/>
              <a:gd name="T16" fmla="*/ 418 w 610"/>
              <a:gd name="T17" fmla="*/ 0 h 357"/>
              <a:gd name="T18" fmla="*/ 388 w 610"/>
              <a:gd name="T19" fmla="*/ 31 h 3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10" h="357">
                <a:moveTo>
                  <a:pt x="388" y="31"/>
                </a:moveTo>
                <a:lnTo>
                  <a:pt x="522" y="156"/>
                </a:lnTo>
                <a:lnTo>
                  <a:pt x="0" y="156"/>
                </a:lnTo>
                <a:lnTo>
                  <a:pt x="0" y="200"/>
                </a:lnTo>
                <a:lnTo>
                  <a:pt x="522" y="200"/>
                </a:lnTo>
                <a:lnTo>
                  <a:pt x="388" y="324"/>
                </a:lnTo>
                <a:lnTo>
                  <a:pt x="418" y="356"/>
                </a:lnTo>
                <a:lnTo>
                  <a:pt x="609" y="178"/>
                </a:lnTo>
                <a:lnTo>
                  <a:pt x="418" y="0"/>
                </a:lnTo>
                <a:lnTo>
                  <a:pt x="388" y="31"/>
                </a:ln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56" name="Freeform 101">
            <a:extLst>
              <a:ext uri="{FF2B5EF4-FFF2-40B4-BE49-F238E27FC236}">
                <a16:creationId xmlns:a16="http://schemas.microsoft.com/office/drawing/2014/main" id="{5E14CA4A-91C1-4A2F-B6A4-428E48A5D6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20535" y="4562846"/>
            <a:ext cx="532718" cy="312681"/>
          </a:xfrm>
          <a:custGeom>
            <a:avLst/>
            <a:gdLst>
              <a:gd name="T0" fmla="*/ 388 w 610"/>
              <a:gd name="T1" fmla="*/ 31 h 357"/>
              <a:gd name="T2" fmla="*/ 522 w 610"/>
              <a:gd name="T3" fmla="*/ 156 h 357"/>
              <a:gd name="T4" fmla="*/ 0 w 610"/>
              <a:gd name="T5" fmla="*/ 156 h 357"/>
              <a:gd name="T6" fmla="*/ 0 w 610"/>
              <a:gd name="T7" fmla="*/ 200 h 357"/>
              <a:gd name="T8" fmla="*/ 522 w 610"/>
              <a:gd name="T9" fmla="*/ 200 h 357"/>
              <a:gd name="T10" fmla="*/ 388 w 610"/>
              <a:gd name="T11" fmla="*/ 324 h 357"/>
              <a:gd name="T12" fmla="*/ 418 w 610"/>
              <a:gd name="T13" fmla="*/ 356 h 357"/>
              <a:gd name="T14" fmla="*/ 609 w 610"/>
              <a:gd name="T15" fmla="*/ 178 h 357"/>
              <a:gd name="T16" fmla="*/ 418 w 610"/>
              <a:gd name="T17" fmla="*/ 0 h 357"/>
              <a:gd name="T18" fmla="*/ 388 w 610"/>
              <a:gd name="T19" fmla="*/ 31 h 3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10" h="357">
                <a:moveTo>
                  <a:pt x="388" y="31"/>
                </a:moveTo>
                <a:lnTo>
                  <a:pt x="522" y="156"/>
                </a:lnTo>
                <a:lnTo>
                  <a:pt x="0" y="156"/>
                </a:lnTo>
                <a:lnTo>
                  <a:pt x="0" y="200"/>
                </a:lnTo>
                <a:lnTo>
                  <a:pt x="522" y="200"/>
                </a:lnTo>
                <a:lnTo>
                  <a:pt x="388" y="324"/>
                </a:lnTo>
                <a:lnTo>
                  <a:pt x="418" y="356"/>
                </a:lnTo>
                <a:lnTo>
                  <a:pt x="609" y="178"/>
                </a:lnTo>
                <a:lnTo>
                  <a:pt x="418" y="0"/>
                </a:lnTo>
                <a:lnTo>
                  <a:pt x="388" y="31"/>
                </a:ln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57" name="Freeform 102">
            <a:extLst>
              <a:ext uri="{FF2B5EF4-FFF2-40B4-BE49-F238E27FC236}">
                <a16:creationId xmlns:a16="http://schemas.microsoft.com/office/drawing/2014/main" id="{2FB9665A-6ECA-4EF9-B2AB-49A1D7A28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9553" y="4562846"/>
            <a:ext cx="536580" cy="312681"/>
          </a:xfrm>
          <a:custGeom>
            <a:avLst/>
            <a:gdLst>
              <a:gd name="T0" fmla="*/ 419 w 611"/>
              <a:gd name="T1" fmla="*/ 0 h 357"/>
              <a:gd name="T2" fmla="*/ 389 w 611"/>
              <a:gd name="T3" fmla="*/ 31 h 357"/>
              <a:gd name="T4" fmla="*/ 522 w 611"/>
              <a:gd name="T5" fmla="*/ 156 h 357"/>
              <a:gd name="T6" fmla="*/ 0 w 611"/>
              <a:gd name="T7" fmla="*/ 156 h 357"/>
              <a:gd name="T8" fmla="*/ 0 w 611"/>
              <a:gd name="T9" fmla="*/ 200 h 357"/>
              <a:gd name="T10" fmla="*/ 522 w 611"/>
              <a:gd name="T11" fmla="*/ 200 h 357"/>
              <a:gd name="T12" fmla="*/ 389 w 611"/>
              <a:gd name="T13" fmla="*/ 324 h 357"/>
              <a:gd name="T14" fmla="*/ 419 w 611"/>
              <a:gd name="T15" fmla="*/ 356 h 357"/>
              <a:gd name="T16" fmla="*/ 610 w 611"/>
              <a:gd name="T17" fmla="*/ 178 h 357"/>
              <a:gd name="T18" fmla="*/ 419 w 611"/>
              <a:gd name="T19" fmla="*/ 0 h 3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11" h="357">
                <a:moveTo>
                  <a:pt x="419" y="0"/>
                </a:moveTo>
                <a:lnTo>
                  <a:pt x="389" y="31"/>
                </a:lnTo>
                <a:lnTo>
                  <a:pt x="522" y="156"/>
                </a:lnTo>
                <a:lnTo>
                  <a:pt x="0" y="156"/>
                </a:lnTo>
                <a:lnTo>
                  <a:pt x="0" y="200"/>
                </a:lnTo>
                <a:lnTo>
                  <a:pt x="522" y="200"/>
                </a:lnTo>
                <a:lnTo>
                  <a:pt x="389" y="324"/>
                </a:lnTo>
                <a:lnTo>
                  <a:pt x="419" y="356"/>
                </a:lnTo>
                <a:lnTo>
                  <a:pt x="610" y="178"/>
                </a:lnTo>
                <a:lnTo>
                  <a:pt x="419" y="0"/>
                </a:ln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C283957-F7CE-458B-8B2D-5B7971776E54}"/>
              </a:ext>
            </a:extLst>
          </p:cNvPr>
          <p:cNvSpPr txBox="1"/>
          <p:nvPr/>
        </p:nvSpPr>
        <p:spPr>
          <a:xfrm>
            <a:off x="1520825" y="750700"/>
            <a:ext cx="21336000" cy="116955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7000" b="1" spc="-29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CHALLENGES SLIDE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CDE0C45-7CDA-4A25-A907-70E8F08129CE}"/>
              </a:ext>
            </a:extLst>
          </p:cNvPr>
          <p:cNvSpPr txBox="1"/>
          <p:nvPr/>
        </p:nvSpPr>
        <p:spPr>
          <a:xfrm>
            <a:off x="1520827" y="1886522"/>
            <a:ext cx="213359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spc="-120" dirty="0">
                <a:latin typeface="Montserrat" pitchFamily="2" charset="77"/>
                <a:cs typeface="Poppins" pitchFamily="2" charset="77"/>
              </a:rPr>
              <a:t>Make a big impact with our professional slides and charts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899F6CA-3B6F-40D2-B500-B26F6D57FAF5}"/>
              </a:ext>
            </a:extLst>
          </p:cNvPr>
          <p:cNvSpPr txBox="1"/>
          <p:nvPr/>
        </p:nvSpPr>
        <p:spPr>
          <a:xfrm>
            <a:off x="1178554" y="3621443"/>
            <a:ext cx="4540274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 01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75EB72F-601F-4973-86B9-C1FA12FA8145}"/>
              </a:ext>
            </a:extLst>
          </p:cNvPr>
          <p:cNvSpPr txBox="1"/>
          <p:nvPr/>
        </p:nvSpPr>
        <p:spPr>
          <a:xfrm>
            <a:off x="1178554" y="4302785"/>
            <a:ext cx="4540275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373CF4F-3BDC-4DEB-B483-56A2C6E79FD0}"/>
              </a:ext>
            </a:extLst>
          </p:cNvPr>
          <p:cNvSpPr txBox="1"/>
          <p:nvPr/>
        </p:nvSpPr>
        <p:spPr>
          <a:xfrm>
            <a:off x="6991471" y="3621443"/>
            <a:ext cx="4540274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 02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980C5F6-8B2D-40F2-9FC4-C2ED89E75477}"/>
              </a:ext>
            </a:extLst>
          </p:cNvPr>
          <p:cNvSpPr txBox="1"/>
          <p:nvPr/>
        </p:nvSpPr>
        <p:spPr>
          <a:xfrm>
            <a:off x="6991471" y="4302785"/>
            <a:ext cx="4540275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8255CC8-8839-4F6C-A7BB-F9F0A0A5D3A0}"/>
              </a:ext>
            </a:extLst>
          </p:cNvPr>
          <p:cNvSpPr txBox="1"/>
          <p:nvPr/>
        </p:nvSpPr>
        <p:spPr>
          <a:xfrm>
            <a:off x="12824707" y="3621443"/>
            <a:ext cx="4540274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 03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C57C6FB-4681-4369-9E64-39536FD78160}"/>
              </a:ext>
            </a:extLst>
          </p:cNvPr>
          <p:cNvSpPr txBox="1"/>
          <p:nvPr/>
        </p:nvSpPr>
        <p:spPr>
          <a:xfrm>
            <a:off x="12824707" y="4302785"/>
            <a:ext cx="4540275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B5C068F-BF98-42EC-AB8A-43E54F3D1218}"/>
              </a:ext>
            </a:extLst>
          </p:cNvPr>
          <p:cNvSpPr txBox="1"/>
          <p:nvPr/>
        </p:nvSpPr>
        <p:spPr>
          <a:xfrm>
            <a:off x="18657942" y="3621443"/>
            <a:ext cx="4540274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SOLUTION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5391477-5805-4A01-88AC-8C52162995C9}"/>
              </a:ext>
            </a:extLst>
          </p:cNvPr>
          <p:cNvSpPr txBox="1"/>
          <p:nvPr/>
        </p:nvSpPr>
        <p:spPr>
          <a:xfrm>
            <a:off x="18657942" y="4302785"/>
            <a:ext cx="4540275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roup 129">
            <a:extLst>
              <a:ext uri="{FF2B5EF4-FFF2-40B4-BE49-F238E27FC236}">
                <a16:creationId xmlns:a16="http://schemas.microsoft.com/office/drawing/2014/main" id="{B901F673-DD49-443D-8ED0-64950C830693}"/>
              </a:ext>
            </a:extLst>
          </p:cNvPr>
          <p:cNvGrpSpPr/>
          <p:nvPr/>
        </p:nvGrpSpPr>
        <p:grpSpPr>
          <a:xfrm>
            <a:off x="12707413" y="3500622"/>
            <a:ext cx="11675279" cy="9249960"/>
            <a:chOff x="12707413" y="3500622"/>
            <a:chExt cx="11675279" cy="9249960"/>
          </a:xfrm>
        </p:grpSpPr>
        <p:sp>
          <p:nvSpPr>
            <p:cNvPr id="131" name="Freeform 2">
              <a:extLst>
                <a:ext uri="{FF2B5EF4-FFF2-40B4-BE49-F238E27FC236}">
                  <a16:creationId xmlns:a16="http://schemas.microsoft.com/office/drawing/2014/main" id="{0CF55B38-C493-437C-8B5A-DA4E84EAC6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22256" y="6173180"/>
              <a:ext cx="1051756" cy="2696108"/>
            </a:xfrm>
            <a:custGeom>
              <a:avLst/>
              <a:gdLst>
                <a:gd name="T0" fmla="*/ 141 w 1180"/>
                <a:gd name="T1" fmla="*/ 2927 h 3030"/>
                <a:gd name="T2" fmla="*/ 1179 w 1180"/>
                <a:gd name="T3" fmla="*/ 3029 h 3030"/>
                <a:gd name="T4" fmla="*/ 1038 w 1180"/>
                <a:gd name="T5" fmla="*/ 103 h 3030"/>
                <a:gd name="T6" fmla="*/ 0 w 1180"/>
                <a:gd name="T7" fmla="*/ 0 h 3030"/>
                <a:gd name="T8" fmla="*/ 141 w 1180"/>
                <a:gd name="T9" fmla="*/ 2927 h 30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0" h="3030">
                  <a:moveTo>
                    <a:pt x="141" y="2927"/>
                  </a:moveTo>
                  <a:lnTo>
                    <a:pt x="1179" y="3029"/>
                  </a:lnTo>
                  <a:lnTo>
                    <a:pt x="1038" y="103"/>
                  </a:lnTo>
                  <a:lnTo>
                    <a:pt x="0" y="0"/>
                  </a:lnTo>
                  <a:lnTo>
                    <a:pt x="141" y="2927"/>
                  </a:lnTo>
                </a:path>
              </a:pathLst>
            </a:custGeom>
            <a:solidFill>
              <a:schemeClr val="tx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132" name="Freeform 3">
              <a:extLst>
                <a:ext uri="{FF2B5EF4-FFF2-40B4-BE49-F238E27FC236}">
                  <a16:creationId xmlns:a16="http://schemas.microsoft.com/office/drawing/2014/main" id="{CEF23C35-CED8-44E0-B836-F601AEF8E6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37805" y="3500622"/>
              <a:ext cx="3814579" cy="4093215"/>
            </a:xfrm>
            <a:custGeom>
              <a:avLst/>
              <a:gdLst>
                <a:gd name="T0" fmla="*/ 3074 w 4288"/>
                <a:gd name="T1" fmla="*/ 2682 h 4600"/>
                <a:gd name="T2" fmla="*/ 3074 w 4288"/>
                <a:gd name="T3" fmla="*/ 2682 h 4600"/>
                <a:gd name="T4" fmla="*/ 2432 w 4288"/>
                <a:gd name="T5" fmla="*/ 1710 h 4600"/>
                <a:gd name="T6" fmla="*/ 2432 w 4288"/>
                <a:gd name="T7" fmla="*/ 1710 h 4600"/>
                <a:gd name="T8" fmla="*/ 1908 w 4288"/>
                <a:gd name="T9" fmla="*/ 208 h 4600"/>
                <a:gd name="T10" fmla="*/ 1908 w 4288"/>
                <a:gd name="T11" fmla="*/ 208 h 4600"/>
                <a:gd name="T12" fmla="*/ 1318 w 4288"/>
                <a:gd name="T13" fmla="*/ 671 h 4600"/>
                <a:gd name="T14" fmla="*/ 1318 w 4288"/>
                <a:gd name="T15" fmla="*/ 671 h 4600"/>
                <a:gd name="T16" fmla="*/ 1483 w 4288"/>
                <a:gd name="T17" fmla="*/ 1894 h 4600"/>
                <a:gd name="T18" fmla="*/ 1194 w 4288"/>
                <a:gd name="T19" fmla="*/ 1894 h 4600"/>
                <a:gd name="T20" fmla="*/ 0 w 4288"/>
                <a:gd name="T21" fmla="*/ 3999 h 4600"/>
                <a:gd name="T22" fmla="*/ 0 w 4288"/>
                <a:gd name="T23" fmla="*/ 3999 h 4600"/>
                <a:gd name="T24" fmla="*/ 2253 w 4288"/>
                <a:gd name="T25" fmla="*/ 4578 h 4600"/>
                <a:gd name="T26" fmla="*/ 2253 w 4288"/>
                <a:gd name="T27" fmla="*/ 4577 h 4600"/>
                <a:gd name="T28" fmla="*/ 2253 w 4288"/>
                <a:gd name="T29" fmla="*/ 4577 h 4600"/>
                <a:gd name="T30" fmla="*/ 2798 w 4288"/>
                <a:gd name="T31" fmla="*/ 4402 h 4600"/>
                <a:gd name="T32" fmla="*/ 4070 w 4288"/>
                <a:gd name="T33" fmla="*/ 4515 h 4600"/>
                <a:gd name="T34" fmla="*/ 4287 w 4288"/>
                <a:gd name="T35" fmla="*/ 2860 h 4600"/>
                <a:gd name="T36" fmla="*/ 3074 w 4288"/>
                <a:gd name="T37" fmla="*/ 2682 h 4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288" h="4600">
                  <a:moveTo>
                    <a:pt x="3074" y="2682"/>
                  </a:moveTo>
                  <a:lnTo>
                    <a:pt x="3074" y="2682"/>
                  </a:lnTo>
                  <a:cubicBezTo>
                    <a:pt x="3074" y="2682"/>
                    <a:pt x="2829" y="1907"/>
                    <a:pt x="2432" y="1710"/>
                  </a:cubicBezTo>
                  <a:lnTo>
                    <a:pt x="2432" y="1710"/>
                  </a:lnTo>
                  <a:cubicBezTo>
                    <a:pt x="2036" y="1514"/>
                    <a:pt x="1920" y="416"/>
                    <a:pt x="1908" y="208"/>
                  </a:cubicBezTo>
                  <a:lnTo>
                    <a:pt x="1908" y="208"/>
                  </a:lnTo>
                  <a:cubicBezTo>
                    <a:pt x="1896" y="0"/>
                    <a:pt x="1230" y="116"/>
                    <a:pt x="1318" y="671"/>
                  </a:cubicBezTo>
                  <a:lnTo>
                    <a:pt x="1318" y="671"/>
                  </a:lnTo>
                  <a:cubicBezTo>
                    <a:pt x="1348" y="853"/>
                    <a:pt x="1411" y="1332"/>
                    <a:pt x="1483" y="1894"/>
                  </a:cubicBezTo>
                  <a:lnTo>
                    <a:pt x="1194" y="1894"/>
                  </a:lnTo>
                  <a:lnTo>
                    <a:pt x="0" y="3999"/>
                  </a:lnTo>
                  <a:lnTo>
                    <a:pt x="0" y="3999"/>
                  </a:lnTo>
                  <a:cubicBezTo>
                    <a:pt x="0" y="3999"/>
                    <a:pt x="1098" y="4599"/>
                    <a:pt x="2253" y="4578"/>
                  </a:cubicBezTo>
                  <a:lnTo>
                    <a:pt x="2253" y="4577"/>
                  </a:lnTo>
                  <a:lnTo>
                    <a:pt x="2253" y="4577"/>
                  </a:lnTo>
                  <a:cubicBezTo>
                    <a:pt x="2428" y="4570"/>
                    <a:pt x="2627" y="4527"/>
                    <a:pt x="2798" y="4402"/>
                  </a:cubicBezTo>
                  <a:lnTo>
                    <a:pt x="4070" y="4515"/>
                  </a:lnTo>
                  <a:lnTo>
                    <a:pt x="4287" y="2860"/>
                  </a:lnTo>
                  <a:lnTo>
                    <a:pt x="3074" y="2682"/>
                  </a:lnTo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133" name="Freeform 4">
              <a:extLst>
                <a:ext uri="{FF2B5EF4-FFF2-40B4-BE49-F238E27FC236}">
                  <a16:creationId xmlns:a16="http://schemas.microsoft.com/office/drawing/2014/main" id="{868AAD4B-137B-4103-9B4E-A92D7D3579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37805" y="3500622"/>
              <a:ext cx="3814579" cy="4093215"/>
            </a:xfrm>
            <a:custGeom>
              <a:avLst/>
              <a:gdLst>
                <a:gd name="T0" fmla="*/ 3074 w 4288"/>
                <a:gd name="T1" fmla="*/ 2682 h 4600"/>
                <a:gd name="T2" fmla="*/ 3074 w 4288"/>
                <a:gd name="T3" fmla="*/ 2682 h 4600"/>
                <a:gd name="T4" fmla="*/ 2432 w 4288"/>
                <a:gd name="T5" fmla="*/ 1710 h 4600"/>
                <a:gd name="T6" fmla="*/ 2432 w 4288"/>
                <a:gd name="T7" fmla="*/ 1710 h 4600"/>
                <a:gd name="T8" fmla="*/ 1908 w 4288"/>
                <a:gd name="T9" fmla="*/ 208 h 4600"/>
                <a:gd name="T10" fmla="*/ 1908 w 4288"/>
                <a:gd name="T11" fmla="*/ 208 h 4600"/>
                <a:gd name="T12" fmla="*/ 1318 w 4288"/>
                <a:gd name="T13" fmla="*/ 671 h 4600"/>
                <a:gd name="T14" fmla="*/ 1318 w 4288"/>
                <a:gd name="T15" fmla="*/ 671 h 4600"/>
                <a:gd name="T16" fmla="*/ 1483 w 4288"/>
                <a:gd name="T17" fmla="*/ 1894 h 4600"/>
                <a:gd name="T18" fmla="*/ 1194 w 4288"/>
                <a:gd name="T19" fmla="*/ 1894 h 4600"/>
                <a:gd name="T20" fmla="*/ 0 w 4288"/>
                <a:gd name="T21" fmla="*/ 3999 h 4600"/>
                <a:gd name="T22" fmla="*/ 0 w 4288"/>
                <a:gd name="T23" fmla="*/ 3999 h 4600"/>
                <a:gd name="T24" fmla="*/ 2253 w 4288"/>
                <a:gd name="T25" fmla="*/ 4578 h 4600"/>
                <a:gd name="T26" fmla="*/ 2253 w 4288"/>
                <a:gd name="T27" fmla="*/ 4577 h 4600"/>
                <a:gd name="T28" fmla="*/ 2253 w 4288"/>
                <a:gd name="T29" fmla="*/ 4577 h 4600"/>
                <a:gd name="T30" fmla="*/ 2798 w 4288"/>
                <a:gd name="T31" fmla="*/ 4402 h 4600"/>
                <a:gd name="T32" fmla="*/ 4070 w 4288"/>
                <a:gd name="T33" fmla="*/ 4515 h 4600"/>
                <a:gd name="T34" fmla="*/ 4287 w 4288"/>
                <a:gd name="T35" fmla="*/ 2860 h 4600"/>
                <a:gd name="T36" fmla="*/ 3074 w 4288"/>
                <a:gd name="T37" fmla="*/ 2682 h 4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288" h="4600">
                  <a:moveTo>
                    <a:pt x="3074" y="2682"/>
                  </a:moveTo>
                  <a:lnTo>
                    <a:pt x="3074" y="2682"/>
                  </a:lnTo>
                  <a:cubicBezTo>
                    <a:pt x="3074" y="2682"/>
                    <a:pt x="2829" y="1907"/>
                    <a:pt x="2432" y="1710"/>
                  </a:cubicBezTo>
                  <a:lnTo>
                    <a:pt x="2432" y="1710"/>
                  </a:lnTo>
                  <a:cubicBezTo>
                    <a:pt x="2036" y="1514"/>
                    <a:pt x="1920" y="416"/>
                    <a:pt x="1908" y="208"/>
                  </a:cubicBezTo>
                  <a:lnTo>
                    <a:pt x="1908" y="208"/>
                  </a:lnTo>
                  <a:cubicBezTo>
                    <a:pt x="1896" y="0"/>
                    <a:pt x="1230" y="116"/>
                    <a:pt x="1318" y="671"/>
                  </a:cubicBezTo>
                  <a:lnTo>
                    <a:pt x="1318" y="671"/>
                  </a:lnTo>
                  <a:cubicBezTo>
                    <a:pt x="1348" y="853"/>
                    <a:pt x="1411" y="1332"/>
                    <a:pt x="1483" y="1894"/>
                  </a:cubicBezTo>
                  <a:lnTo>
                    <a:pt x="1194" y="1894"/>
                  </a:lnTo>
                  <a:lnTo>
                    <a:pt x="0" y="3999"/>
                  </a:lnTo>
                  <a:lnTo>
                    <a:pt x="0" y="3999"/>
                  </a:lnTo>
                  <a:cubicBezTo>
                    <a:pt x="0" y="3999"/>
                    <a:pt x="1098" y="4599"/>
                    <a:pt x="2253" y="4578"/>
                  </a:cubicBezTo>
                  <a:lnTo>
                    <a:pt x="2253" y="4577"/>
                  </a:lnTo>
                  <a:lnTo>
                    <a:pt x="2253" y="4577"/>
                  </a:lnTo>
                  <a:cubicBezTo>
                    <a:pt x="2428" y="4570"/>
                    <a:pt x="2627" y="4527"/>
                    <a:pt x="2798" y="4402"/>
                  </a:cubicBezTo>
                  <a:lnTo>
                    <a:pt x="4070" y="4515"/>
                  </a:lnTo>
                  <a:lnTo>
                    <a:pt x="4287" y="2860"/>
                  </a:lnTo>
                  <a:lnTo>
                    <a:pt x="3074" y="2682"/>
                  </a:lnTo>
                </a:path>
              </a:pathLst>
            </a:custGeom>
            <a:solidFill>
              <a:srgbClr val="C4C8CE">
                <a:alpha val="50000"/>
              </a:srgb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134" name="Freeform 5">
              <a:extLst>
                <a:ext uri="{FF2B5EF4-FFF2-40B4-BE49-F238E27FC236}">
                  <a16:creationId xmlns:a16="http://schemas.microsoft.com/office/drawing/2014/main" id="{AFC2BEE5-520C-48BA-B936-AE900B25E0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59791" y="5729717"/>
              <a:ext cx="988965" cy="2193774"/>
            </a:xfrm>
            <a:custGeom>
              <a:avLst/>
              <a:gdLst>
                <a:gd name="T0" fmla="*/ 1112 w 1113"/>
                <a:gd name="T1" fmla="*/ 107 h 2465"/>
                <a:gd name="T2" fmla="*/ 795 w 1113"/>
                <a:gd name="T3" fmla="*/ 2464 h 2465"/>
                <a:gd name="T4" fmla="*/ 0 w 1113"/>
                <a:gd name="T5" fmla="*/ 2356 h 2465"/>
                <a:gd name="T6" fmla="*/ 318 w 1113"/>
                <a:gd name="T7" fmla="*/ 0 h 2465"/>
                <a:gd name="T8" fmla="*/ 1112 w 1113"/>
                <a:gd name="T9" fmla="*/ 107 h 2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13" h="2465">
                  <a:moveTo>
                    <a:pt x="1112" y="107"/>
                  </a:moveTo>
                  <a:lnTo>
                    <a:pt x="795" y="2464"/>
                  </a:lnTo>
                  <a:lnTo>
                    <a:pt x="0" y="2356"/>
                  </a:lnTo>
                  <a:lnTo>
                    <a:pt x="318" y="0"/>
                  </a:lnTo>
                  <a:lnTo>
                    <a:pt x="1112" y="107"/>
                  </a:lnTo>
                </a:path>
              </a:pathLst>
            </a:cu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135" name="Freeform 6">
              <a:extLst>
                <a:ext uri="{FF2B5EF4-FFF2-40B4-BE49-F238E27FC236}">
                  <a16:creationId xmlns:a16="http://schemas.microsoft.com/office/drawing/2014/main" id="{F1745D7A-B3BF-4E0D-95B2-CCADB6163A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59791" y="5729717"/>
              <a:ext cx="988965" cy="2193774"/>
            </a:xfrm>
            <a:custGeom>
              <a:avLst/>
              <a:gdLst>
                <a:gd name="T0" fmla="*/ 1112 w 1113"/>
                <a:gd name="T1" fmla="*/ 107 h 2465"/>
                <a:gd name="T2" fmla="*/ 795 w 1113"/>
                <a:gd name="T3" fmla="*/ 2464 h 2465"/>
                <a:gd name="T4" fmla="*/ 0 w 1113"/>
                <a:gd name="T5" fmla="*/ 2356 h 2465"/>
                <a:gd name="T6" fmla="*/ 318 w 1113"/>
                <a:gd name="T7" fmla="*/ 0 h 2465"/>
                <a:gd name="T8" fmla="*/ 1112 w 1113"/>
                <a:gd name="T9" fmla="*/ 107 h 2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13" h="2465">
                  <a:moveTo>
                    <a:pt x="1112" y="107"/>
                  </a:moveTo>
                  <a:lnTo>
                    <a:pt x="795" y="2464"/>
                  </a:lnTo>
                  <a:lnTo>
                    <a:pt x="0" y="2356"/>
                  </a:lnTo>
                  <a:lnTo>
                    <a:pt x="318" y="0"/>
                  </a:lnTo>
                  <a:lnTo>
                    <a:pt x="1112" y="107"/>
                  </a:lnTo>
                </a:path>
              </a:pathLst>
            </a:custGeom>
            <a:solidFill>
              <a:srgbClr val="C4C8CE">
                <a:alpha val="15000"/>
              </a:srgb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136" name="Freeform 7">
              <a:extLst>
                <a:ext uri="{FF2B5EF4-FFF2-40B4-BE49-F238E27FC236}">
                  <a16:creationId xmlns:a16="http://schemas.microsoft.com/office/drawing/2014/main" id="{BA498493-B8D6-482A-9A0D-6E83525D95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81597" y="5478552"/>
              <a:ext cx="6801095" cy="4210948"/>
            </a:xfrm>
            <a:custGeom>
              <a:avLst/>
              <a:gdLst>
                <a:gd name="T0" fmla="*/ 7641 w 7642"/>
                <a:gd name="T1" fmla="*/ 938 h 4732"/>
                <a:gd name="T2" fmla="*/ 7641 w 7642"/>
                <a:gd name="T3" fmla="*/ 4731 h 4732"/>
                <a:gd name="T4" fmla="*/ 2579 w 7642"/>
                <a:gd name="T5" fmla="*/ 3571 h 4732"/>
                <a:gd name="T6" fmla="*/ 0 w 7642"/>
                <a:gd name="T7" fmla="*/ 2979 h 4732"/>
                <a:gd name="T8" fmla="*/ 385 w 7642"/>
                <a:gd name="T9" fmla="*/ 0 h 4732"/>
                <a:gd name="T10" fmla="*/ 2579 w 7642"/>
                <a:gd name="T11" fmla="*/ 284 h 4732"/>
                <a:gd name="T12" fmla="*/ 7641 w 7642"/>
                <a:gd name="T13" fmla="*/ 938 h 4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642" h="4732">
                  <a:moveTo>
                    <a:pt x="7641" y="938"/>
                  </a:moveTo>
                  <a:lnTo>
                    <a:pt x="7641" y="4731"/>
                  </a:lnTo>
                  <a:lnTo>
                    <a:pt x="2579" y="3571"/>
                  </a:lnTo>
                  <a:lnTo>
                    <a:pt x="0" y="2979"/>
                  </a:lnTo>
                  <a:lnTo>
                    <a:pt x="385" y="0"/>
                  </a:lnTo>
                  <a:lnTo>
                    <a:pt x="2579" y="284"/>
                  </a:lnTo>
                  <a:lnTo>
                    <a:pt x="7641" y="93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137" name="Freeform 8">
              <a:extLst>
                <a:ext uri="{FF2B5EF4-FFF2-40B4-BE49-F238E27FC236}">
                  <a16:creationId xmlns:a16="http://schemas.microsoft.com/office/drawing/2014/main" id="{43329925-1B48-48B3-8297-C15A8229CA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07413" y="8943852"/>
              <a:ext cx="3806730" cy="3806730"/>
            </a:xfrm>
            <a:custGeom>
              <a:avLst/>
              <a:gdLst>
                <a:gd name="T0" fmla="*/ 4165 w 4277"/>
                <a:gd name="T1" fmla="*/ 2339 h 4278"/>
                <a:gd name="T2" fmla="*/ 4165 w 4277"/>
                <a:gd name="T3" fmla="*/ 2339 h 4278"/>
                <a:gd name="T4" fmla="*/ 1937 w 4277"/>
                <a:gd name="T5" fmla="*/ 4166 h 4278"/>
                <a:gd name="T6" fmla="*/ 1937 w 4277"/>
                <a:gd name="T7" fmla="*/ 4166 h 4278"/>
                <a:gd name="T8" fmla="*/ 111 w 4277"/>
                <a:gd name="T9" fmla="*/ 1938 h 4278"/>
                <a:gd name="T10" fmla="*/ 111 w 4277"/>
                <a:gd name="T11" fmla="*/ 1938 h 4278"/>
                <a:gd name="T12" fmla="*/ 2338 w 4277"/>
                <a:gd name="T13" fmla="*/ 111 h 4278"/>
                <a:gd name="T14" fmla="*/ 2338 w 4277"/>
                <a:gd name="T15" fmla="*/ 111 h 4278"/>
                <a:gd name="T16" fmla="*/ 4165 w 4277"/>
                <a:gd name="T17" fmla="*/ 2339 h 4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77" h="4278">
                  <a:moveTo>
                    <a:pt x="4165" y="2339"/>
                  </a:moveTo>
                  <a:lnTo>
                    <a:pt x="4165" y="2339"/>
                  </a:lnTo>
                  <a:cubicBezTo>
                    <a:pt x="4054" y="3458"/>
                    <a:pt x="3057" y="4277"/>
                    <a:pt x="1937" y="4166"/>
                  </a:cubicBezTo>
                  <a:lnTo>
                    <a:pt x="1937" y="4166"/>
                  </a:lnTo>
                  <a:cubicBezTo>
                    <a:pt x="818" y="4055"/>
                    <a:pt x="0" y="3058"/>
                    <a:pt x="111" y="1938"/>
                  </a:cubicBezTo>
                  <a:lnTo>
                    <a:pt x="111" y="1938"/>
                  </a:lnTo>
                  <a:cubicBezTo>
                    <a:pt x="222" y="819"/>
                    <a:pt x="1219" y="0"/>
                    <a:pt x="2338" y="111"/>
                  </a:cubicBezTo>
                  <a:lnTo>
                    <a:pt x="2338" y="111"/>
                  </a:lnTo>
                  <a:cubicBezTo>
                    <a:pt x="3458" y="222"/>
                    <a:pt x="4276" y="1219"/>
                    <a:pt x="4165" y="2339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138" name="Freeform 9">
              <a:extLst>
                <a:ext uri="{FF2B5EF4-FFF2-40B4-BE49-F238E27FC236}">
                  <a16:creationId xmlns:a16="http://schemas.microsoft.com/office/drawing/2014/main" id="{458A67CF-C6E0-4951-9221-7E3221F493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74277" y="9214641"/>
              <a:ext cx="3269077" cy="3269077"/>
            </a:xfrm>
            <a:custGeom>
              <a:avLst/>
              <a:gdLst>
                <a:gd name="T0" fmla="*/ 3578 w 3674"/>
                <a:gd name="T1" fmla="*/ 2009 h 3674"/>
                <a:gd name="T2" fmla="*/ 3578 w 3674"/>
                <a:gd name="T3" fmla="*/ 2009 h 3674"/>
                <a:gd name="T4" fmla="*/ 1665 w 3674"/>
                <a:gd name="T5" fmla="*/ 3578 h 3674"/>
                <a:gd name="T6" fmla="*/ 1665 w 3674"/>
                <a:gd name="T7" fmla="*/ 3578 h 3674"/>
                <a:gd name="T8" fmla="*/ 96 w 3674"/>
                <a:gd name="T9" fmla="*/ 1664 h 3674"/>
                <a:gd name="T10" fmla="*/ 96 w 3674"/>
                <a:gd name="T11" fmla="*/ 1664 h 3674"/>
                <a:gd name="T12" fmla="*/ 2009 w 3674"/>
                <a:gd name="T13" fmla="*/ 95 h 3674"/>
                <a:gd name="T14" fmla="*/ 2009 w 3674"/>
                <a:gd name="T15" fmla="*/ 95 h 3674"/>
                <a:gd name="T16" fmla="*/ 3578 w 3674"/>
                <a:gd name="T17" fmla="*/ 2009 h 3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674" h="3674">
                  <a:moveTo>
                    <a:pt x="3578" y="2009"/>
                  </a:moveTo>
                  <a:lnTo>
                    <a:pt x="3578" y="2009"/>
                  </a:lnTo>
                  <a:cubicBezTo>
                    <a:pt x="3483" y="2970"/>
                    <a:pt x="2626" y="3673"/>
                    <a:pt x="1665" y="3578"/>
                  </a:cubicBezTo>
                  <a:lnTo>
                    <a:pt x="1665" y="3578"/>
                  </a:lnTo>
                  <a:cubicBezTo>
                    <a:pt x="702" y="3483"/>
                    <a:pt x="0" y="2625"/>
                    <a:pt x="96" y="1664"/>
                  </a:cubicBezTo>
                  <a:lnTo>
                    <a:pt x="96" y="1664"/>
                  </a:lnTo>
                  <a:cubicBezTo>
                    <a:pt x="191" y="702"/>
                    <a:pt x="1047" y="0"/>
                    <a:pt x="2009" y="95"/>
                  </a:cubicBezTo>
                  <a:lnTo>
                    <a:pt x="2009" y="95"/>
                  </a:lnTo>
                  <a:cubicBezTo>
                    <a:pt x="2970" y="190"/>
                    <a:pt x="3673" y="1047"/>
                    <a:pt x="3578" y="2009"/>
                  </a:cubicBezTo>
                </a:path>
              </a:pathLst>
            </a:custGeom>
            <a:solidFill>
              <a:srgbClr val="111340">
                <a:alpha val="15000"/>
              </a:srgb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139" name="Freeform 10">
              <a:extLst>
                <a:ext uri="{FF2B5EF4-FFF2-40B4-BE49-F238E27FC236}">
                  <a16:creationId xmlns:a16="http://schemas.microsoft.com/office/drawing/2014/main" id="{AF079786-98D2-4B45-8E90-2BA0E0DC99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94784" y="8633821"/>
              <a:ext cx="1200886" cy="616140"/>
            </a:xfrm>
            <a:custGeom>
              <a:avLst/>
              <a:gdLst>
                <a:gd name="T0" fmla="*/ 130 w 1349"/>
                <a:gd name="T1" fmla="*/ 575 h 692"/>
                <a:gd name="T2" fmla="*/ 171 w 1349"/>
                <a:gd name="T3" fmla="*/ 153 h 692"/>
                <a:gd name="T4" fmla="*/ 171 w 1349"/>
                <a:gd name="T5" fmla="*/ 153 h 692"/>
                <a:gd name="T6" fmla="*/ 191 w 1349"/>
                <a:gd name="T7" fmla="*/ 137 h 692"/>
                <a:gd name="T8" fmla="*/ 1193 w 1349"/>
                <a:gd name="T9" fmla="*/ 236 h 692"/>
                <a:gd name="T10" fmla="*/ 1193 w 1349"/>
                <a:gd name="T11" fmla="*/ 236 h 692"/>
                <a:gd name="T12" fmla="*/ 1210 w 1349"/>
                <a:gd name="T13" fmla="*/ 256 h 692"/>
                <a:gd name="T14" fmla="*/ 1168 w 1349"/>
                <a:gd name="T15" fmla="*/ 678 h 692"/>
                <a:gd name="T16" fmla="*/ 1297 w 1349"/>
                <a:gd name="T17" fmla="*/ 691 h 692"/>
                <a:gd name="T18" fmla="*/ 1339 w 1349"/>
                <a:gd name="T19" fmla="*/ 268 h 692"/>
                <a:gd name="T20" fmla="*/ 1339 w 1349"/>
                <a:gd name="T21" fmla="*/ 268 h 692"/>
                <a:gd name="T22" fmla="*/ 1206 w 1349"/>
                <a:gd name="T23" fmla="*/ 107 h 692"/>
                <a:gd name="T24" fmla="*/ 204 w 1349"/>
                <a:gd name="T25" fmla="*/ 8 h 692"/>
                <a:gd name="T26" fmla="*/ 204 w 1349"/>
                <a:gd name="T27" fmla="*/ 8 h 692"/>
                <a:gd name="T28" fmla="*/ 42 w 1349"/>
                <a:gd name="T29" fmla="*/ 140 h 692"/>
                <a:gd name="T30" fmla="*/ 0 w 1349"/>
                <a:gd name="T31" fmla="*/ 562 h 692"/>
                <a:gd name="T32" fmla="*/ 130 w 1349"/>
                <a:gd name="T33" fmla="*/ 575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49" h="692">
                  <a:moveTo>
                    <a:pt x="130" y="575"/>
                  </a:moveTo>
                  <a:lnTo>
                    <a:pt x="171" y="153"/>
                  </a:lnTo>
                  <a:lnTo>
                    <a:pt x="171" y="153"/>
                  </a:lnTo>
                  <a:cubicBezTo>
                    <a:pt x="173" y="143"/>
                    <a:pt x="181" y="136"/>
                    <a:pt x="191" y="137"/>
                  </a:cubicBezTo>
                  <a:lnTo>
                    <a:pt x="1193" y="236"/>
                  </a:lnTo>
                  <a:lnTo>
                    <a:pt x="1193" y="236"/>
                  </a:lnTo>
                  <a:cubicBezTo>
                    <a:pt x="1204" y="237"/>
                    <a:pt x="1210" y="246"/>
                    <a:pt x="1210" y="256"/>
                  </a:cubicBezTo>
                  <a:lnTo>
                    <a:pt x="1168" y="678"/>
                  </a:lnTo>
                  <a:lnTo>
                    <a:pt x="1297" y="691"/>
                  </a:lnTo>
                  <a:lnTo>
                    <a:pt x="1339" y="268"/>
                  </a:lnTo>
                  <a:lnTo>
                    <a:pt x="1339" y="268"/>
                  </a:lnTo>
                  <a:cubicBezTo>
                    <a:pt x="1348" y="187"/>
                    <a:pt x="1288" y="114"/>
                    <a:pt x="1206" y="107"/>
                  </a:cubicBezTo>
                  <a:lnTo>
                    <a:pt x="204" y="8"/>
                  </a:lnTo>
                  <a:lnTo>
                    <a:pt x="204" y="8"/>
                  </a:lnTo>
                  <a:cubicBezTo>
                    <a:pt x="122" y="0"/>
                    <a:pt x="50" y="59"/>
                    <a:pt x="42" y="140"/>
                  </a:cubicBezTo>
                  <a:lnTo>
                    <a:pt x="0" y="562"/>
                  </a:lnTo>
                  <a:lnTo>
                    <a:pt x="130" y="575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C9138F4-AB95-44E8-B2C7-3804FC5F0D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47100" y="10226703"/>
              <a:ext cx="2535663" cy="1239690"/>
            </a:xfrm>
            <a:custGeom>
              <a:avLst/>
              <a:gdLst>
                <a:gd name="connsiteX0" fmla="*/ 1656284 w 2535663"/>
                <a:gd name="connsiteY0" fmla="*/ 710776 h 1239690"/>
                <a:gd name="connsiteX1" fmla="*/ 2059454 w 2535663"/>
                <a:gd name="connsiteY1" fmla="*/ 749778 h 1239690"/>
                <a:gd name="connsiteX2" fmla="*/ 2059242 w 2535663"/>
                <a:gd name="connsiteY2" fmla="*/ 752106 h 1239690"/>
                <a:gd name="connsiteX3" fmla="*/ 2151549 w 2535663"/>
                <a:gd name="connsiteY3" fmla="*/ 760684 h 1239690"/>
                <a:gd name="connsiteX4" fmla="*/ 2253846 w 2535663"/>
                <a:gd name="connsiteY4" fmla="*/ 978414 h 1239690"/>
                <a:gd name="connsiteX5" fmla="*/ 2397952 w 2535663"/>
                <a:gd name="connsiteY5" fmla="*/ 785568 h 1239690"/>
                <a:gd name="connsiteX6" fmla="*/ 2502918 w 2535663"/>
                <a:gd name="connsiteY6" fmla="*/ 795343 h 1239690"/>
                <a:gd name="connsiteX7" fmla="*/ 2293876 w 2535663"/>
                <a:gd name="connsiteY7" fmla="*/ 1076171 h 1239690"/>
                <a:gd name="connsiteX8" fmla="*/ 2277864 w 2535663"/>
                <a:gd name="connsiteY8" fmla="*/ 1239690 h 1239690"/>
                <a:gd name="connsiteX9" fmla="*/ 2170229 w 2535663"/>
                <a:gd name="connsiteY9" fmla="*/ 1229026 h 1239690"/>
                <a:gd name="connsiteX10" fmla="*/ 2187131 w 2535663"/>
                <a:gd name="connsiteY10" fmla="*/ 1063729 h 1239690"/>
                <a:gd name="connsiteX11" fmla="*/ 2055810 w 2535663"/>
                <a:gd name="connsiteY11" fmla="*/ 789694 h 1239690"/>
                <a:gd name="connsiteX12" fmla="*/ 2051444 w 2535663"/>
                <a:gd name="connsiteY12" fmla="*/ 837531 h 1239690"/>
                <a:gd name="connsiteX13" fmla="*/ 1903704 w 2535663"/>
                <a:gd name="connsiteY13" fmla="*/ 823349 h 1239690"/>
                <a:gd name="connsiteX14" fmla="*/ 1866324 w 2535663"/>
                <a:gd name="connsiteY14" fmla="*/ 1196524 h 1239690"/>
                <a:gd name="connsiteX15" fmla="*/ 1758634 w 2535663"/>
                <a:gd name="connsiteY15" fmla="*/ 1185887 h 1239690"/>
                <a:gd name="connsiteX16" fmla="*/ 1796014 w 2535663"/>
                <a:gd name="connsiteY16" fmla="*/ 812712 h 1239690"/>
                <a:gd name="connsiteX17" fmla="*/ 1648274 w 2535663"/>
                <a:gd name="connsiteY17" fmla="*/ 797643 h 1239690"/>
                <a:gd name="connsiteX18" fmla="*/ 1497171 w 2535663"/>
                <a:gd name="connsiteY18" fmla="*/ 695078 h 1239690"/>
                <a:gd name="connsiteX19" fmla="*/ 1604221 w 2535663"/>
                <a:gd name="connsiteY19" fmla="*/ 704897 h 1239690"/>
                <a:gd name="connsiteX20" fmla="*/ 1558216 w 2535663"/>
                <a:gd name="connsiteY20" fmla="*/ 1169046 h 1239690"/>
                <a:gd name="connsiteX21" fmla="*/ 1452051 w 2535663"/>
                <a:gd name="connsiteY21" fmla="*/ 1158335 h 1239690"/>
                <a:gd name="connsiteX22" fmla="*/ 971575 w 2535663"/>
                <a:gd name="connsiteY22" fmla="*/ 644061 h 1239690"/>
                <a:gd name="connsiteX23" fmla="*/ 1060599 w 2535663"/>
                <a:gd name="connsiteY23" fmla="*/ 652097 h 1239690"/>
                <a:gd name="connsiteX24" fmla="*/ 1262683 w 2535663"/>
                <a:gd name="connsiteY24" fmla="*/ 957457 h 1239690"/>
                <a:gd name="connsiteX25" fmla="*/ 1290280 w 2535663"/>
                <a:gd name="connsiteY25" fmla="*/ 675311 h 1239690"/>
                <a:gd name="connsiteX26" fmla="*/ 1396219 w 2535663"/>
                <a:gd name="connsiteY26" fmla="*/ 686026 h 1239690"/>
                <a:gd name="connsiteX27" fmla="*/ 1349926 w 2535663"/>
                <a:gd name="connsiteY27" fmla="*/ 1149423 h 1239690"/>
                <a:gd name="connsiteX28" fmla="*/ 1262683 w 2535663"/>
                <a:gd name="connsiteY28" fmla="*/ 1141387 h 1239690"/>
                <a:gd name="connsiteX29" fmla="*/ 1059709 w 2535663"/>
                <a:gd name="connsiteY29" fmla="*/ 836027 h 1239690"/>
                <a:gd name="connsiteX30" fmla="*/ 1031221 w 2535663"/>
                <a:gd name="connsiteY30" fmla="*/ 1118173 h 1239690"/>
                <a:gd name="connsiteX31" fmla="*/ 926173 w 2535663"/>
                <a:gd name="connsiteY31" fmla="*/ 1108351 h 1239690"/>
                <a:gd name="connsiteX32" fmla="*/ 452725 w 2535663"/>
                <a:gd name="connsiteY32" fmla="*/ 593042 h 1239690"/>
                <a:gd name="connsiteX33" fmla="*/ 559124 w 2535663"/>
                <a:gd name="connsiteY33" fmla="*/ 603722 h 1239690"/>
                <a:gd name="connsiteX34" fmla="*/ 533411 w 2535663"/>
                <a:gd name="connsiteY34" fmla="*/ 858266 h 1239690"/>
                <a:gd name="connsiteX35" fmla="*/ 623851 w 2535663"/>
                <a:gd name="connsiteY35" fmla="*/ 993548 h 1239690"/>
                <a:gd name="connsiteX36" fmla="*/ 703650 w 2535663"/>
                <a:gd name="connsiteY36" fmla="*/ 970408 h 1239690"/>
                <a:gd name="connsiteX37" fmla="*/ 739117 w 2535663"/>
                <a:gd name="connsiteY37" fmla="*/ 878737 h 1239690"/>
                <a:gd name="connsiteX38" fmla="*/ 764830 w 2535663"/>
                <a:gd name="connsiteY38" fmla="*/ 624192 h 1239690"/>
                <a:gd name="connsiteX39" fmla="*/ 870343 w 2535663"/>
                <a:gd name="connsiteY39" fmla="*/ 633983 h 1239690"/>
                <a:gd name="connsiteX40" fmla="*/ 844630 w 2535663"/>
                <a:gd name="connsiteY40" fmla="*/ 893867 h 1239690"/>
                <a:gd name="connsiteX41" fmla="*/ 773697 w 2535663"/>
                <a:gd name="connsiteY41" fmla="*/ 1044279 h 1239690"/>
                <a:gd name="connsiteX42" fmla="*/ 614984 w 2535663"/>
                <a:gd name="connsiteY42" fmla="*/ 1084330 h 1239690"/>
                <a:gd name="connsiteX43" fmla="*/ 466025 w 2535663"/>
                <a:gd name="connsiteY43" fmla="*/ 1014019 h 1239690"/>
                <a:gd name="connsiteX44" fmla="*/ 427011 w 2535663"/>
                <a:gd name="connsiteY44" fmla="*/ 852036 h 1239690"/>
                <a:gd name="connsiteX45" fmla="*/ 8010 w 2535663"/>
                <a:gd name="connsiteY45" fmla="*/ 549874 h 1239690"/>
                <a:gd name="connsiteX46" fmla="*/ 411180 w 2535663"/>
                <a:gd name="connsiteY46" fmla="*/ 588876 h 1239690"/>
                <a:gd name="connsiteX47" fmla="*/ 403170 w 2535663"/>
                <a:gd name="connsiteY47" fmla="*/ 676629 h 1239690"/>
                <a:gd name="connsiteX48" fmla="*/ 254540 w 2535663"/>
                <a:gd name="connsiteY48" fmla="*/ 662447 h 1239690"/>
                <a:gd name="connsiteX49" fmla="*/ 218050 w 2535663"/>
                <a:gd name="connsiteY49" fmla="*/ 1035622 h 1239690"/>
                <a:gd name="connsiteX50" fmla="*/ 110360 w 2535663"/>
                <a:gd name="connsiteY50" fmla="*/ 1024985 h 1239690"/>
                <a:gd name="connsiteX51" fmla="*/ 147740 w 2535663"/>
                <a:gd name="connsiteY51" fmla="*/ 650924 h 1239690"/>
                <a:gd name="connsiteX52" fmla="*/ 0 w 2535663"/>
                <a:gd name="connsiteY52" fmla="*/ 636741 h 1239690"/>
                <a:gd name="connsiteX53" fmla="*/ 2247827 w 2535663"/>
                <a:gd name="connsiteY53" fmla="*/ 290372 h 1239690"/>
                <a:gd name="connsiteX54" fmla="*/ 2232683 w 2535663"/>
                <a:gd name="connsiteY54" fmla="*/ 450124 h 1239690"/>
                <a:gd name="connsiteX55" fmla="*/ 2319093 w 2535663"/>
                <a:gd name="connsiteY55" fmla="*/ 459887 h 1239690"/>
                <a:gd name="connsiteX56" fmla="*/ 2394814 w 2535663"/>
                <a:gd name="connsiteY56" fmla="*/ 444799 h 1239690"/>
                <a:gd name="connsiteX57" fmla="*/ 2426884 w 2535663"/>
                <a:gd name="connsiteY57" fmla="*/ 388886 h 1239690"/>
                <a:gd name="connsiteX58" fmla="*/ 2406395 w 2535663"/>
                <a:gd name="connsiteY58" fmla="*/ 326760 h 1239690"/>
                <a:gd name="connsiteX59" fmla="*/ 2336019 w 2535663"/>
                <a:gd name="connsiteY59" fmla="*/ 298360 h 1239690"/>
                <a:gd name="connsiteX60" fmla="*/ 1812587 w 2535663"/>
                <a:gd name="connsiteY60" fmla="*/ 241384 h 1239690"/>
                <a:gd name="connsiteX61" fmla="*/ 1735776 w 2535663"/>
                <a:gd name="connsiteY61" fmla="*/ 252021 h 1239690"/>
                <a:gd name="connsiteX62" fmla="*/ 1678614 w 2535663"/>
                <a:gd name="connsiteY62" fmla="*/ 299000 h 1239690"/>
                <a:gd name="connsiteX63" fmla="*/ 1651819 w 2535663"/>
                <a:gd name="connsiteY63" fmla="*/ 374344 h 1239690"/>
                <a:gd name="connsiteX64" fmla="*/ 1663430 w 2535663"/>
                <a:gd name="connsiteY64" fmla="*/ 453234 h 1239690"/>
                <a:gd name="connsiteX65" fmla="*/ 1709874 w 2535663"/>
                <a:gd name="connsiteY65" fmla="*/ 509964 h 1239690"/>
                <a:gd name="connsiteX66" fmla="*/ 1783113 w 2535663"/>
                <a:gd name="connsiteY66" fmla="*/ 535669 h 1239690"/>
                <a:gd name="connsiteX67" fmla="*/ 1859031 w 2535663"/>
                <a:gd name="connsiteY67" fmla="*/ 524146 h 1239690"/>
                <a:gd name="connsiteX68" fmla="*/ 1916193 w 2535663"/>
                <a:gd name="connsiteY68" fmla="*/ 477167 h 1239690"/>
                <a:gd name="connsiteX69" fmla="*/ 1942094 w 2535663"/>
                <a:gd name="connsiteY69" fmla="*/ 402709 h 1239690"/>
                <a:gd name="connsiteX70" fmla="*/ 1931377 w 2535663"/>
                <a:gd name="connsiteY70" fmla="*/ 324706 h 1239690"/>
                <a:gd name="connsiteX71" fmla="*/ 1884039 w 2535663"/>
                <a:gd name="connsiteY71" fmla="*/ 267090 h 1239690"/>
                <a:gd name="connsiteX72" fmla="*/ 1812587 w 2535663"/>
                <a:gd name="connsiteY72" fmla="*/ 241384 h 1239690"/>
                <a:gd name="connsiteX73" fmla="*/ 2148944 w 2535663"/>
                <a:gd name="connsiteY73" fmla="*/ 192746 h 1239690"/>
                <a:gd name="connsiteX74" fmla="*/ 2350273 w 2535663"/>
                <a:gd name="connsiteY74" fmla="*/ 212271 h 1239690"/>
                <a:gd name="connsiteX75" fmla="*/ 2454500 w 2535663"/>
                <a:gd name="connsiteY75" fmla="*/ 243334 h 1239690"/>
                <a:gd name="connsiteX76" fmla="*/ 2518640 w 2535663"/>
                <a:gd name="connsiteY76" fmla="*/ 307235 h 1239690"/>
                <a:gd name="connsiteX77" fmla="*/ 2534675 w 2535663"/>
                <a:gd name="connsiteY77" fmla="*/ 399536 h 1239690"/>
                <a:gd name="connsiteX78" fmla="*/ 2500823 w 2535663"/>
                <a:gd name="connsiteY78" fmla="*/ 485624 h 1239690"/>
                <a:gd name="connsiteX79" fmla="*/ 2425102 w 2535663"/>
                <a:gd name="connsiteY79" fmla="*/ 535325 h 1239690"/>
                <a:gd name="connsiteX80" fmla="*/ 2514186 w 2535663"/>
                <a:gd name="connsiteY80" fmla="*/ 694190 h 1239690"/>
                <a:gd name="connsiteX81" fmla="*/ 2399268 w 2535663"/>
                <a:gd name="connsiteY81" fmla="*/ 682652 h 1239690"/>
                <a:gd name="connsiteX82" fmla="*/ 2322657 w 2535663"/>
                <a:gd name="connsiteY82" fmla="*/ 545975 h 1239690"/>
                <a:gd name="connsiteX83" fmla="*/ 2317312 w 2535663"/>
                <a:gd name="connsiteY83" fmla="*/ 545088 h 1239690"/>
                <a:gd name="connsiteX84" fmla="*/ 2223774 w 2535663"/>
                <a:gd name="connsiteY84" fmla="*/ 535325 h 1239690"/>
                <a:gd name="connsiteX85" fmla="*/ 2211303 w 2535663"/>
                <a:gd name="connsiteY85" fmla="*/ 664014 h 1239690"/>
                <a:gd name="connsiteX86" fmla="*/ 2103512 w 2535663"/>
                <a:gd name="connsiteY86" fmla="*/ 653364 h 1239690"/>
                <a:gd name="connsiteX87" fmla="*/ 1219914 w 2535663"/>
                <a:gd name="connsiteY87" fmla="*/ 188711 h 1239690"/>
                <a:gd name="connsiteX88" fmla="*/ 1203846 w 2535663"/>
                <a:gd name="connsiteY88" fmla="*/ 349968 h 1239690"/>
                <a:gd name="connsiteX89" fmla="*/ 1291326 w 2535663"/>
                <a:gd name="connsiteY89" fmla="*/ 357986 h 1239690"/>
                <a:gd name="connsiteX90" fmla="*/ 1366309 w 2535663"/>
                <a:gd name="connsiteY90" fmla="*/ 344623 h 1239690"/>
                <a:gd name="connsiteX91" fmla="*/ 1398445 w 2535663"/>
                <a:gd name="connsiteY91" fmla="*/ 287604 h 1239690"/>
                <a:gd name="connsiteX92" fmla="*/ 1378807 w 2535663"/>
                <a:gd name="connsiteY92" fmla="*/ 225239 h 1239690"/>
                <a:gd name="connsiteX93" fmla="*/ 1307394 w 2535663"/>
                <a:gd name="connsiteY93" fmla="*/ 196730 h 1239690"/>
                <a:gd name="connsiteX94" fmla="*/ 1820626 w 2535663"/>
                <a:gd name="connsiteY94" fmla="*/ 150085 h 1239690"/>
                <a:gd name="connsiteX95" fmla="*/ 1948346 w 2535663"/>
                <a:gd name="connsiteY95" fmla="*/ 194405 h 1239690"/>
                <a:gd name="connsiteX96" fmla="*/ 2030517 w 2535663"/>
                <a:gd name="connsiteY96" fmla="*/ 288364 h 1239690"/>
                <a:gd name="connsiteX97" fmla="*/ 2051059 w 2535663"/>
                <a:gd name="connsiteY97" fmla="*/ 413346 h 1239690"/>
                <a:gd name="connsiteX98" fmla="*/ 2006401 w 2535663"/>
                <a:gd name="connsiteY98" fmla="*/ 532124 h 1239690"/>
                <a:gd name="connsiteX99" fmla="*/ 1906368 w 2535663"/>
                <a:gd name="connsiteY99" fmla="*/ 608354 h 1239690"/>
                <a:gd name="connsiteX100" fmla="*/ 1773288 w 2535663"/>
                <a:gd name="connsiteY100" fmla="*/ 626969 h 1239690"/>
                <a:gd name="connsiteX101" fmla="*/ 1646461 w 2535663"/>
                <a:gd name="connsiteY101" fmla="*/ 583535 h 1239690"/>
                <a:gd name="connsiteX102" fmla="*/ 1564290 w 2535663"/>
                <a:gd name="connsiteY102" fmla="*/ 488690 h 1239690"/>
                <a:gd name="connsiteX103" fmla="*/ 1543748 w 2535663"/>
                <a:gd name="connsiteY103" fmla="*/ 362821 h 1239690"/>
                <a:gd name="connsiteX104" fmla="*/ 1588406 w 2535663"/>
                <a:gd name="connsiteY104" fmla="*/ 244930 h 1239690"/>
                <a:gd name="connsiteX105" fmla="*/ 1687546 w 2535663"/>
                <a:gd name="connsiteY105" fmla="*/ 167813 h 1239690"/>
                <a:gd name="connsiteX106" fmla="*/ 1820626 w 2535663"/>
                <a:gd name="connsiteY106" fmla="*/ 150085 h 1239690"/>
                <a:gd name="connsiteX107" fmla="*/ 744758 w 2535663"/>
                <a:gd name="connsiteY107" fmla="*/ 141803 h 1239690"/>
                <a:gd name="connsiteX108" fmla="*/ 729614 w 2535663"/>
                <a:gd name="connsiteY108" fmla="*/ 302470 h 1239690"/>
                <a:gd name="connsiteX109" fmla="*/ 816915 w 2535663"/>
                <a:gd name="connsiteY109" fmla="*/ 311396 h 1239690"/>
                <a:gd name="connsiteX110" fmla="*/ 891744 w 2535663"/>
                <a:gd name="connsiteY110" fmla="*/ 298007 h 1239690"/>
                <a:gd name="connsiteX111" fmla="*/ 923814 w 2535663"/>
                <a:gd name="connsiteY111" fmla="*/ 240881 h 1239690"/>
                <a:gd name="connsiteX112" fmla="*/ 903325 w 2535663"/>
                <a:gd name="connsiteY112" fmla="*/ 178399 h 1239690"/>
                <a:gd name="connsiteX113" fmla="*/ 832950 w 2535663"/>
                <a:gd name="connsiteY113" fmla="*/ 149836 h 1239690"/>
                <a:gd name="connsiteX114" fmla="*/ 310060 w 2535663"/>
                <a:gd name="connsiteY114" fmla="*/ 92851 h 1239690"/>
                <a:gd name="connsiteX115" fmla="*/ 234587 w 2535663"/>
                <a:gd name="connsiteY115" fmla="*/ 103554 h 1239690"/>
                <a:gd name="connsiteX116" fmla="*/ 177760 w 2535663"/>
                <a:gd name="connsiteY116" fmla="*/ 152610 h 1239690"/>
                <a:gd name="connsiteX117" fmla="*/ 151122 w 2535663"/>
                <a:gd name="connsiteY117" fmla="*/ 226640 h 1239690"/>
                <a:gd name="connsiteX118" fmla="*/ 162665 w 2535663"/>
                <a:gd name="connsiteY118" fmla="*/ 306021 h 1239690"/>
                <a:gd name="connsiteX119" fmla="*/ 208837 w 2535663"/>
                <a:gd name="connsiteY119" fmla="*/ 363104 h 1239690"/>
                <a:gd name="connsiteX120" fmla="*/ 281646 w 2535663"/>
                <a:gd name="connsiteY120" fmla="*/ 389862 h 1239690"/>
                <a:gd name="connsiteX121" fmla="*/ 357120 w 2535663"/>
                <a:gd name="connsiteY121" fmla="*/ 378267 h 1239690"/>
                <a:gd name="connsiteX122" fmla="*/ 413946 w 2535663"/>
                <a:gd name="connsiteY122" fmla="*/ 330103 h 1239690"/>
                <a:gd name="connsiteX123" fmla="*/ 439696 w 2535663"/>
                <a:gd name="connsiteY123" fmla="*/ 255181 h 1239690"/>
                <a:gd name="connsiteX124" fmla="*/ 429041 w 2535663"/>
                <a:gd name="connsiteY124" fmla="*/ 176692 h 1239690"/>
                <a:gd name="connsiteX125" fmla="*/ 381981 w 2535663"/>
                <a:gd name="connsiteY125" fmla="*/ 119609 h 1239690"/>
                <a:gd name="connsiteX126" fmla="*/ 310060 w 2535663"/>
                <a:gd name="connsiteY126" fmla="*/ 92851 h 1239690"/>
                <a:gd name="connsiteX127" fmla="*/ 1121721 w 2535663"/>
                <a:gd name="connsiteY127" fmla="*/ 90710 h 1239690"/>
                <a:gd name="connsiteX128" fmla="*/ 1321677 w 2535663"/>
                <a:gd name="connsiteY128" fmla="*/ 111201 h 1239690"/>
                <a:gd name="connsiteX129" fmla="*/ 1427010 w 2535663"/>
                <a:gd name="connsiteY129" fmla="*/ 141493 h 1239690"/>
                <a:gd name="connsiteX130" fmla="*/ 1491282 w 2535663"/>
                <a:gd name="connsiteY130" fmla="*/ 207421 h 1239690"/>
                <a:gd name="connsiteX131" fmla="*/ 1506457 w 2535663"/>
                <a:gd name="connsiteY131" fmla="*/ 298295 h 1239690"/>
                <a:gd name="connsiteX132" fmla="*/ 1473428 w 2535663"/>
                <a:gd name="connsiteY132" fmla="*/ 384714 h 1239690"/>
                <a:gd name="connsiteX133" fmla="*/ 1397552 w 2535663"/>
                <a:gd name="connsiteY133" fmla="*/ 436387 h 1239690"/>
                <a:gd name="connsiteX134" fmla="*/ 1288648 w 2535663"/>
                <a:gd name="connsiteY134" fmla="*/ 445297 h 1239690"/>
                <a:gd name="connsiteX135" fmla="*/ 1194919 w 2535663"/>
                <a:gd name="connsiteY135" fmla="*/ 436387 h 1239690"/>
                <a:gd name="connsiteX136" fmla="*/ 1182422 w 2535663"/>
                <a:gd name="connsiteY136" fmla="*/ 564680 h 1239690"/>
                <a:gd name="connsiteX137" fmla="*/ 1075303 w 2535663"/>
                <a:gd name="connsiteY137" fmla="*/ 553989 h 1239690"/>
                <a:gd name="connsiteX138" fmla="*/ 646767 w 2535663"/>
                <a:gd name="connsiteY138" fmla="*/ 43617 h 1239690"/>
                <a:gd name="connsiteX139" fmla="*/ 847203 w 2535663"/>
                <a:gd name="connsiteY139" fmla="*/ 64147 h 1239690"/>
                <a:gd name="connsiteX140" fmla="*/ 951430 w 2535663"/>
                <a:gd name="connsiteY140" fmla="*/ 94495 h 1239690"/>
                <a:gd name="connsiteX141" fmla="*/ 1015569 w 2535663"/>
                <a:gd name="connsiteY141" fmla="*/ 160547 h 1239690"/>
                <a:gd name="connsiteX142" fmla="*/ 1031604 w 2535663"/>
                <a:gd name="connsiteY142" fmla="*/ 251592 h 1239690"/>
                <a:gd name="connsiteX143" fmla="*/ 998643 w 2535663"/>
                <a:gd name="connsiteY143" fmla="*/ 338174 h 1239690"/>
                <a:gd name="connsiteX144" fmla="*/ 922923 w 2535663"/>
                <a:gd name="connsiteY144" fmla="*/ 389944 h 1239690"/>
                <a:gd name="connsiteX145" fmla="*/ 814242 w 2535663"/>
                <a:gd name="connsiteY145" fmla="*/ 398870 h 1239690"/>
                <a:gd name="connsiteX146" fmla="*/ 720706 w 2535663"/>
                <a:gd name="connsiteY146" fmla="*/ 389944 h 1239690"/>
                <a:gd name="connsiteX147" fmla="*/ 708234 w 2535663"/>
                <a:gd name="connsiteY147" fmla="*/ 517585 h 1239690"/>
                <a:gd name="connsiteX148" fmla="*/ 600444 w 2535663"/>
                <a:gd name="connsiteY148" fmla="*/ 506874 h 1239690"/>
                <a:gd name="connsiteX149" fmla="*/ 319827 w 2535663"/>
                <a:gd name="connsiteY149" fmla="*/ 1875 h 1239690"/>
                <a:gd name="connsiteX150" fmla="*/ 445912 w 2535663"/>
                <a:gd name="connsiteY150" fmla="*/ 44687 h 1239690"/>
                <a:gd name="connsiteX151" fmla="*/ 527600 w 2535663"/>
                <a:gd name="connsiteY151" fmla="*/ 140123 h 1239690"/>
                <a:gd name="connsiteX152" fmla="*/ 548022 w 2535663"/>
                <a:gd name="connsiteY152" fmla="*/ 265884 h 1239690"/>
                <a:gd name="connsiteX153" fmla="*/ 503626 w 2535663"/>
                <a:gd name="connsiteY153" fmla="*/ 385402 h 1239690"/>
                <a:gd name="connsiteX154" fmla="*/ 404179 w 2535663"/>
                <a:gd name="connsiteY154" fmla="*/ 462108 h 1239690"/>
                <a:gd name="connsiteX155" fmla="*/ 272767 w 2535663"/>
                <a:gd name="connsiteY155" fmla="*/ 480839 h 1239690"/>
                <a:gd name="connsiteX156" fmla="*/ 145794 w 2535663"/>
                <a:gd name="connsiteY156" fmla="*/ 437134 h 1239690"/>
                <a:gd name="connsiteX157" fmla="*/ 64106 w 2535663"/>
                <a:gd name="connsiteY157" fmla="*/ 342590 h 1239690"/>
                <a:gd name="connsiteX158" fmla="*/ 42796 w 2535663"/>
                <a:gd name="connsiteY158" fmla="*/ 215937 h 1239690"/>
                <a:gd name="connsiteX159" fmla="*/ 88080 w 2535663"/>
                <a:gd name="connsiteY159" fmla="*/ 96419 h 1239690"/>
                <a:gd name="connsiteX160" fmla="*/ 186639 w 2535663"/>
                <a:gd name="connsiteY160" fmla="*/ 18821 h 1239690"/>
                <a:gd name="connsiteX161" fmla="*/ 319827 w 2535663"/>
                <a:gd name="connsiteY161" fmla="*/ 1875 h 1239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</a:cxnLst>
              <a:rect l="l" t="t" r="r" b="b"/>
              <a:pathLst>
                <a:path w="2535663" h="1239690">
                  <a:moveTo>
                    <a:pt x="1656284" y="710776"/>
                  </a:moveTo>
                  <a:lnTo>
                    <a:pt x="2059454" y="749778"/>
                  </a:lnTo>
                  <a:lnTo>
                    <a:pt x="2059242" y="752106"/>
                  </a:lnTo>
                  <a:lnTo>
                    <a:pt x="2151549" y="760684"/>
                  </a:lnTo>
                  <a:lnTo>
                    <a:pt x="2253846" y="978414"/>
                  </a:lnTo>
                  <a:lnTo>
                    <a:pt x="2397952" y="785568"/>
                  </a:lnTo>
                  <a:lnTo>
                    <a:pt x="2502918" y="795343"/>
                  </a:lnTo>
                  <a:lnTo>
                    <a:pt x="2293876" y="1076171"/>
                  </a:lnTo>
                  <a:lnTo>
                    <a:pt x="2277864" y="1239690"/>
                  </a:lnTo>
                  <a:lnTo>
                    <a:pt x="2170229" y="1229026"/>
                  </a:lnTo>
                  <a:lnTo>
                    <a:pt x="2187131" y="1063729"/>
                  </a:lnTo>
                  <a:lnTo>
                    <a:pt x="2055810" y="789694"/>
                  </a:lnTo>
                  <a:lnTo>
                    <a:pt x="2051444" y="837531"/>
                  </a:lnTo>
                  <a:lnTo>
                    <a:pt x="1903704" y="823349"/>
                  </a:lnTo>
                  <a:lnTo>
                    <a:pt x="1866324" y="1196524"/>
                  </a:lnTo>
                  <a:lnTo>
                    <a:pt x="1758634" y="1185887"/>
                  </a:lnTo>
                  <a:lnTo>
                    <a:pt x="1796014" y="812712"/>
                  </a:lnTo>
                  <a:lnTo>
                    <a:pt x="1648274" y="797643"/>
                  </a:lnTo>
                  <a:close/>
                  <a:moveTo>
                    <a:pt x="1497171" y="695078"/>
                  </a:moveTo>
                  <a:lnTo>
                    <a:pt x="1604221" y="704897"/>
                  </a:lnTo>
                  <a:lnTo>
                    <a:pt x="1558216" y="1169046"/>
                  </a:lnTo>
                  <a:lnTo>
                    <a:pt x="1452051" y="1158335"/>
                  </a:lnTo>
                  <a:close/>
                  <a:moveTo>
                    <a:pt x="971575" y="644061"/>
                  </a:moveTo>
                  <a:lnTo>
                    <a:pt x="1060599" y="652097"/>
                  </a:lnTo>
                  <a:lnTo>
                    <a:pt x="1262683" y="957457"/>
                  </a:lnTo>
                  <a:lnTo>
                    <a:pt x="1290280" y="675311"/>
                  </a:lnTo>
                  <a:lnTo>
                    <a:pt x="1396219" y="686026"/>
                  </a:lnTo>
                  <a:lnTo>
                    <a:pt x="1349926" y="1149423"/>
                  </a:lnTo>
                  <a:lnTo>
                    <a:pt x="1262683" y="1141387"/>
                  </a:lnTo>
                  <a:lnTo>
                    <a:pt x="1059709" y="836027"/>
                  </a:lnTo>
                  <a:lnTo>
                    <a:pt x="1031221" y="1118173"/>
                  </a:lnTo>
                  <a:lnTo>
                    <a:pt x="926173" y="1108351"/>
                  </a:lnTo>
                  <a:close/>
                  <a:moveTo>
                    <a:pt x="452725" y="593042"/>
                  </a:moveTo>
                  <a:lnTo>
                    <a:pt x="559124" y="603722"/>
                  </a:lnTo>
                  <a:lnTo>
                    <a:pt x="533411" y="858266"/>
                  </a:lnTo>
                  <a:cubicBezTo>
                    <a:pt x="525431" y="941038"/>
                    <a:pt x="555578" y="986428"/>
                    <a:pt x="623851" y="993548"/>
                  </a:cubicBezTo>
                  <a:cubicBezTo>
                    <a:pt x="657544" y="996218"/>
                    <a:pt x="684144" y="989098"/>
                    <a:pt x="703650" y="970408"/>
                  </a:cubicBezTo>
                  <a:cubicBezTo>
                    <a:pt x="723157" y="952608"/>
                    <a:pt x="734684" y="921457"/>
                    <a:pt x="739117" y="878737"/>
                  </a:cubicBezTo>
                  <a:lnTo>
                    <a:pt x="764830" y="624192"/>
                  </a:lnTo>
                  <a:lnTo>
                    <a:pt x="870343" y="633983"/>
                  </a:lnTo>
                  <a:lnTo>
                    <a:pt x="844630" y="893867"/>
                  </a:lnTo>
                  <a:cubicBezTo>
                    <a:pt x="837537" y="961508"/>
                    <a:pt x="813597" y="1011349"/>
                    <a:pt x="773697" y="1044279"/>
                  </a:cubicBezTo>
                  <a:cubicBezTo>
                    <a:pt x="733797" y="1077210"/>
                    <a:pt x="680597" y="1090560"/>
                    <a:pt x="614984" y="1084330"/>
                  </a:cubicBezTo>
                  <a:cubicBezTo>
                    <a:pt x="549371" y="1078100"/>
                    <a:pt x="499718" y="1054069"/>
                    <a:pt x="466025" y="1014019"/>
                  </a:cubicBezTo>
                  <a:cubicBezTo>
                    <a:pt x="433218" y="973078"/>
                    <a:pt x="419918" y="920567"/>
                    <a:pt x="427011" y="852036"/>
                  </a:cubicBezTo>
                  <a:close/>
                  <a:moveTo>
                    <a:pt x="8010" y="549874"/>
                  </a:moveTo>
                  <a:lnTo>
                    <a:pt x="411180" y="588876"/>
                  </a:lnTo>
                  <a:lnTo>
                    <a:pt x="403170" y="676629"/>
                  </a:lnTo>
                  <a:lnTo>
                    <a:pt x="254540" y="662447"/>
                  </a:lnTo>
                  <a:lnTo>
                    <a:pt x="218050" y="1035622"/>
                  </a:lnTo>
                  <a:lnTo>
                    <a:pt x="110360" y="1024985"/>
                  </a:lnTo>
                  <a:lnTo>
                    <a:pt x="147740" y="650924"/>
                  </a:lnTo>
                  <a:lnTo>
                    <a:pt x="0" y="636741"/>
                  </a:lnTo>
                  <a:close/>
                  <a:moveTo>
                    <a:pt x="2247827" y="290372"/>
                  </a:moveTo>
                  <a:lnTo>
                    <a:pt x="2232683" y="450124"/>
                  </a:lnTo>
                  <a:lnTo>
                    <a:pt x="2319093" y="459887"/>
                  </a:lnTo>
                  <a:cubicBezTo>
                    <a:pt x="2351163" y="462549"/>
                    <a:pt x="2376998" y="458112"/>
                    <a:pt x="2394814" y="444799"/>
                  </a:cubicBezTo>
                  <a:cubicBezTo>
                    <a:pt x="2413522" y="433261"/>
                    <a:pt x="2423321" y="413736"/>
                    <a:pt x="2426884" y="388886"/>
                  </a:cubicBezTo>
                  <a:cubicBezTo>
                    <a:pt x="2428666" y="363148"/>
                    <a:pt x="2422430" y="341848"/>
                    <a:pt x="2406395" y="326760"/>
                  </a:cubicBezTo>
                  <a:cubicBezTo>
                    <a:pt x="2391251" y="311672"/>
                    <a:pt x="2368089" y="301022"/>
                    <a:pt x="2336019" y="298360"/>
                  </a:cubicBezTo>
                  <a:close/>
                  <a:moveTo>
                    <a:pt x="1812587" y="241384"/>
                  </a:moveTo>
                  <a:cubicBezTo>
                    <a:pt x="1784899" y="238725"/>
                    <a:pt x="1758998" y="243157"/>
                    <a:pt x="1735776" y="252021"/>
                  </a:cubicBezTo>
                  <a:cubicBezTo>
                    <a:pt x="1712554" y="263544"/>
                    <a:pt x="1692905" y="278613"/>
                    <a:pt x="1678614" y="299000"/>
                  </a:cubicBezTo>
                  <a:cubicBezTo>
                    <a:pt x="1664324" y="321160"/>
                    <a:pt x="1654499" y="345980"/>
                    <a:pt x="1651819" y="374344"/>
                  </a:cubicBezTo>
                  <a:cubicBezTo>
                    <a:pt x="1649140" y="402709"/>
                    <a:pt x="1653606" y="428415"/>
                    <a:pt x="1663430" y="453234"/>
                  </a:cubicBezTo>
                  <a:cubicBezTo>
                    <a:pt x="1674148" y="476280"/>
                    <a:pt x="1689332" y="494895"/>
                    <a:pt x="1709874" y="509964"/>
                  </a:cubicBezTo>
                  <a:cubicBezTo>
                    <a:pt x="1731310" y="525032"/>
                    <a:pt x="1755425" y="533010"/>
                    <a:pt x="1783113" y="535669"/>
                  </a:cubicBezTo>
                  <a:cubicBezTo>
                    <a:pt x="1809908" y="538329"/>
                    <a:pt x="1835809" y="534783"/>
                    <a:pt x="1859031" y="524146"/>
                  </a:cubicBezTo>
                  <a:cubicBezTo>
                    <a:pt x="1882253" y="514396"/>
                    <a:pt x="1901009" y="498440"/>
                    <a:pt x="1916193" y="477167"/>
                  </a:cubicBezTo>
                  <a:cubicBezTo>
                    <a:pt x="1931377" y="455893"/>
                    <a:pt x="1939415" y="431960"/>
                    <a:pt x="1942094" y="402709"/>
                  </a:cubicBezTo>
                  <a:cubicBezTo>
                    <a:pt x="1945667" y="374344"/>
                    <a:pt x="1942094" y="347752"/>
                    <a:pt x="1931377" y="324706"/>
                  </a:cubicBezTo>
                  <a:cubicBezTo>
                    <a:pt x="1921552" y="300773"/>
                    <a:pt x="1904582" y="282159"/>
                    <a:pt x="1884039" y="267090"/>
                  </a:cubicBezTo>
                  <a:cubicBezTo>
                    <a:pt x="1863497" y="252021"/>
                    <a:pt x="1839382" y="244043"/>
                    <a:pt x="1812587" y="241384"/>
                  </a:cubicBezTo>
                  <a:close/>
                  <a:moveTo>
                    <a:pt x="2148944" y="192746"/>
                  </a:moveTo>
                  <a:lnTo>
                    <a:pt x="2350273" y="212271"/>
                  </a:lnTo>
                  <a:cubicBezTo>
                    <a:pt x="2391251" y="216709"/>
                    <a:pt x="2426884" y="226471"/>
                    <a:pt x="2454500" y="243334"/>
                  </a:cubicBezTo>
                  <a:cubicBezTo>
                    <a:pt x="2483007" y="260197"/>
                    <a:pt x="2505277" y="280610"/>
                    <a:pt x="2518640" y="307235"/>
                  </a:cubicBezTo>
                  <a:cubicBezTo>
                    <a:pt x="2532002" y="334748"/>
                    <a:pt x="2538238" y="364923"/>
                    <a:pt x="2534675" y="399536"/>
                  </a:cubicBezTo>
                  <a:cubicBezTo>
                    <a:pt x="2531112" y="434149"/>
                    <a:pt x="2520422" y="462549"/>
                    <a:pt x="2500823" y="485624"/>
                  </a:cubicBezTo>
                  <a:cubicBezTo>
                    <a:pt x="2482116" y="508700"/>
                    <a:pt x="2457172" y="525562"/>
                    <a:pt x="2425102" y="535325"/>
                  </a:cubicBezTo>
                  <a:lnTo>
                    <a:pt x="2514186" y="694190"/>
                  </a:lnTo>
                  <a:lnTo>
                    <a:pt x="2399268" y="682652"/>
                  </a:lnTo>
                  <a:lnTo>
                    <a:pt x="2322657" y="545975"/>
                  </a:lnTo>
                  <a:lnTo>
                    <a:pt x="2317312" y="545088"/>
                  </a:lnTo>
                  <a:lnTo>
                    <a:pt x="2223774" y="535325"/>
                  </a:lnTo>
                  <a:lnTo>
                    <a:pt x="2211303" y="664014"/>
                  </a:lnTo>
                  <a:lnTo>
                    <a:pt x="2103512" y="653364"/>
                  </a:lnTo>
                  <a:close/>
                  <a:moveTo>
                    <a:pt x="1219914" y="188711"/>
                  </a:moveTo>
                  <a:lnTo>
                    <a:pt x="1203846" y="349968"/>
                  </a:lnTo>
                  <a:lnTo>
                    <a:pt x="1291326" y="357986"/>
                  </a:lnTo>
                  <a:cubicBezTo>
                    <a:pt x="1323462" y="360659"/>
                    <a:pt x="1348456" y="357095"/>
                    <a:pt x="1366309" y="344623"/>
                  </a:cubicBezTo>
                  <a:cubicBezTo>
                    <a:pt x="1385055" y="332150"/>
                    <a:pt x="1394874" y="313440"/>
                    <a:pt x="1398445" y="287604"/>
                  </a:cubicBezTo>
                  <a:cubicBezTo>
                    <a:pt x="1400230" y="261767"/>
                    <a:pt x="1394874" y="241276"/>
                    <a:pt x="1378807" y="225239"/>
                  </a:cubicBezTo>
                  <a:cubicBezTo>
                    <a:pt x="1362739" y="210093"/>
                    <a:pt x="1339530" y="201184"/>
                    <a:pt x="1307394" y="196730"/>
                  </a:cubicBezTo>
                  <a:close/>
                  <a:moveTo>
                    <a:pt x="1820626" y="150085"/>
                  </a:moveTo>
                  <a:cubicBezTo>
                    <a:pt x="1868856" y="155403"/>
                    <a:pt x="1911727" y="169586"/>
                    <a:pt x="1948346" y="194405"/>
                  </a:cubicBezTo>
                  <a:cubicBezTo>
                    <a:pt x="1984073" y="218338"/>
                    <a:pt x="2011760" y="249362"/>
                    <a:pt x="2030517" y="288364"/>
                  </a:cubicBezTo>
                  <a:cubicBezTo>
                    <a:pt x="2048380" y="327365"/>
                    <a:pt x="2055525" y="369026"/>
                    <a:pt x="2051059" y="413346"/>
                  </a:cubicBezTo>
                  <a:cubicBezTo>
                    <a:pt x="2046593" y="458552"/>
                    <a:pt x="2032303" y="498440"/>
                    <a:pt x="2006401" y="532124"/>
                  </a:cubicBezTo>
                  <a:cubicBezTo>
                    <a:pt x="1980500" y="566693"/>
                    <a:pt x="1947453" y="591513"/>
                    <a:pt x="1906368" y="608354"/>
                  </a:cubicBezTo>
                  <a:cubicBezTo>
                    <a:pt x="1866176" y="625196"/>
                    <a:pt x="1821519" y="631401"/>
                    <a:pt x="1773288" y="626969"/>
                  </a:cubicBezTo>
                  <a:cubicBezTo>
                    <a:pt x="1725058" y="622537"/>
                    <a:pt x="1683080" y="607468"/>
                    <a:pt x="1646461" y="583535"/>
                  </a:cubicBezTo>
                  <a:cubicBezTo>
                    <a:pt x="1609841" y="558716"/>
                    <a:pt x="1582154" y="526805"/>
                    <a:pt x="1564290" y="488690"/>
                  </a:cubicBezTo>
                  <a:cubicBezTo>
                    <a:pt x="1545534" y="450575"/>
                    <a:pt x="1538389" y="408914"/>
                    <a:pt x="1543748" y="362821"/>
                  </a:cubicBezTo>
                  <a:cubicBezTo>
                    <a:pt x="1548214" y="318501"/>
                    <a:pt x="1563397" y="278613"/>
                    <a:pt x="1588406" y="244930"/>
                  </a:cubicBezTo>
                  <a:cubicBezTo>
                    <a:pt x="1613414" y="211247"/>
                    <a:pt x="1647354" y="184655"/>
                    <a:pt x="1687546" y="167813"/>
                  </a:cubicBezTo>
                  <a:cubicBezTo>
                    <a:pt x="1728631" y="151858"/>
                    <a:pt x="1772395" y="145653"/>
                    <a:pt x="1820626" y="150085"/>
                  </a:cubicBezTo>
                  <a:close/>
                  <a:moveTo>
                    <a:pt x="744758" y="141803"/>
                  </a:moveTo>
                  <a:lnTo>
                    <a:pt x="729614" y="302470"/>
                  </a:lnTo>
                  <a:lnTo>
                    <a:pt x="816915" y="311396"/>
                  </a:lnTo>
                  <a:cubicBezTo>
                    <a:pt x="848984" y="314074"/>
                    <a:pt x="873928" y="309611"/>
                    <a:pt x="891744" y="298007"/>
                  </a:cubicBezTo>
                  <a:cubicBezTo>
                    <a:pt x="910452" y="285510"/>
                    <a:pt x="920251" y="265873"/>
                    <a:pt x="923814" y="240881"/>
                  </a:cubicBezTo>
                  <a:cubicBezTo>
                    <a:pt x="925596" y="214995"/>
                    <a:pt x="919360" y="193573"/>
                    <a:pt x="903325" y="178399"/>
                  </a:cubicBezTo>
                  <a:cubicBezTo>
                    <a:pt x="888181" y="163225"/>
                    <a:pt x="865019" y="153406"/>
                    <a:pt x="832950" y="149836"/>
                  </a:cubicBezTo>
                  <a:close/>
                  <a:moveTo>
                    <a:pt x="310060" y="92851"/>
                  </a:moveTo>
                  <a:cubicBezTo>
                    <a:pt x="283422" y="90175"/>
                    <a:pt x="257672" y="94635"/>
                    <a:pt x="234587" y="103554"/>
                  </a:cubicBezTo>
                  <a:cubicBezTo>
                    <a:pt x="211501" y="115149"/>
                    <a:pt x="191966" y="130312"/>
                    <a:pt x="177760" y="152610"/>
                  </a:cubicBezTo>
                  <a:cubicBezTo>
                    <a:pt x="163553" y="173124"/>
                    <a:pt x="153786" y="198098"/>
                    <a:pt x="151122" y="226640"/>
                  </a:cubicBezTo>
                  <a:cubicBezTo>
                    <a:pt x="149346" y="255181"/>
                    <a:pt x="152898" y="281939"/>
                    <a:pt x="162665" y="306021"/>
                  </a:cubicBezTo>
                  <a:cubicBezTo>
                    <a:pt x="173320" y="329211"/>
                    <a:pt x="188415" y="348834"/>
                    <a:pt x="208837" y="363104"/>
                  </a:cubicBezTo>
                  <a:cubicBezTo>
                    <a:pt x="230147" y="378267"/>
                    <a:pt x="254121" y="387186"/>
                    <a:pt x="281646" y="389862"/>
                  </a:cubicBezTo>
                  <a:cubicBezTo>
                    <a:pt x="308284" y="391646"/>
                    <a:pt x="334034" y="388078"/>
                    <a:pt x="357120" y="378267"/>
                  </a:cubicBezTo>
                  <a:cubicBezTo>
                    <a:pt x="380206" y="367564"/>
                    <a:pt x="398852" y="351509"/>
                    <a:pt x="413946" y="330103"/>
                  </a:cubicBezTo>
                  <a:cubicBezTo>
                    <a:pt x="429041" y="309589"/>
                    <a:pt x="437032" y="284615"/>
                    <a:pt x="439696" y="255181"/>
                  </a:cubicBezTo>
                  <a:cubicBezTo>
                    <a:pt x="443248" y="226640"/>
                    <a:pt x="439696" y="199882"/>
                    <a:pt x="429041" y="176692"/>
                  </a:cubicBezTo>
                  <a:cubicBezTo>
                    <a:pt x="419274" y="152610"/>
                    <a:pt x="403291" y="133880"/>
                    <a:pt x="381981" y="119609"/>
                  </a:cubicBezTo>
                  <a:cubicBezTo>
                    <a:pt x="361559" y="103554"/>
                    <a:pt x="337585" y="95527"/>
                    <a:pt x="310060" y="92851"/>
                  </a:cubicBezTo>
                  <a:close/>
                  <a:moveTo>
                    <a:pt x="1121721" y="90710"/>
                  </a:moveTo>
                  <a:lnTo>
                    <a:pt x="1321677" y="111201"/>
                  </a:lnTo>
                  <a:cubicBezTo>
                    <a:pt x="1362739" y="114765"/>
                    <a:pt x="1398445" y="125456"/>
                    <a:pt x="1427010" y="141493"/>
                  </a:cubicBezTo>
                  <a:cubicBezTo>
                    <a:pt x="1455575" y="158420"/>
                    <a:pt x="1476999" y="180693"/>
                    <a:pt x="1491282" y="207421"/>
                  </a:cubicBezTo>
                  <a:cubicBezTo>
                    <a:pt x="1504671" y="234148"/>
                    <a:pt x="1510027" y="264440"/>
                    <a:pt x="1506457" y="298295"/>
                  </a:cubicBezTo>
                  <a:cubicBezTo>
                    <a:pt x="1503779" y="333041"/>
                    <a:pt x="1492174" y="360659"/>
                    <a:pt x="1473428" y="384714"/>
                  </a:cubicBezTo>
                  <a:cubicBezTo>
                    <a:pt x="1454683" y="409660"/>
                    <a:pt x="1429688" y="425696"/>
                    <a:pt x="1397552" y="436387"/>
                  </a:cubicBezTo>
                  <a:cubicBezTo>
                    <a:pt x="1366309" y="446188"/>
                    <a:pt x="1329710" y="450642"/>
                    <a:pt x="1288648" y="445297"/>
                  </a:cubicBezTo>
                  <a:lnTo>
                    <a:pt x="1194919" y="436387"/>
                  </a:lnTo>
                  <a:lnTo>
                    <a:pt x="1182422" y="564680"/>
                  </a:lnTo>
                  <a:lnTo>
                    <a:pt x="1075303" y="553989"/>
                  </a:lnTo>
                  <a:close/>
                  <a:moveTo>
                    <a:pt x="646767" y="43617"/>
                  </a:moveTo>
                  <a:lnTo>
                    <a:pt x="847203" y="64147"/>
                  </a:lnTo>
                  <a:cubicBezTo>
                    <a:pt x="888181" y="67717"/>
                    <a:pt x="923814" y="77536"/>
                    <a:pt x="951430" y="94495"/>
                  </a:cubicBezTo>
                  <a:cubicBezTo>
                    <a:pt x="980827" y="110562"/>
                    <a:pt x="1002207" y="133769"/>
                    <a:pt x="1015569" y="160547"/>
                  </a:cubicBezTo>
                  <a:cubicBezTo>
                    <a:pt x="1028931" y="186432"/>
                    <a:pt x="1035167" y="216781"/>
                    <a:pt x="1031604" y="251592"/>
                  </a:cubicBezTo>
                  <a:cubicBezTo>
                    <a:pt x="1028041" y="285510"/>
                    <a:pt x="1017351" y="314074"/>
                    <a:pt x="998643" y="338174"/>
                  </a:cubicBezTo>
                  <a:cubicBezTo>
                    <a:pt x="979936" y="361381"/>
                    <a:pt x="954993" y="379233"/>
                    <a:pt x="922923" y="389944"/>
                  </a:cubicBezTo>
                  <a:cubicBezTo>
                    <a:pt x="891744" y="399763"/>
                    <a:pt x="855220" y="403333"/>
                    <a:pt x="814242" y="398870"/>
                  </a:cubicBezTo>
                  <a:lnTo>
                    <a:pt x="720706" y="389944"/>
                  </a:lnTo>
                  <a:lnTo>
                    <a:pt x="708234" y="517585"/>
                  </a:lnTo>
                  <a:lnTo>
                    <a:pt x="600444" y="506874"/>
                  </a:lnTo>
                  <a:close/>
                  <a:moveTo>
                    <a:pt x="319827" y="1875"/>
                  </a:moveTo>
                  <a:cubicBezTo>
                    <a:pt x="366887" y="6334"/>
                    <a:pt x="409507" y="20605"/>
                    <a:pt x="445912" y="44687"/>
                  </a:cubicBezTo>
                  <a:cubicBezTo>
                    <a:pt x="482316" y="69661"/>
                    <a:pt x="509842" y="101770"/>
                    <a:pt x="527600" y="140123"/>
                  </a:cubicBezTo>
                  <a:cubicBezTo>
                    <a:pt x="545359" y="179368"/>
                    <a:pt x="552462" y="220396"/>
                    <a:pt x="548022" y="265884"/>
                  </a:cubicBezTo>
                  <a:cubicBezTo>
                    <a:pt x="543583" y="311373"/>
                    <a:pt x="529376" y="351509"/>
                    <a:pt x="503626" y="385402"/>
                  </a:cubicBezTo>
                  <a:cubicBezTo>
                    <a:pt x="477877" y="420188"/>
                    <a:pt x="445024" y="445162"/>
                    <a:pt x="404179" y="462108"/>
                  </a:cubicBezTo>
                  <a:cubicBezTo>
                    <a:pt x="364223" y="479947"/>
                    <a:pt x="319827" y="486190"/>
                    <a:pt x="272767" y="480839"/>
                  </a:cubicBezTo>
                  <a:cubicBezTo>
                    <a:pt x="223931" y="475487"/>
                    <a:pt x="182199" y="461216"/>
                    <a:pt x="145794" y="437134"/>
                  </a:cubicBezTo>
                  <a:cubicBezTo>
                    <a:pt x="109390" y="412160"/>
                    <a:pt x="81864" y="380943"/>
                    <a:pt x="64106" y="342590"/>
                  </a:cubicBezTo>
                  <a:cubicBezTo>
                    <a:pt x="45459" y="303345"/>
                    <a:pt x="39244" y="261425"/>
                    <a:pt x="42796" y="215937"/>
                  </a:cubicBezTo>
                  <a:cubicBezTo>
                    <a:pt x="48123" y="170448"/>
                    <a:pt x="63218" y="130312"/>
                    <a:pt x="88080" y="96419"/>
                  </a:cubicBezTo>
                  <a:cubicBezTo>
                    <a:pt x="112941" y="62525"/>
                    <a:pt x="146682" y="36660"/>
                    <a:pt x="186639" y="18821"/>
                  </a:cubicBezTo>
                  <a:cubicBezTo>
                    <a:pt x="227483" y="2766"/>
                    <a:pt x="270991" y="-3477"/>
                    <a:pt x="319827" y="187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141" name="Freeform 22">
              <a:extLst>
                <a:ext uri="{FF2B5EF4-FFF2-40B4-BE49-F238E27FC236}">
                  <a16:creationId xmlns:a16="http://schemas.microsoft.com/office/drawing/2014/main" id="{D5ECF194-8A03-4F6E-92B8-2B49252FED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93898" y="9348073"/>
              <a:ext cx="1196963" cy="2892329"/>
            </a:xfrm>
            <a:custGeom>
              <a:avLst/>
              <a:gdLst>
                <a:gd name="T0" fmla="*/ 201 w 1346"/>
                <a:gd name="T1" fmla="*/ 1527 h 3249"/>
                <a:gd name="T2" fmla="*/ 201 w 1346"/>
                <a:gd name="T3" fmla="*/ 1527 h 3249"/>
                <a:gd name="T4" fmla="*/ 1345 w 1346"/>
                <a:gd name="T5" fmla="*/ 0 h 3249"/>
                <a:gd name="T6" fmla="*/ 1345 w 1346"/>
                <a:gd name="T7" fmla="*/ 0 h 3249"/>
                <a:gd name="T8" fmla="*/ 73 w 1346"/>
                <a:gd name="T9" fmla="*/ 1514 h 3249"/>
                <a:gd name="T10" fmla="*/ 73 w 1346"/>
                <a:gd name="T11" fmla="*/ 1514 h 3249"/>
                <a:gd name="T12" fmla="*/ 1023 w 1346"/>
                <a:gd name="T13" fmla="*/ 3248 h 3249"/>
                <a:gd name="T14" fmla="*/ 1023 w 1346"/>
                <a:gd name="T15" fmla="*/ 3248 h 3249"/>
                <a:gd name="T16" fmla="*/ 201 w 1346"/>
                <a:gd name="T17" fmla="*/ 1527 h 32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46" h="3249">
                  <a:moveTo>
                    <a:pt x="201" y="1527"/>
                  </a:moveTo>
                  <a:lnTo>
                    <a:pt x="201" y="1527"/>
                  </a:lnTo>
                  <a:cubicBezTo>
                    <a:pt x="270" y="821"/>
                    <a:pt x="730" y="249"/>
                    <a:pt x="1345" y="0"/>
                  </a:cubicBezTo>
                  <a:lnTo>
                    <a:pt x="1345" y="0"/>
                  </a:lnTo>
                  <a:cubicBezTo>
                    <a:pt x="669" y="188"/>
                    <a:pt x="146" y="775"/>
                    <a:pt x="73" y="1514"/>
                  </a:cubicBezTo>
                  <a:lnTo>
                    <a:pt x="73" y="1514"/>
                  </a:lnTo>
                  <a:cubicBezTo>
                    <a:pt x="0" y="2254"/>
                    <a:pt x="398" y="2931"/>
                    <a:pt x="1023" y="3248"/>
                  </a:cubicBezTo>
                  <a:lnTo>
                    <a:pt x="1023" y="3248"/>
                  </a:lnTo>
                  <a:cubicBezTo>
                    <a:pt x="469" y="2884"/>
                    <a:pt x="130" y="2232"/>
                    <a:pt x="201" y="1527"/>
                  </a:cubicBezTo>
                </a:path>
              </a:pathLst>
            </a:custGeom>
            <a:solidFill>
              <a:srgbClr val="111340">
                <a:alpha val="15000"/>
              </a:srgb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142" name="Freeform 23">
              <a:extLst>
                <a:ext uri="{FF2B5EF4-FFF2-40B4-BE49-F238E27FC236}">
                  <a16:creationId xmlns:a16="http://schemas.microsoft.com/office/drawing/2014/main" id="{3522D5CC-C501-4D58-A3B3-0EC3E020B5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47839" y="6247746"/>
              <a:ext cx="1558011" cy="2621542"/>
            </a:xfrm>
            <a:custGeom>
              <a:avLst/>
              <a:gdLst>
                <a:gd name="T0" fmla="*/ 1038 w 1750"/>
                <a:gd name="T1" fmla="*/ 2945 h 2946"/>
                <a:gd name="T2" fmla="*/ 0 w 1750"/>
                <a:gd name="T3" fmla="*/ 2843 h 2946"/>
                <a:gd name="T4" fmla="*/ 712 w 1750"/>
                <a:gd name="T5" fmla="*/ 0 h 2946"/>
                <a:gd name="T6" fmla="*/ 1749 w 1750"/>
                <a:gd name="T7" fmla="*/ 103 h 2946"/>
                <a:gd name="T8" fmla="*/ 1038 w 1750"/>
                <a:gd name="T9" fmla="*/ 2945 h 29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50" h="2946">
                  <a:moveTo>
                    <a:pt x="1038" y="2945"/>
                  </a:moveTo>
                  <a:lnTo>
                    <a:pt x="0" y="2843"/>
                  </a:lnTo>
                  <a:lnTo>
                    <a:pt x="712" y="0"/>
                  </a:lnTo>
                  <a:lnTo>
                    <a:pt x="1749" y="103"/>
                  </a:lnTo>
                  <a:lnTo>
                    <a:pt x="1038" y="2945"/>
                  </a:lnTo>
                </a:path>
              </a:pathLst>
            </a:cu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143" name="Freeform 24">
              <a:extLst>
                <a:ext uri="{FF2B5EF4-FFF2-40B4-BE49-F238E27FC236}">
                  <a16:creationId xmlns:a16="http://schemas.microsoft.com/office/drawing/2014/main" id="{0E0E62E6-24BA-42D9-B5CE-6D36FF654C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47839" y="6247746"/>
              <a:ext cx="1558011" cy="2621542"/>
            </a:xfrm>
            <a:custGeom>
              <a:avLst/>
              <a:gdLst>
                <a:gd name="T0" fmla="*/ 1038 w 1750"/>
                <a:gd name="T1" fmla="*/ 2945 h 2946"/>
                <a:gd name="T2" fmla="*/ 0 w 1750"/>
                <a:gd name="T3" fmla="*/ 2843 h 2946"/>
                <a:gd name="T4" fmla="*/ 712 w 1750"/>
                <a:gd name="T5" fmla="*/ 0 h 2946"/>
                <a:gd name="T6" fmla="*/ 1749 w 1750"/>
                <a:gd name="T7" fmla="*/ 103 h 2946"/>
                <a:gd name="T8" fmla="*/ 1038 w 1750"/>
                <a:gd name="T9" fmla="*/ 2945 h 29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50" h="2946">
                  <a:moveTo>
                    <a:pt x="1038" y="2945"/>
                  </a:moveTo>
                  <a:lnTo>
                    <a:pt x="0" y="2843"/>
                  </a:lnTo>
                  <a:lnTo>
                    <a:pt x="712" y="0"/>
                  </a:lnTo>
                  <a:lnTo>
                    <a:pt x="1749" y="103"/>
                  </a:lnTo>
                  <a:lnTo>
                    <a:pt x="1038" y="2945"/>
                  </a:lnTo>
                </a:path>
              </a:pathLst>
            </a:custGeom>
            <a:solidFill>
              <a:schemeClr val="tx2">
                <a:alpha val="80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144" name="Freeform 25">
              <a:extLst>
                <a:ext uri="{FF2B5EF4-FFF2-40B4-BE49-F238E27FC236}">
                  <a16:creationId xmlns:a16="http://schemas.microsoft.com/office/drawing/2014/main" id="{85012C00-ABDB-4688-B03B-74AAA2BAED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21812" y="4356155"/>
              <a:ext cx="2558750" cy="3167041"/>
            </a:xfrm>
            <a:custGeom>
              <a:avLst/>
              <a:gdLst>
                <a:gd name="T0" fmla="*/ 478 w 2877"/>
                <a:gd name="T1" fmla="*/ 823 h 3559"/>
                <a:gd name="T2" fmla="*/ 478 w 2877"/>
                <a:gd name="T3" fmla="*/ 823 h 3559"/>
                <a:gd name="T4" fmla="*/ 573 w 2877"/>
                <a:gd name="T5" fmla="*/ 282 h 3559"/>
                <a:gd name="T6" fmla="*/ 573 w 2877"/>
                <a:gd name="T7" fmla="*/ 282 h 3559"/>
                <a:gd name="T8" fmla="*/ 2601 w 2877"/>
                <a:gd name="T9" fmla="*/ 954 h 3559"/>
                <a:gd name="T10" fmla="*/ 2601 w 2877"/>
                <a:gd name="T11" fmla="*/ 954 h 3559"/>
                <a:gd name="T12" fmla="*/ 2093 w 2877"/>
                <a:gd name="T13" fmla="*/ 1219 h 3559"/>
                <a:gd name="T14" fmla="*/ 2093 w 2877"/>
                <a:gd name="T15" fmla="*/ 1219 h 3559"/>
                <a:gd name="T16" fmla="*/ 2806 w 2877"/>
                <a:gd name="T17" fmla="*/ 1838 h 3559"/>
                <a:gd name="T18" fmla="*/ 2806 w 2877"/>
                <a:gd name="T19" fmla="*/ 1838 h 3559"/>
                <a:gd name="T20" fmla="*/ 1955 w 2877"/>
                <a:gd name="T21" fmla="*/ 1960 h 3559"/>
                <a:gd name="T22" fmla="*/ 1955 w 2877"/>
                <a:gd name="T23" fmla="*/ 1960 h 3559"/>
                <a:gd name="T24" fmla="*/ 2723 w 2877"/>
                <a:gd name="T25" fmla="*/ 2514 h 3559"/>
                <a:gd name="T26" fmla="*/ 2723 w 2877"/>
                <a:gd name="T27" fmla="*/ 2514 h 3559"/>
                <a:gd name="T28" fmla="*/ 1800 w 2877"/>
                <a:gd name="T29" fmla="*/ 2688 h 3559"/>
                <a:gd name="T30" fmla="*/ 1800 w 2877"/>
                <a:gd name="T31" fmla="*/ 2688 h 3559"/>
                <a:gd name="T32" fmla="*/ 2485 w 2877"/>
                <a:gd name="T33" fmla="*/ 3238 h 3559"/>
                <a:gd name="T34" fmla="*/ 2485 w 2877"/>
                <a:gd name="T35" fmla="*/ 3238 h 3559"/>
                <a:gd name="T36" fmla="*/ 5 w 2877"/>
                <a:gd name="T37" fmla="*/ 2579 h 3559"/>
                <a:gd name="T38" fmla="*/ 5 w 2877"/>
                <a:gd name="T39" fmla="*/ 2579 h 3559"/>
                <a:gd name="T40" fmla="*/ 231 w 2877"/>
                <a:gd name="T41" fmla="*/ 2293 h 3559"/>
                <a:gd name="T42" fmla="*/ 231 w 2877"/>
                <a:gd name="T43" fmla="*/ 2293 h 3559"/>
                <a:gd name="T44" fmla="*/ 66 w 2877"/>
                <a:gd name="T45" fmla="*/ 1822 h 3559"/>
                <a:gd name="T46" fmla="*/ 66 w 2877"/>
                <a:gd name="T47" fmla="*/ 1822 h 3559"/>
                <a:gd name="T48" fmla="*/ 301 w 2877"/>
                <a:gd name="T49" fmla="*/ 1569 h 3559"/>
                <a:gd name="T50" fmla="*/ 301 w 2877"/>
                <a:gd name="T51" fmla="*/ 1569 h 3559"/>
                <a:gd name="T52" fmla="*/ 147 w 2877"/>
                <a:gd name="T53" fmla="*/ 1132 h 3559"/>
                <a:gd name="T54" fmla="*/ 147 w 2877"/>
                <a:gd name="T55" fmla="*/ 1132 h 3559"/>
                <a:gd name="T56" fmla="*/ 478 w 2877"/>
                <a:gd name="T57" fmla="*/ 823 h 35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877" h="3559">
                  <a:moveTo>
                    <a:pt x="478" y="823"/>
                  </a:moveTo>
                  <a:lnTo>
                    <a:pt x="478" y="823"/>
                  </a:lnTo>
                  <a:cubicBezTo>
                    <a:pt x="496" y="763"/>
                    <a:pt x="265" y="533"/>
                    <a:pt x="573" y="282"/>
                  </a:cubicBezTo>
                  <a:lnTo>
                    <a:pt x="573" y="282"/>
                  </a:lnTo>
                  <a:cubicBezTo>
                    <a:pt x="919" y="0"/>
                    <a:pt x="2624" y="678"/>
                    <a:pt x="2601" y="954"/>
                  </a:cubicBezTo>
                  <a:lnTo>
                    <a:pt x="2601" y="954"/>
                  </a:lnTo>
                  <a:cubicBezTo>
                    <a:pt x="2578" y="1230"/>
                    <a:pt x="2093" y="1219"/>
                    <a:pt x="2093" y="1219"/>
                  </a:cubicBezTo>
                  <a:lnTo>
                    <a:pt x="2093" y="1219"/>
                  </a:lnTo>
                  <a:cubicBezTo>
                    <a:pt x="2093" y="1219"/>
                    <a:pt x="2876" y="1541"/>
                    <a:pt x="2806" y="1838"/>
                  </a:cubicBezTo>
                  <a:lnTo>
                    <a:pt x="2806" y="1838"/>
                  </a:lnTo>
                  <a:cubicBezTo>
                    <a:pt x="2731" y="2151"/>
                    <a:pt x="1955" y="1960"/>
                    <a:pt x="1955" y="1960"/>
                  </a:cubicBezTo>
                  <a:lnTo>
                    <a:pt x="1955" y="1960"/>
                  </a:lnTo>
                  <a:cubicBezTo>
                    <a:pt x="1955" y="1960"/>
                    <a:pt x="2804" y="2223"/>
                    <a:pt x="2723" y="2514"/>
                  </a:cubicBezTo>
                  <a:lnTo>
                    <a:pt x="2723" y="2514"/>
                  </a:lnTo>
                  <a:cubicBezTo>
                    <a:pt x="2642" y="2805"/>
                    <a:pt x="1800" y="2688"/>
                    <a:pt x="1800" y="2688"/>
                  </a:cubicBezTo>
                  <a:lnTo>
                    <a:pt x="1800" y="2688"/>
                  </a:lnTo>
                  <a:cubicBezTo>
                    <a:pt x="1800" y="2688"/>
                    <a:pt x="2578" y="2919"/>
                    <a:pt x="2485" y="3238"/>
                  </a:cubicBezTo>
                  <a:lnTo>
                    <a:pt x="2485" y="3238"/>
                  </a:lnTo>
                  <a:cubicBezTo>
                    <a:pt x="2393" y="3558"/>
                    <a:pt x="6" y="3224"/>
                    <a:pt x="5" y="2579"/>
                  </a:cubicBezTo>
                  <a:lnTo>
                    <a:pt x="5" y="2579"/>
                  </a:lnTo>
                  <a:cubicBezTo>
                    <a:pt x="5" y="2297"/>
                    <a:pt x="218" y="2360"/>
                    <a:pt x="231" y="2293"/>
                  </a:cubicBezTo>
                  <a:lnTo>
                    <a:pt x="231" y="2293"/>
                  </a:lnTo>
                  <a:cubicBezTo>
                    <a:pt x="248" y="2197"/>
                    <a:pt x="0" y="2196"/>
                    <a:pt x="66" y="1822"/>
                  </a:cubicBezTo>
                  <a:lnTo>
                    <a:pt x="66" y="1822"/>
                  </a:lnTo>
                  <a:cubicBezTo>
                    <a:pt x="105" y="1604"/>
                    <a:pt x="284" y="1617"/>
                    <a:pt x="301" y="1569"/>
                  </a:cubicBezTo>
                  <a:lnTo>
                    <a:pt x="301" y="1569"/>
                  </a:lnTo>
                  <a:cubicBezTo>
                    <a:pt x="322" y="1504"/>
                    <a:pt x="81" y="1423"/>
                    <a:pt x="147" y="1132"/>
                  </a:cubicBezTo>
                  <a:lnTo>
                    <a:pt x="147" y="1132"/>
                  </a:lnTo>
                  <a:cubicBezTo>
                    <a:pt x="222" y="798"/>
                    <a:pt x="465" y="867"/>
                    <a:pt x="478" y="82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145" name="Freeform 26">
              <a:extLst>
                <a:ext uri="{FF2B5EF4-FFF2-40B4-BE49-F238E27FC236}">
                  <a16:creationId xmlns:a16="http://schemas.microsoft.com/office/drawing/2014/main" id="{ADE109CF-3267-493F-AE3A-F03AE116D5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21812" y="4356155"/>
              <a:ext cx="2558750" cy="3167041"/>
            </a:xfrm>
            <a:custGeom>
              <a:avLst/>
              <a:gdLst>
                <a:gd name="T0" fmla="*/ 478 w 2877"/>
                <a:gd name="T1" fmla="*/ 823 h 3559"/>
                <a:gd name="T2" fmla="*/ 478 w 2877"/>
                <a:gd name="T3" fmla="*/ 823 h 3559"/>
                <a:gd name="T4" fmla="*/ 573 w 2877"/>
                <a:gd name="T5" fmla="*/ 282 h 3559"/>
                <a:gd name="T6" fmla="*/ 573 w 2877"/>
                <a:gd name="T7" fmla="*/ 282 h 3559"/>
                <a:gd name="T8" fmla="*/ 2601 w 2877"/>
                <a:gd name="T9" fmla="*/ 954 h 3559"/>
                <a:gd name="T10" fmla="*/ 2601 w 2877"/>
                <a:gd name="T11" fmla="*/ 954 h 3559"/>
                <a:gd name="T12" fmla="*/ 2093 w 2877"/>
                <a:gd name="T13" fmla="*/ 1219 h 3559"/>
                <a:gd name="T14" fmla="*/ 2093 w 2877"/>
                <a:gd name="T15" fmla="*/ 1219 h 3559"/>
                <a:gd name="T16" fmla="*/ 2806 w 2877"/>
                <a:gd name="T17" fmla="*/ 1838 h 3559"/>
                <a:gd name="T18" fmla="*/ 2806 w 2877"/>
                <a:gd name="T19" fmla="*/ 1838 h 3559"/>
                <a:gd name="T20" fmla="*/ 1955 w 2877"/>
                <a:gd name="T21" fmla="*/ 1960 h 3559"/>
                <a:gd name="T22" fmla="*/ 1955 w 2877"/>
                <a:gd name="T23" fmla="*/ 1960 h 3559"/>
                <a:gd name="T24" fmla="*/ 2723 w 2877"/>
                <a:gd name="T25" fmla="*/ 2514 h 3559"/>
                <a:gd name="T26" fmla="*/ 2723 w 2877"/>
                <a:gd name="T27" fmla="*/ 2514 h 3559"/>
                <a:gd name="T28" fmla="*/ 1800 w 2877"/>
                <a:gd name="T29" fmla="*/ 2688 h 3559"/>
                <a:gd name="T30" fmla="*/ 1800 w 2877"/>
                <a:gd name="T31" fmla="*/ 2688 h 3559"/>
                <a:gd name="T32" fmla="*/ 2485 w 2877"/>
                <a:gd name="T33" fmla="*/ 3238 h 3559"/>
                <a:gd name="T34" fmla="*/ 2485 w 2877"/>
                <a:gd name="T35" fmla="*/ 3238 h 3559"/>
                <a:gd name="T36" fmla="*/ 5 w 2877"/>
                <a:gd name="T37" fmla="*/ 2579 h 3559"/>
                <a:gd name="T38" fmla="*/ 5 w 2877"/>
                <a:gd name="T39" fmla="*/ 2579 h 3559"/>
                <a:gd name="T40" fmla="*/ 231 w 2877"/>
                <a:gd name="T41" fmla="*/ 2293 h 3559"/>
                <a:gd name="T42" fmla="*/ 231 w 2877"/>
                <a:gd name="T43" fmla="*/ 2293 h 3559"/>
                <a:gd name="T44" fmla="*/ 66 w 2877"/>
                <a:gd name="T45" fmla="*/ 1822 h 3559"/>
                <a:gd name="T46" fmla="*/ 66 w 2877"/>
                <a:gd name="T47" fmla="*/ 1822 h 3559"/>
                <a:gd name="T48" fmla="*/ 301 w 2877"/>
                <a:gd name="T49" fmla="*/ 1569 h 3559"/>
                <a:gd name="T50" fmla="*/ 301 w 2877"/>
                <a:gd name="T51" fmla="*/ 1569 h 3559"/>
                <a:gd name="T52" fmla="*/ 147 w 2877"/>
                <a:gd name="T53" fmla="*/ 1132 h 3559"/>
                <a:gd name="T54" fmla="*/ 147 w 2877"/>
                <a:gd name="T55" fmla="*/ 1132 h 3559"/>
                <a:gd name="T56" fmla="*/ 478 w 2877"/>
                <a:gd name="T57" fmla="*/ 823 h 35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877" h="3559">
                  <a:moveTo>
                    <a:pt x="478" y="823"/>
                  </a:moveTo>
                  <a:lnTo>
                    <a:pt x="478" y="823"/>
                  </a:lnTo>
                  <a:cubicBezTo>
                    <a:pt x="496" y="763"/>
                    <a:pt x="265" y="533"/>
                    <a:pt x="573" y="282"/>
                  </a:cubicBezTo>
                  <a:lnTo>
                    <a:pt x="573" y="282"/>
                  </a:lnTo>
                  <a:cubicBezTo>
                    <a:pt x="919" y="0"/>
                    <a:pt x="2624" y="678"/>
                    <a:pt x="2601" y="954"/>
                  </a:cubicBezTo>
                  <a:lnTo>
                    <a:pt x="2601" y="954"/>
                  </a:lnTo>
                  <a:cubicBezTo>
                    <a:pt x="2578" y="1230"/>
                    <a:pt x="2093" y="1219"/>
                    <a:pt x="2093" y="1219"/>
                  </a:cubicBezTo>
                  <a:lnTo>
                    <a:pt x="2093" y="1219"/>
                  </a:lnTo>
                  <a:cubicBezTo>
                    <a:pt x="2093" y="1219"/>
                    <a:pt x="2876" y="1541"/>
                    <a:pt x="2806" y="1838"/>
                  </a:cubicBezTo>
                  <a:lnTo>
                    <a:pt x="2806" y="1838"/>
                  </a:lnTo>
                  <a:cubicBezTo>
                    <a:pt x="2731" y="2151"/>
                    <a:pt x="1955" y="1960"/>
                    <a:pt x="1955" y="1960"/>
                  </a:cubicBezTo>
                  <a:lnTo>
                    <a:pt x="1955" y="1960"/>
                  </a:lnTo>
                  <a:cubicBezTo>
                    <a:pt x="1955" y="1960"/>
                    <a:pt x="2804" y="2223"/>
                    <a:pt x="2723" y="2514"/>
                  </a:cubicBezTo>
                  <a:lnTo>
                    <a:pt x="2723" y="2514"/>
                  </a:lnTo>
                  <a:cubicBezTo>
                    <a:pt x="2642" y="2805"/>
                    <a:pt x="1800" y="2688"/>
                    <a:pt x="1800" y="2688"/>
                  </a:cubicBezTo>
                  <a:lnTo>
                    <a:pt x="1800" y="2688"/>
                  </a:lnTo>
                  <a:cubicBezTo>
                    <a:pt x="1800" y="2688"/>
                    <a:pt x="2578" y="2919"/>
                    <a:pt x="2485" y="3238"/>
                  </a:cubicBezTo>
                  <a:lnTo>
                    <a:pt x="2485" y="3238"/>
                  </a:lnTo>
                  <a:cubicBezTo>
                    <a:pt x="2393" y="3558"/>
                    <a:pt x="6" y="3224"/>
                    <a:pt x="5" y="2579"/>
                  </a:cubicBezTo>
                  <a:lnTo>
                    <a:pt x="5" y="2579"/>
                  </a:lnTo>
                  <a:cubicBezTo>
                    <a:pt x="5" y="2297"/>
                    <a:pt x="218" y="2360"/>
                    <a:pt x="231" y="2293"/>
                  </a:cubicBezTo>
                  <a:lnTo>
                    <a:pt x="231" y="2293"/>
                  </a:lnTo>
                  <a:cubicBezTo>
                    <a:pt x="248" y="2197"/>
                    <a:pt x="0" y="2196"/>
                    <a:pt x="66" y="1822"/>
                  </a:cubicBezTo>
                  <a:lnTo>
                    <a:pt x="66" y="1822"/>
                  </a:lnTo>
                  <a:cubicBezTo>
                    <a:pt x="105" y="1604"/>
                    <a:pt x="284" y="1617"/>
                    <a:pt x="301" y="1569"/>
                  </a:cubicBezTo>
                  <a:lnTo>
                    <a:pt x="301" y="1569"/>
                  </a:lnTo>
                  <a:cubicBezTo>
                    <a:pt x="322" y="1504"/>
                    <a:pt x="81" y="1423"/>
                    <a:pt x="147" y="1132"/>
                  </a:cubicBezTo>
                  <a:lnTo>
                    <a:pt x="147" y="1132"/>
                  </a:lnTo>
                  <a:cubicBezTo>
                    <a:pt x="222" y="798"/>
                    <a:pt x="465" y="867"/>
                    <a:pt x="478" y="823"/>
                  </a:cubicBezTo>
                </a:path>
              </a:pathLst>
            </a:custGeom>
            <a:solidFill>
              <a:srgbClr val="C4C8CE">
                <a:alpha val="15000"/>
              </a:srgb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</p:grpSp>
      <p:sp>
        <p:nvSpPr>
          <p:cNvPr id="146" name="Freeform 27">
            <a:extLst>
              <a:ext uri="{FF2B5EF4-FFF2-40B4-BE49-F238E27FC236}">
                <a16:creationId xmlns:a16="http://schemas.microsoft.com/office/drawing/2014/main" id="{CEFC2432-5BE2-4A91-B53A-2C6A88B7DD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3067" y="4297287"/>
            <a:ext cx="1401035" cy="1401035"/>
          </a:xfrm>
          <a:custGeom>
            <a:avLst/>
            <a:gdLst>
              <a:gd name="T0" fmla="*/ 1573 w 1574"/>
              <a:gd name="T1" fmla="*/ 786 h 1573"/>
              <a:gd name="T2" fmla="*/ 1573 w 1574"/>
              <a:gd name="T3" fmla="*/ 786 h 1573"/>
              <a:gd name="T4" fmla="*/ 787 w 1574"/>
              <a:gd name="T5" fmla="*/ 1572 h 1573"/>
              <a:gd name="T6" fmla="*/ 787 w 1574"/>
              <a:gd name="T7" fmla="*/ 1572 h 1573"/>
              <a:gd name="T8" fmla="*/ 0 w 1574"/>
              <a:gd name="T9" fmla="*/ 786 h 1573"/>
              <a:gd name="T10" fmla="*/ 0 w 1574"/>
              <a:gd name="T11" fmla="*/ 786 h 1573"/>
              <a:gd name="T12" fmla="*/ 787 w 1574"/>
              <a:gd name="T13" fmla="*/ 0 h 1573"/>
              <a:gd name="T14" fmla="*/ 787 w 1574"/>
              <a:gd name="T15" fmla="*/ 0 h 1573"/>
              <a:gd name="T16" fmla="*/ 1573 w 1574"/>
              <a:gd name="T17" fmla="*/ 786 h 15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574" h="1573">
                <a:moveTo>
                  <a:pt x="1573" y="786"/>
                </a:moveTo>
                <a:lnTo>
                  <a:pt x="1573" y="786"/>
                </a:lnTo>
                <a:cubicBezTo>
                  <a:pt x="1573" y="1220"/>
                  <a:pt x="1221" y="1572"/>
                  <a:pt x="787" y="1572"/>
                </a:cubicBezTo>
                <a:lnTo>
                  <a:pt x="787" y="1572"/>
                </a:lnTo>
                <a:cubicBezTo>
                  <a:pt x="352" y="1572"/>
                  <a:pt x="0" y="1220"/>
                  <a:pt x="0" y="786"/>
                </a:cubicBezTo>
                <a:lnTo>
                  <a:pt x="0" y="786"/>
                </a:lnTo>
                <a:cubicBezTo>
                  <a:pt x="0" y="352"/>
                  <a:pt x="352" y="0"/>
                  <a:pt x="787" y="0"/>
                </a:cubicBezTo>
                <a:lnTo>
                  <a:pt x="787" y="0"/>
                </a:lnTo>
                <a:cubicBezTo>
                  <a:pt x="1221" y="0"/>
                  <a:pt x="1573" y="352"/>
                  <a:pt x="1573" y="786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47" name="Freeform 28">
            <a:extLst>
              <a:ext uri="{FF2B5EF4-FFF2-40B4-BE49-F238E27FC236}">
                <a16:creationId xmlns:a16="http://schemas.microsoft.com/office/drawing/2014/main" id="{75CE5BDF-DE29-42F1-801E-5892800B04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3067" y="7429009"/>
            <a:ext cx="1401035" cy="1401035"/>
          </a:xfrm>
          <a:custGeom>
            <a:avLst/>
            <a:gdLst>
              <a:gd name="T0" fmla="*/ 1573 w 1574"/>
              <a:gd name="T1" fmla="*/ 787 h 1574"/>
              <a:gd name="T2" fmla="*/ 1573 w 1574"/>
              <a:gd name="T3" fmla="*/ 787 h 1574"/>
              <a:gd name="T4" fmla="*/ 787 w 1574"/>
              <a:gd name="T5" fmla="*/ 1573 h 1574"/>
              <a:gd name="T6" fmla="*/ 787 w 1574"/>
              <a:gd name="T7" fmla="*/ 1573 h 1574"/>
              <a:gd name="T8" fmla="*/ 0 w 1574"/>
              <a:gd name="T9" fmla="*/ 787 h 1574"/>
              <a:gd name="T10" fmla="*/ 0 w 1574"/>
              <a:gd name="T11" fmla="*/ 787 h 1574"/>
              <a:gd name="T12" fmla="*/ 787 w 1574"/>
              <a:gd name="T13" fmla="*/ 0 h 1574"/>
              <a:gd name="T14" fmla="*/ 787 w 1574"/>
              <a:gd name="T15" fmla="*/ 0 h 1574"/>
              <a:gd name="T16" fmla="*/ 1573 w 1574"/>
              <a:gd name="T17" fmla="*/ 787 h 15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574" h="1574">
                <a:moveTo>
                  <a:pt x="1573" y="787"/>
                </a:moveTo>
                <a:lnTo>
                  <a:pt x="1573" y="787"/>
                </a:lnTo>
                <a:cubicBezTo>
                  <a:pt x="1573" y="1221"/>
                  <a:pt x="1221" y="1573"/>
                  <a:pt x="787" y="1573"/>
                </a:cubicBezTo>
                <a:lnTo>
                  <a:pt x="787" y="1573"/>
                </a:lnTo>
                <a:cubicBezTo>
                  <a:pt x="352" y="1573"/>
                  <a:pt x="0" y="1221"/>
                  <a:pt x="0" y="787"/>
                </a:cubicBezTo>
                <a:lnTo>
                  <a:pt x="0" y="787"/>
                </a:lnTo>
                <a:cubicBezTo>
                  <a:pt x="0" y="352"/>
                  <a:pt x="352" y="0"/>
                  <a:pt x="787" y="0"/>
                </a:cubicBezTo>
                <a:lnTo>
                  <a:pt x="787" y="0"/>
                </a:lnTo>
                <a:cubicBezTo>
                  <a:pt x="1221" y="0"/>
                  <a:pt x="1573" y="352"/>
                  <a:pt x="1573" y="787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48" name="Freeform 29">
            <a:extLst>
              <a:ext uri="{FF2B5EF4-FFF2-40B4-BE49-F238E27FC236}">
                <a16:creationId xmlns:a16="http://schemas.microsoft.com/office/drawing/2014/main" id="{8BC2424D-257B-440C-8D72-BE542DD685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3067" y="10568580"/>
            <a:ext cx="1401035" cy="1401035"/>
          </a:xfrm>
          <a:custGeom>
            <a:avLst/>
            <a:gdLst>
              <a:gd name="T0" fmla="*/ 1573 w 1574"/>
              <a:gd name="T1" fmla="*/ 786 h 1573"/>
              <a:gd name="T2" fmla="*/ 1573 w 1574"/>
              <a:gd name="T3" fmla="*/ 786 h 1573"/>
              <a:gd name="T4" fmla="*/ 787 w 1574"/>
              <a:gd name="T5" fmla="*/ 1572 h 1573"/>
              <a:gd name="T6" fmla="*/ 787 w 1574"/>
              <a:gd name="T7" fmla="*/ 1572 h 1573"/>
              <a:gd name="T8" fmla="*/ 0 w 1574"/>
              <a:gd name="T9" fmla="*/ 786 h 1573"/>
              <a:gd name="T10" fmla="*/ 0 w 1574"/>
              <a:gd name="T11" fmla="*/ 786 h 1573"/>
              <a:gd name="T12" fmla="*/ 787 w 1574"/>
              <a:gd name="T13" fmla="*/ 0 h 1573"/>
              <a:gd name="T14" fmla="*/ 787 w 1574"/>
              <a:gd name="T15" fmla="*/ 0 h 1573"/>
              <a:gd name="T16" fmla="*/ 1573 w 1574"/>
              <a:gd name="T17" fmla="*/ 786 h 15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574" h="1573">
                <a:moveTo>
                  <a:pt x="1573" y="786"/>
                </a:moveTo>
                <a:lnTo>
                  <a:pt x="1573" y="786"/>
                </a:lnTo>
                <a:cubicBezTo>
                  <a:pt x="1573" y="1220"/>
                  <a:pt x="1221" y="1572"/>
                  <a:pt x="787" y="1572"/>
                </a:cubicBezTo>
                <a:lnTo>
                  <a:pt x="787" y="1572"/>
                </a:lnTo>
                <a:cubicBezTo>
                  <a:pt x="352" y="1572"/>
                  <a:pt x="0" y="1220"/>
                  <a:pt x="0" y="786"/>
                </a:cubicBezTo>
                <a:lnTo>
                  <a:pt x="0" y="786"/>
                </a:lnTo>
                <a:cubicBezTo>
                  <a:pt x="0" y="352"/>
                  <a:pt x="352" y="0"/>
                  <a:pt x="787" y="0"/>
                </a:cubicBezTo>
                <a:lnTo>
                  <a:pt x="787" y="0"/>
                </a:lnTo>
                <a:cubicBezTo>
                  <a:pt x="1221" y="0"/>
                  <a:pt x="1573" y="352"/>
                  <a:pt x="1573" y="786"/>
                </a:cubicBez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49" name="Line 30">
            <a:extLst>
              <a:ext uri="{FF2B5EF4-FFF2-40B4-BE49-F238E27FC236}">
                <a16:creationId xmlns:a16="http://schemas.microsoft.com/office/drawing/2014/main" id="{34530C1E-070C-4B63-89F1-60278D3EA8B0}"/>
              </a:ext>
            </a:extLst>
          </p:cNvPr>
          <p:cNvSpPr>
            <a:spLocks noChangeShapeType="1"/>
          </p:cNvSpPr>
          <p:nvPr/>
        </p:nvSpPr>
        <p:spPr bwMode="auto">
          <a:xfrm>
            <a:off x="-1" y="4995841"/>
            <a:ext cx="1503068" cy="0"/>
          </a:xfrm>
          <a:prstGeom prst="line">
            <a:avLst/>
          </a:prstGeom>
          <a:noFill/>
          <a:ln w="38100" cap="flat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50" name="Line 31">
            <a:extLst>
              <a:ext uri="{FF2B5EF4-FFF2-40B4-BE49-F238E27FC236}">
                <a16:creationId xmlns:a16="http://schemas.microsoft.com/office/drawing/2014/main" id="{95DC773A-7EE6-479D-8064-FEE0A8DC671B}"/>
              </a:ext>
            </a:extLst>
          </p:cNvPr>
          <p:cNvSpPr>
            <a:spLocks noChangeShapeType="1"/>
          </p:cNvSpPr>
          <p:nvPr/>
        </p:nvSpPr>
        <p:spPr bwMode="auto">
          <a:xfrm>
            <a:off x="-1" y="8131489"/>
            <a:ext cx="1503068" cy="0"/>
          </a:xfrm>
          <a:prstGeom prst="line">
            <a:avLst/>
          </a:prstGeom>
          <a:noFill/>
          <a:ln w="38100" cap="flat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51" name="Line 32">
            <a:extLst>
              <a:ext uri="{FF2B5EF4-FFF2-40B4-BE49-F238E27FC236}">
                <a16:creationId xmlns:a16="http://schemas.microsoft.com/office/drawing/2014/main" id="{5F050F6A-7C5D-40B8-8159-E342A3631B94}"/>
              </a:ext>
            </a:extLst>
          </p:cNvPr>
          <p:cNvSpPr>
            <a:spLocks noChangeShapeType="1"/>
          </p:cNvSpPr>
          <p:nvPr/>
        </p:nvSpPr>
        <p:spPr bwMode="auto">
          <a:xfrm>
            <a:off x="-1" y="11267135"/>
            <a:ext cx="1503068" cy="0"/>
          </a:xfrm>
          <a:prstGeom prst="line">
            <a:avLst/>
          </a:prstGeom>
          <a:noFill/>
          <a:ln w="38100" cap="flat">
            <a:solidFill>
              <a:schemeClr val="accent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4F5655B8-0FFD-472E-81CD-95B7AC202EB4}"/>
              </a:ext>
            </a:extLst>
          </p:cNvPr>
          <p:cNvSpPr txBox="1"/>
          <p:nvPr/>
        </p:nvSpPr>
        <p:spPr>
          <a:xfrm>
            <a:off x="1520825" y="750700"/>
            <a:ext cx="21336000" cy="116955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7000" b="1" spc="-29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CHALLENGES SLIDE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D80A74E0-663F-4209-8017-92F4AF2C2B42}"/>
              </a:ext>
            </a:extLst>
          </p:cNvPr>
          <p:cNvSpPr txBox="1"/>
          <p:nvPr/>
        </p:nvSpPr>
        <p:spPr>
          <a:xfrm>
            <a:off x="1520827" y="1886522"/>
            <a:ext cx="213359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spc="-120" dirty="0">
                <a:latin typeface="Montserrat" pitchFamily="2" charset="77"/>
                <a:cs typeface="Poppins" pitchFamily="2" charset="77"/>
              </a:rPr>
              <a:t>Make a big impact with our professional slides and charts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54C8CB83-D671-4702-8C6B-2832CEFC3086}"/>
              </a:ext>
            </a:extLst>
          </p:cNvPr>
          <p:cNvSpPr txBox="1"/>
          <p:nvPr/>
        </p:nvSpPr>
        <p:spPr>
          <a:xfrm>
            <a:off x="3506756" y="4114217"/>
            <a:ext cx="7194847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 01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86A0B79E-DE7E-43BE-BF21-103972B4D05D}"/>
              </a:ext>
            </a:extLst>
          </p:cNvPr>
          <p:cNvSpPr txBox="1"/>
          <p:nvPr/>
        </p:nvSpPr>
        <p:spPr>
          <a:xfrm>
            <a:off x="3506757" y="4795559"/>
            <a:ext cx="7194849" cy="976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38A7F8DE-F4C1-40A1-9D45-06501E934978}"/>
              </a:ext>
            </a:extLst>
          </p:cNvPr>
          <p:cNvSpPr txBox="1"/>
          <p:nvPr/>
        </p:nvSpPr>
        <p:spPr>
          <a:xfrm>
            <a:off x="3506759" y="7244871"/>
            <a:ext cx="7194847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 02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7637FF99-92FB-44EA-9B80-A621D0657074}"/>
              </a:ext>
            </a:extLst>
          </p:cNvPr>
          <p:cNvSpPr txBox="1"/>
          <p:nvPr/>
        </p:nvSpPr>
        <p:spPr>
          <a:xfrm>
            <a:off x="3506760" y="7926213"/>
            <a:ext cx="7194849" cy="976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A725A326-BB3C-4022-8D6A-BED1F9FFCEE1}"/>
              </a:ext>
            </a:extLst>
          </p:cNvPr>
          <p:cNvSpPr txBox="1"/>
          <p:nvPr/>
        </p:nvSpPr>
        <p:spPr>
          <a:xfrm>
            <a:off x="3506753" y="10382207"/>
            <a:ext cx="7194847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 03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6F7FDA4D-752A-4A85-AD73-011EBF192360}"/>
              </a:ext>
            </a:extLst>
          </p:cNvPr>
          <p:cNvSpPr txBox="1"/>
          <p:nvPr/>
        </p:nvSpPr>
        <p:spPr>
          <a:xfrm>
            <a:off x="3506754" y="11063549"/>
            <a:ext cx="7194849" cy="976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C337C883-2FE7-4227-A677-7BE3323ACE95}"/>
              </a:ext>
            </a:extLst>
          </p:cNvPr>
          <p:cNvSpPr txBox="1"/>
          <p:nvPr/>
        </p:nvSpPr>
        <p:spPr>
          <a:xfrm>
            <a:off x="1551598" y="4406604"/>
            <a:ext cx="1263992" cy="116955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NI" sz="7000" b="1" spc="-29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A</a:t>
            </a:r>
            <a:endParaRPr lang="en-US" sz="7000" b="1" spc="-290" dirty="0">
              <a:solidFill>
                <a:schemeClr val="bg1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2DD09DA7-3942-47DA-98AC-2D8C83830F16}"/>
              </a:ext>
            </a:extLst>
          </p:cNvPr>
          <p:cNvSpPr txBox="1"/>
          <p:nvPr/>
        </p:nvSpPr>
        <p:spPr>
          <a:xfrm>
            <a:off x="1551598" y="7555070"/>
            <a:ext cx="1263992" cy="116955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NI" sz="7000" b="1" spc="-29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B</a:t>
            </a:r>
            <a:endParaRPr lang="en-US" sz="7000" b="1" spc="-290" dirty="0">
              <a:solidFill>
                <a:schemeClr val="bg1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D37CD8AD-7159-4462-84D3-7C6E9C730E4E}"/>
              </a:ext>
            </a:extLst>
          </p:cNvPr>
          <p:cNvSpPr txBox="1"/>
          <p:nvPr/>
        </p:nvSpPr>
        <p:spPr>
          <a:xfrm>
            <a:off x="1551598" y="10677428"/>
            <a:ext cx="1263992" cy="116955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NI" sz="7000" b="1" spc="-29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C</a:t>
            </a:r>
            <a:endParaRPr lang="en-US" sz="7000" b="1" spc="-290" dirty="0">
              <a:solidFill>
                <a:schemeClr val="bg1"/>
              </a:solidFill>
              <a:latin typeface="Montserrat" pitchFamily="2" charset="77"/>
              <a:cs typeface="Poppins" pitchFamily="2" charset="77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48">
            <a:extLst>
              <a:ext uri="{FF2B5EF4-FFF2-40B4-BE49-F238E27FC236}">
                <a16:creationId xmlns:a16="http://schemas.microsoft.com/office/drawing/2014/main" id="{6F3EBE55-AE61-4316-9D01-9E8266989046}"/>
              </a:ext>
            </a:extLst>
          </p:cNvPr>
          <p:cNvGrpSpPr/>
          <p:nvPr/>
        </p:nvGrpSpPr>
        <p:grpSpPr>
          <a:xfrm>
            <a:off x="7933625" y="3448888"/>
            <a:ext cx="8977316" cy="9569789"/>
            <a:chOff x="7933625" y="3448888"/>
            <a:chExt cx="8977316" cy="9569789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CAD02806-18B5-4D1B-8D4F-340D7F02500E}"/>
                </a:ext>
              </a:extLst>
            </p:cNvPr>
            <p:cNvGrpSpPr/>
            <p:nvPr/>
          </p:nvGrpSpPr>
          <p:grpSpPr>
            <a:xfrm>
              <a:off x="7933625" y="10476150"/>
              <a:ext cx="5136059" cy="2542527"/>
              <a:chOff x="7933625" y="10476150"/>
              <a:chExt cx="5136059" cy="2542527"/>
            </a:xfrm>
          </p:grpSpPr>
          <p:sp>
            <p:nvSpPr>
              <p:cNvPr id="79" name="Freeform 2">
                <a:extLst>
                  <a:ext uri="{FF2B5EF4-FFF2-40B4-BE49-F238E27FC236}">
                    <a16:creationId xmlns:a16="http://schemas.microsoft.com/office/drawing/2014/main" id="{28BCB226-5CB4-4FD9-ADFF-39A9B9423F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86331" y="11504147"/>
                <a:ext cx="1879431" cy="510075"/>
              </a:xfrm>
              <a:custGeom>
                <a:avLst/>
                <a:gdLst>
                  <a:gd name="T0" fmla="*/ 1889 w 2114"/>
                  <a:gd name="T1" fmla="*/ 571 h 572"/>
                  <a:gd name="T2" fmla="*/ 0 w 2114"/>
                  <a:gd name="T3" fmla="*/ 571 h 572"/>
                  <a:gd name="T4" fmla="*/ 0 w 2114"/>
                  <a:gd name="T5" fmla="*/ 0 h 572"/>
                  <a:gd name="T6" fmla="*/ 2113 w 2114"/>
                  <a:gd name="T7" fmla="*/ 0 h 572"/>
                  <a:gd name="T8" fmla="*/ 2113 w 2114"/>
                  <a:gd name="T9" fmla="*/ 348 h 572"/>
                  <a:gd name="T10" fmla="*/ 2113 w 2114"/>
                  <a:gd name="T11" fmla="*/ 348 h 572"/>
                  <a:gd name="T12" fmla="*/ 1889 w 2114"/>
                  <a:gd name="T13" fmla="*/ 571 h 5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14" h="572">
                    <a:moveTo>
                      <a:pt x="1889" y="571"/>
                    </a:moveTo>
                    <a:lnTo>
                      <a:pt x="0" y="571"/>
                    </a:lnTo>
                    <a:lnTo>
                      <a:pt x="0" y="0"/>
                    </a:lnTo>
                    <a:lnTo>
                      <a:pt x="2113" y="0"/>
                    </a:lnTo>
                    <a:lnTo>
                      <a:pt x="2113" y="348"/>
                    </a:lnTo>
                    <a:lnTo>
                      <a:pt x="2113" y="348"/>
                    </a:lnTo>
                    <a:cubicBezTo>
                      <a:pt x="2113" y="471"/>
                      <a:pt x="2012" y="571"/>
                      <a:pt x="1889" y="571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621BA57C-2B8F-4FFD-803A-8FFD124725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86331" y="11528616"/>
                <a:ext cx="1878542" cy="484714"/>
              </a:xfrm>
              <a:custGeom>
                <a:avLst/>
                <a:gdLst>
                  <a:gd name="connsiteX0" fmla="*/ 1878542 w 1878542"/>
                  <a:gd name="connsiteY0" fmla="*/ 0 h 484714"/>
                  <a:gd name="connsiteX1" fmla="*/ 1878542 w 1878542"/>
                  <a:gd name="connsiteY1" fmla="*/ 285856 h 484714"/>
                  <a:gd name="connsiteX2" fmla="*/ 1679397 w 1878542"/>
                  <a:gd name="connsiteY2" fmla="*/ 484714 h 484714"/>
                  <a:gd name="connsiteX3" fmla="*/ 0 w 1878542"/>
                  <a:gd name="connsiteY3" fmla="*/ 484714 h 484714"/>
                  <a:gd name="connsiteX4" fmla="*/ 0 w 1878542"/>
                  <a:gd name="connsiteY4" fmla="*/ 123743 h 484714"/>
                  <a:gd name="connsiteX5" fmla="*/ 1739094 w 1878542"/>
                  <a:gd name="connsiteY5" fmla="*/ 123743 h 484714"/>
                  <a:gd name="connsiteX6" fmla="*/ 1871081 w 1878542"/>
                  <a:gd name="connsiteY6" fmla="*/ 36202 h 4847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78542" h="484714">
                    <a:moveTo>
                      <a:pt x="1878542" y="0"/>
                    </a:moveTo>
                    <a:lnTo>
                      <a:pt x="1878542" y="285856"/>
                    </a:lnTo>
                    <a:cubicBezTo>
                      <a:pt x="1878542" y="395540"/>
                      <a:pt x="1788749" y="484714"/>
                      <a:pt x="1679397" y="484714"/>
                    </a:cubicBezTo>
                    <a:lnTo>
                      <a:pt x="0" y="484714"/>
                    </a:lnTo>
                    <a:lnTo>
                      <a:pt x="0" y="123743"/>
                    </a:lnTo>
                    <a:lnTo>
                      <a:pt x="1739094" y="123743"/>
                    </a:lnTo>
                    <a:cubicBezTo>
                      <a:pt x="1797866" y="123743"/>
                      <a:pt x="1849125" y="87330"/>
                      <a:pt x="1871081" y="36202"/>
                    </a:cubicBezTo>
                    <a:close/>
                  </a:path>
                </a:pathLst>
              </a:custGeom>
              <a:solidFill>
                <a:srgbClr val="111340">
                  <a:alpha val="50000"/>
                </a:srgbClr>
              </a:solidFill>
              <a:ln>
                <a:noFill/>
              </a:ln>
              <a:effectLst/>
            </p:spPr>
            <p:txBody>
              <a:bodyPr wrap="square" anchor="ctr">
                <a:noAutofit/>
              </a:bodyPr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81" name="Freeform 4">
                <a:extLst>
                  <a:ext uri="{FF2B5EF4-FFF2-40B4-BE49-F238E27FC236}">
                    <a16:creationId xmlns:a16="http://schemas.microsoft.com/office/drawing/2014/main" id="{CACE756D-60D2-47C8-84A1-6B59F148AA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3625" y="10476150"/>
                <a:ext cx="3260554" cy="2542527"/>
              </a:xfrm>
              <a:custGeom>
                <a:avLst/>
                <a:gdLst>
                  <a:gd name="T0" fmla="*/ 5 w 3664"/>
                  <a:gd name="T1" fmla="*/ 1166 h 2859"/>
                  <a:gd name="T2" fmla="*/ 7 w 3664"/>
                  <a:gd name="T3" fmla="*/ 1747 h 2859"/>
                  <a:gd name="T4" fmla="*/ 7 w 3664"/>
                  <a:gd name="T5" fmla="*/ 1747 h 2859"/>
                  <a:gd name="T6" fmla="*/ 614 w 3664"/>
                  <a:gd name="T7" fmla="*/ 2532 h 2859"/>
                  <a:gd name="T8" fmla="*/ 614 w 3664"/>
                  <a:gd name="T9" fmla="*/ 2532 h 2859"/>
                  <a:gd name="T10" fmla="*/ 2437 w 3664"/>
                  <a:gd name="T11" fmla="*/ 2739 h 2859"/>
                  <a:gd name="T12" fmla="*/ 2437 w 3664"/>
                  <a:gd name="T13" fmla="*/ 2739 h 2859"/>
                  <a:gd name="T14" fmla="*/ 3658 w 3664"/>
                  <a:gd name="T15" fmla="*/ 1737 h 2859"/>
                  <a:gd name="T16" fmla="*/ 3657 w 3664"/>
                  <a:gd name="T17" fmla="*/ 1155 h 2859"/>
                  <a:gd name="T18" fmla="*/ 3657 w 3664"/>
                  <a:gd name="T19" fmla="*/ 1155 h 2859"/>
                  <a:gd name="T20" fmla="*/ 3657 w 3664"/>
                  <a:gd name="T21" fmla="*/ 1157 h 2859"/>
                  <a:gd name="T22" fmla="*/ 3657 w 3664"/>
                  <a:gd name="T23" fmla="*/ 1157 h 2859"/>
                  <a:gd name="T24" fmla="*/ 3126 w 3664"/>
                  <a:gd name="T25" fmla="*/ 413 h 2859"/>
                  <a:gd name="T26" fmla="*/ 3126 w 3664"/>
                  <a:gd name="T27" fmla="*/ 413 h 2859"/>
                  <a:gd name="T28" fmla="*/ 544 w 3664"/>
                  <a:gd name="T29" fmla="*/ 413 h 2859"/>
                  <a:gd name="T30" fmla="*/ 544 w 3664"/>
                  <a:gd name="T31" fmla="*/ 413 h 2859"/>
                  <a:gd name="T32" fmla="*/ 5 w 3664"/>
                  <a:gd name="T33" fmla="*/ 1176 h 2859"/>
                  <a:gd name="T34" fmla="*/ 5 w 3664"/>
                  <a:gd name="T35" fmla="*/ 1176 h 2859"/>
                  <a:gd name="T36" fmla="*/ 5 w 3664"/>
                  <a:gd name="T37" fmla="*/ 1166 h 28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664" h="2859">
                    <a:moveTo>
                      <a:pt x="5" y="1166"/>
                    </a:moveTo>
                    <a:lnTo>
                      <a:pt x="7" y="1747"/>
                    </a:lnTo>
                    <a:lnTo>
                      <a:pt x="7" y="1747"/>
                    </a:lnTo>
                    <a:cubicBezTo>
                      <a:pt x="9" y="2109"/>
                      <a:pt x="313" y="2378"/>
                      <a:pt x="614" y="2532"/>
                    </a:cubicBezTo>
                    <a:lnTo>
                      <a:pt x="614" y="2532"/>
                    </a:lnTo>
                    <a:cubicBezTo>
                      <a:pt x="1165" y="2811"/>
                      <a:pt x="1836" y="2858"/>
                      <a:pt x="2437" y="2739"/>
                    </a:cubicBezTo>
                    <a:lnTo>
                      <a:pt x="2437" y="2739"/>
                    </a:lnTo>
                    <a:cubicBezTo>
                      <a:pt x="2971" y="2641"/>
                      <a:pt x="3663" y="2280"/>
                      <a:pt x="3658" y="1737"/>
                    </a:cubicBezTo>
                    <a:lnTo>
                      <a:pt x="3657" y="1155"/>
                    </a:lnTo>
                    <a:lnTo>
                      <a:pt x="3657" y="1155"/>
                    </a:lnTo>
                    <a:cubicBezTo>
                      <a:pt x="3657" y="1156"/>
                      <a:pt x="3657" y="1156"/>
                      <a:pt x="3657" y="1157"/>
                    </a:cubicBezTo>
                    <a:lnTo>
                      <a:pt x="3657" y="1157"/>
                    </a:lnTo>
                    <a:cubicBezTo>
                      <a:pt x="3657" y="888"/>
                      <a:pt x="3480" y="618"/>
                      <a:pt x="3126" y="413"/>
                    </a:cubicBezTo>
                    <a:lnTo>
                      <a:pt x="3126" y="413"/>
                    </a:lnTo>
                    <a:cubicBezTo>
                      <a:pt x="2415" y="0"/>
                      <a:pt x="1260" y="0"/>
                      <a:pt x="544" y="413"/>
                    </a:cubicBezTo>
                    <a:lnTo>
                      <a:pt x="544" y="413"/>
                    </a:lnTo>
                    <a:cubicBezTo>
                      <a:pt x="179" y="623"/>
                      <a:pt x="0" y="900"/>
                      <a:pt x="5" y="1176"/>
                    </a:cubicBezTo>
                    <a:lnTo>
                      <a:pt x="5" y="1176"/>
                    </a:lnTo>
                    <a:cubicBezTo>
                      <a:pt x="5" y="1173"/>
                      <a:pt x="5" y="1169"/>
                      <a:pt x="5" y="1166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82" name="Freeform 5">
                <a:extLst>
                  <a:ext uri="{FF2B5EF4-FFF2-40B4-BE49-F238E27FC236}">
                    <a16:creationId xmlns:a16="http://schemas.microsoft.com/office/drawing/2014/main" id="{706AC4E4-D4F2-45FE-85AF-37DD6ECC99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7547" y="11504147"/>
                <a:ext cx="3256631" cy="1514530"/>
              </a:xfrm>
              <a:custGeom>
                <a:avLst/>
                <a:gdLst>
                  <a:gd name="T0" fmla="*/ 0 w 3659"/>
                  <a:gd name="T1" fmla="*/ 31 h 1704"/>
                  <a:gd name="T2" fmla="*/ 0 w 3659"/>
                  <a:gd name="T3" fmla="*/ 31 h 1704"/>
                  <a:gd name="T4" fmla="*/ 1163 w 3659"/>
                  <a:gd name="T5" fmla="*/ 992 h 1704"/>
                  <a:gd name="T6" fmla="*/ 1163 w 3659"/>
                  <a:gd name="T7" fmla="*/ 992 h 1704"/>
                  <a:gd name="T8" fmla="*/ 2431 w 3659"/>
                  <a:gd name="T9" fmla="*/ 1003 h 1704"/>
                  <a:gd name="T10" fmla="*/ 2431 w 3659"/>
                  <a:gd name="T11" fmla="*/ 1003 h 1704"/>
                  <a:gd name="T12" fmla="*/ 3652 w 3659"/>
                  <a:gd name="T13" fmla="*/ 0 h 1704"/>
                  <a:gd name="T14" fmla="*/ 3653 w 3659"/>
                  <a:gd name="T15" fmla="*/ 582 h 1704"/>
                  <a:gd name="T16" fmla="*/ 3653 w 3659"/>
                  <a:gd name="T17" fmla="*/ 582 h 1704"/>
                  <a:gd name="T18" fmla="*/ 2432 w 3659"/>
                  <a:gd name="T19" fmla="*/ 1584 h 1704"/>
                  <a:gd name="T20" fmla="*/ 2432 w 3659"/>
                  <a:gd name="T21" fmla="*/ 1584 h 1704"/>
                  <a:gd name="T22" fmla="*/ 609 w 3659"/>
                  <a:gd name="T23" fmla="*/ 1377 h 1704"/>
                  <a:gd name="T24" fmla="*/ 609 w 3659"/>
                  <a:gd name="T25" fmla="*/ 1377 h 1704"/>
                  <a:gd name="T26" fmla="*/ 2 w 3659"/>
                  <a:gd name="T27" fmla="*/ 592 h 1704"/>
                  <a:gd name="T28" fmla="*/ 0 w 3659"/>
                  <a:gd name="T29" fmla="*/ 11 h 1704"/>
                  <a:gd name="T30" fmla="*/ 0 w 3659"/>
                  <a:gd name="T31" fmla="*/ 11 h 1704"/>
                  <a:gd name="T32" fmla="*/ 0 w 3659"/>
                  <a:gd name="T33" fmla="*/ 31 h 17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659" h="1704">
                    <a:moveTo>
                      <a:pt x="0" y="31"/>
                    </a:moveTo>
                    <a:lnTo>
                      <a:pt x="0" y="31"/>
                    </a:lnTo>
                    <a:cubicBezTo>
                      <a:pt x="32" y="586"/>
                      <a:pt x="687" y="888"/>
                      <a:pt x="1163" y="992"/>
                    </a:cubicBezTo>
                    <a:lnTo>
                      <a:pt x="1163" y="992"/>
                    </a:lnTo>
                    <a:cubicBezTo>
                      <a:pt x="1578" y="1084"/>
                      <a:pt x="2014" y="1086"/>
                      <a:pt x="2431" y="1003"/>
                    </a:cubicBezTo>
                    <a:lnTo>
                      <a:pt x="2431" y="1003"/>
                    </a:lnTo>
                    <a:cubicBezTo>
                      <a:pt x="2964" y="903"/>
                      <a:pt x="3656" y="544"/>
                      <a:pt x="3652" y="0"/>
                    </a:cubicBezTo>
                    <a:lnTo>
                      <a:pt x="3653" y="582"/>
                    </a:lnTo>
                    <a:lnTo>
                      <a:pt x="3653" y="582"/>
                    </a:lnTo>
                    <a:cubicBezTo>
                      <a:pt x="3658" y="1125"/>
                      <a:pt x="2966" y="1486"/>
                      <a:pt x="2432" y="1584"/>
                    </a:cubicBezTo>
                    <a:lnTo>
                      <a:pt x="2432" y="1584"/>
                    </a:lnTo>
                    <a:cubicBezTo>
                      <a:pt x="1831" y="1703"/>
                      <a:pt x="1160" y="1656"/>
                      <a:pt x="609" y="1377"/>
                    </a:cubicBezTo>
                    <a:lnTo>
                      <a:pt x="609" y="1377"/>
                    </a:lnTo>
                    <a:cubicBezTo>
                      <a:pt x="308" y="1223"/>
                      <a:pt x="4" y="954"/>
                      <a:pt x="2" y="592"/>
                    </a:cubicBezTo>
                    <a:lnTo>
                      <a:pt x="0" y="11"/>
                    </a:lnTo>
                    <a:lnTo>
                      <a:pt x="0" y="11"/>
                    </a:lnTo>
                    <a:cubicBezTo>
                      <a:pt x="0" y="18"/>
                      <a:pt x="0" y="25"/>
                      <a:pt x="0" y="31"/>
                    </a:cubicBezTo>
                  </a:path>
                </a:pathLst>
              </a:custGeom>
              <a:solidFill>
                <a:srgbClr val="111340">
                  <a:alpha val="30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83" name="Freeform 6">
                <a:extLst>
                  <a:ext uri="{FF2B5EF4-FFF2-40B4-BE49-F238E27FC236}">
                    <a16:creationId xmlns:a16="http://schemas.microsoft.com/office/drawing/2014/main" id="{B0758A53-5963-45B7-B262-D6217B22E9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66714" y="11366818"/>
                <a:ext cx="1902970" cy="286428"/>
              </a:xfrm>
              <a:custGeom>
                <a:avLst/>
                <a:gdLst>
                  <a:gd name="T0" fmla="*/ 1975 w 2137"/>
                  <a:gd name="T1" fmla="*/ 322 h 323"/>
                  <a:gd name="T2" fmla="*/ 0 w 2137"/>
                  <a:gd name="T3" fmla="*/ 322 h 323"/>
                  <a:gd name="T4" fmla="*/ 0 w 2137"/>
                  <a:gd name="T5" fmla="*/ 0 h 323"/>
                  <a:gd name="T6" fmla="*/ 1975 w 2137"/>
                  <a:gd name="T7" fmla="*/ 0 h 323"/>
                  <a:gd name="T8" fmla="*/ 1975 w 2137"/>
                  <a:gd name="T9" fmla="*/ 0 h 323"/>
                  <a:gd name="T10" fmla="*/ 2136 w 2137"/>
                  <a:gd name="T11" fmla="*/ 161 h 323"/>
                  <a:gd name="T12" fmla="*/ 2136 w 2137"/>
                  <a:gd name="T13" fmla="*/ 161 h 323"/>
                  <a:gd name="T14" fmla="*/ 2136 w 2137"/>
                  <a:gd name="T15" fmla="*/ 161 h 323"/>
                  <a:gd name="T16" fmla="*/ 1975 w 2137"/>
                  <a:gd name="T17" fmla="*/ 322 h 3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137" h="323">
                    <a:moveTo>
                      <a:pt x="1975" y="322"/>
                    </a:moveTo>
                    <a:lnTo>
                      <a:pt x="0" y="322"/>
                    </a:lnTo>
                    <a:lnTo>
                      <a:pt x="0" y="0"/>
                    </a:lnTo>
                    <a:lnTo>
                      <a:pt x="1975" y="0"/>
                    </a:lnTo>
                    <a:lnTo>
                      <a:pt x="1975" y="0"/>
                    </a:lnTo>
                    <a:cubicBezTo>
                      <a:pt x="2063" y="0"/>
                      <a:pt x="2136" y="72"/>
                      <a:pt x="2136" y="161"/>
                    </a:cubicBezTo>
                    <a:lnTo>
                      <a:pt x="2136" y="161"/>
                    </a:lnTo>
                    <a:lnTo>
                      <a:pt x="2136" y="161"/>
                    </a:lnTo>
                    <a:cubicBezTo>
                      <a:pt x="2136" y="249"/>
                      <a:pt x="2063" y="322"/>
                      <a:pt x="1975" y="322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A297FBAF-1484-4CF5-AA17-357877ABB2E5}"/>
                </a:ext>
              </a:extLst>
            </p:cNvPr>
            <p:cNvGrpSpPr/>
            <p:nvPr/>
          </p:nvGrpSpPr>
          <p:grpSpPr>
            <a:xfrm>
              <a:off x="11311888" y="8683040"/>
              <a:ext cx="5136062" cy="2542527"/>
              <a:chOff x="11311888" y="8683040"/>
              <a:chExt cx="5136062" cy="2542527"/>
            </a:xfrm>
          </p:grpSpPr>
          <p:sp>
            <p:nvSpPr>
              <p:cNvPr id="74" name="Freeform 7">
                <a:extLst>
                  <a:ext uri="{FF2B5EF4-FFF2-40B4-BE49-F238E27FC236}">
                    <a16:creationId xmlns:a16="http://schemas.microsoft.com/office/drawing/2014/main" id="{35E70E06-3D85-4FAF-801C-E026AA63B9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11888" y="9711037"/>
                <a:ext cx="1879431" cy="506152"/>
              </a:xfrm>
              <a:custGeom>
                <a:avLst/>
                <a:gdLst>
                  <a:gd name="T0" fmla="*/ 223 w 2113"/>
                  <a:gd name="T1" fmla="*/ 570 h 571"/>
                  <a:gd name="T2" fmla="*/ 2112 w 2113"/>
                  <a:gd name="T3" fmla="*/ 570 h 571"/>
                  <a:gd name="T4" fmla="*/ 2112 w 2113"/>
                  <a:gd name="T5" fmla="*/ 0 h 571"/>
                  <a:gd name="T6" fmla="*/ 0 w 2113"/>
                  <a:gd name="T7" fmla="*/ 0 h 571"/>
                  <a:gd name="T8" fmla="*/ 0 w 2113"/>
                  <a:gd name="T9" fmla="*/ 347 h 571"/>
                  <a:gd name="T10" fmla="*/ 0 w 2113"/>
                  <a:gd name="T11" fmla="*/ 347 h 571"/>
                  <a:gd name="T12" fmla="*/ 223 w 2113"/>
                  <a:gd name="T13" fmla="*/ 570 h 5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13" h="571">
                    <a:moveTo>
                      <a:pt x="223" y="570"/>
                    </a:moveTo>
                    <a:lnTo>
                      <a:pt x="2112" y="570"/>
                    </a:lnTo>
                    <a:lnTo>
                      <a:pt x="2112" y="0"/>
                    </a:lnTo>
                    <a:lnTo>
                      <a:pt x="0" y="0"/>
                    </a:lnTo>
                    <a:lnTo>
                      <a:pt x="0" y="347"/>
                    </a:lnTo>
                    <a:lnTo>
                      <a:pt x="0" y="347"/>
                    </a:lnTo>
                    <a:cubicBezTo>
                      <a:pt x="0" y="471"/>
                      <a:pt x="100" y="570"/>
                      <a:pt x="223" y="57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9FA49C28-5EF2-4F74-8605-57E335D2B0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12777" y="9711923"/>
                <a:ext cx="1878542" cy="505266"/>
              </a:xfrm>
              <a:custGeom>
                <a:avLst/>
                <a:gdLst>
                  <a:gd name="connsiteX0" fmla="*/ 0 w 1878542"/>
                  <a:gd name="connsiteY0" fmla="*/ 5442 h 505266"/>
                  <a:gd name="connsiteX1" fmla="*/ 142478 w 1878542"/>
                  <a:gd name="connsiteY1" fmla="*/ 148211 h 505266"/>
                  <a:gd name="connsiteX2" fmla="*/ 1878542 w 1878542"/>
                  <a:gd name="connsiteY2" fmla="*/ 148211 h 505266"/>
                  <a:gd name="connsiteX3" fmla="*/ 1878542 w 1878542"/>
                  <a:gd name="connsiteY3" fmla="*/ 505266 h 505266"/>
                  <a:gd name="connsiteX4" fmla="*/ 198350 w 1878542"/>
                  <a:gd name="connsiteY4" fmla="*/ 505266 h 505266"/>
                  <a:gd name="connsiteX5" fmla="*/ 0 w 1878542"/>
                  <a:gd name="connsiteY5" fmla="*/ 307591 h 505266"/>
                  <a:gd name="connsiteX6" fmla="*/ 0 w 1878542"/>
                  <a:gd name="connsiteY6" fmla="*/ 0 h 505266"/>
                  <a:gd name="connsiteX7" fmla="*/ 1100 w 1878542"/>
                  <a:gd name="connsiteY7" fmla="*/ 0 h 505266"/>
                  <a:gd name="connsiteX8" fmla="*/ 0 w 1878542"/>
                  <a:gd name="connsiteY8" fmla="*/ 5442 h 5052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78542" h="505266">
                    <a:moveTo>
                      <a:pt x="0" y="5442"/>
                    </a:moveTo>
                    <a:cubicBezTo>
                      <a:pt x="0" y="84364"/>
                      <a:pt x="64115" y="148211"/>
                      <a:pt x="142478" y="148211"/>
                    </a:cubicBezTo>
                    <a:lnTo>
                      <a:pt x="1878542" y="148211"/>
                    </a:lnTo>
                    <a:lnTo>
                      <a:pt x="1878542" y="505266"/>
                    </a:lnTo>
                    <a:lnTo>
                      <a:pt x="198350" y="505266"/>
                    </a:lnTo>
                    <a:cubicBezTo>
                      <a:pt x="88946" y="505266"/>
                      <a:pt x="0" y="417509"/>
                      <a:pt x="0" y="307591"/>
                    </a:cubicBezTo>
                    <a:close/>
                    <a:moveTo>
                      <a:pt x="0" y="0"/>
                    </a:moveTo>
                    <a:lnTo>
                      <a:pt x="1100" y="0"/>
                    </a:lnTo>
                    <a:lnTo>
                      <a:pt x="0" y="5442"/>
                    </a:lnTo>
                    <a:close/>
                  </a:path>
                </a:pathLst>
              </a:custGeom>
              <a:solidFill>
                <a:srgbClr val="111340">
                  <a:alpha val="50000"/>
                </a:srgbClr>
              </a:solidFill>
              <a:ln>
                <a:noFill/>
              </a:ln>
              <a:effectLst/>
            </p:spPr>
            <p:txBody>
              <a:bodyPr wrap="square" anchor="ctr">
                <a:noAutofit/>
              </a:bodyPr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76" name="Freeform 9">
                <a:extLst>
                  <a:ext uri="{FF2B5EF4-FFF2-40B4-BE49-F238E27FC236}">
                    <a16:creationId xmlns:a16="http://schemas.microsoft.com/office/drawing/2014/main" id="{AB7F624B-D3BA-4F80-BF7F-59CCC48DB9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87394" y="8683040"/>
                <a:ext cx="3260556" cy="2542527"/>
              </a:xfrm>
              <a:custGeom>
                <a:avLst/>
                <a:gdLst>
                  <a:gd name="T0" fmla="*/ 3657 w 3663"/>
                  <a:gd name="T1" fmla="*/ 1177 h 2859"/>
                  <a:gd name="T2" fmla="*/ 3657 w 3663"/>
                  <a:gd name="T3" fmla="*/ 1177 h 2859"/>
                  <a:gd name="T4" fmla="*/ 3119 w 3663"/>
                  <a:gd name="T5" fmla="*/ 414 h 2859"/>
                  <a:gd name="T6" fmla="*/ 3119 w 3663"/>
                  <a:gd name="T7" fmla="*/ 414 h 2859"/>
                  <a:gd name="T8" fmla="*/ 537 w 3663"/>
                  <a:gd name="T9" fmla="*/ 414 h 2859"/>
                  <a:gd name="T10" fmla="*/ 537 w 3663"/>
                  <a:gd name="T11" fmla="*/ 414 h 2859"/>
                  <a:gd name="T12" fmla="*/ 5 w 3663"/>
                  <a:gd name="T13" fmla="*/ 1158 h 2859"/>
                  <a:gd name="T14" fmla="*/ 5 w 3663"/>
                  <a:gd name="T15" fmla="*/ 1158 h 2859"/>
                  <a:gd name="T16" fmla="*/ 5 w 3663"/>
                  <a:gd name="T17" fmla="*/ 1156 h 2859"/>
                  <a:gd name="T18" fmla="*/ 4 w 3663"/>
                  <a:gd name="T19" fmla="*/ 1737 h 2859"/>
                  <a:gd name="T20" fmla="*/ 4 w 3663"/>
                  <a:gd name="T21" fmla="*/ 1737 h 2859"/>
                  <a:gd name="T22" fmla="*/ 1225 w 3663"/>
                  <a:gd name="T23" fmla="*/ 2740 h 2859"/>
                  <a:gd name="T24" fmla="*/ 1225 w 3663"/>
                  <a:gd name="T25" fmla="*/ 2740 h 2859"/>
                  <a:gd name="T26" fmla="*/ 3049 w 3663"/>
                  <a:gd name="T27" fmla="*/ 2533 h 2859"/>
                  <a:gd name="T28" fmla="*/ 3049 w 3663"/>
                  <a:gd name="T29" fmla="*/ 2533 h 2859"/>
                  <a:gd name="T30" fmla="*/ 3656 w 3663"/>
                  <a:gd name="T31" fmla="*/ 1749 h 2859"/>
                  <a:gd name="T32" fmla="*/ 3657 w 3663"/>
                  <a:gd name="T33" fmla="*/ 1166 h 2859"/>
                  <a:gd name="T34" fmla="*/ 3657 w 3663"/>
                  <a:gd name="T35" fmla="*/ 1166 h 2859"/>
                  <a:gd name="T36" fmla="*/ 3657 w 3663"/>
                  <a:gd name="T37" fmla="*/ 1177 h 28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663" h="2859">
                    <a:moveTo>
                      <a:pt x="3657" y="1177"/>
                    </a:moveTo>
                    <a:lnTo>
                      <a:pt x="3657" y="1177"/>
                    </a:lnTo>
                    <a:cubicBezTo>
                      <a:pt x="3662" y="901"/>
                      <a:pt x="3483" y="623"/>
                      <a:pt x="3119" y="414"/>
                    </a:cubicBezTo>
                    <a:lnTo>
                      <a:pt x="3119" y="414"/>
                    </a:lnTo>
                    <a:cubicBezTo>
                      <a:pt x="2403" y="0"/>
                      <a:pt x="1247" y="0"/>
                      <a:pt x="537" y="414"/>
                    </a:cubicBezTo>
                    <a:lnTo>
                      <a:pt x="537" y="414"/>
                    </a:lnTo>
                    <a:cubicBezTo>
                      <a:pt x="182" y="619"/>
                      <a:pt x="5" y="889"/>
                      <a:pt x="5" y="1158"/>
                    </a:cubicBezTo>
                    <a:lnTo>
                      <a:pt x="5" y="1158"/>
                    </a:lnTo>
                    <a:cubicBezTo>
                      <a:pt x="5" y="1158"/>
                      <a:pt x="5" y="1157"/>
                      <a:pt x="5" y="1156"/>
                    </a:cubicBezTo>
                    <a:lnTo>
                      <a:pt x="4" y="1737"/>
                    </a:lnTo>
                    <a:lnTo>
                      <a:pt x="4" y="1737"/>
                    </a:lnTo>
                    <a:cubicBezTo>
                      <a:pt x="0" y="2280"/>
                      <a:pt x="691" y="2640"/>
                      <a:pt x="1225" y="2740"/>
                    </a:cubicBezTo>
                    <a:lnTo>
                      <a:pt x="1225" y="2740"/>
                    </a:lnTo>
                    <a:cubicBezTo>
                      <a:pt x="1826" y="2858"/>
                      <a:pt x="2497" y="2811"/>
                      <a:pt x="3049" y="2533"/>
                    </a:cubicBezTo>
                    <a:lnTo>
                      <a:pt x="3049" y="2533"/>
                    </a:lnTo>
                    <a:cubicBezTo>
                      <a:pt x="3349" y="2379"/>
                      <a:pt x="3653" y="2110"/>
                      <a:pt x="3656" y="1749"/>
                    </a:cubicBezTo>
                    <a:lnTo>
                      <a:pt x="3657" y="1166"/>
                    </a:lnTo>
                    <a:lnTo>
                      <a:pt x="3657" y="1166"/>
                    </a:lnTo>
                    <a:cubicBezTo>
                      <a:pt x="3657" y="1170"/>
                      <a:pt x="3657" y="1173"/>
                      <a:pt x="3657" y="117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77" name="Freeform 10">
                <a:extLst>
                  <a:ext uri="{FF2B5EF4-FFF2-40B4-BE49-F238E27FC236}">
                    <a16:creationId xmlns:a16="http://schemas.microsoft.com/office/drawing/2014/main" id="{FC734F17-65E2-4ED7-B3C7-5E4489614D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87394" y="9711037"/>
                <a:ext cx="3256631" cy="1514530"/>
              </a:xfrm>
              <a:custGeom>
                <a:avLst/>
                <a:gdLst>
                  <a:gd name="T0" fmla="*/ 3657 w 3658"/>
                  <a:gd name="T1" fmla="*/ 31 h 1703"/>
                  <a:gd name="T2" fmla="*/ 3657 w 3658"/>
                  <a:gd name="T3" fmla="*/ 31 h 1703"/>
                  <a:gd name="T4" fmla="*/ 2494 w 3658"/>
                  <a:gd name="T5" fmla="*/ 992 h 1703"/>
                  <a:gd name="T6" fmla="*/ 2494 w 3658"/>
                  <a:gd name="T7" fmla="*/ 992 h 1703"/>
                  <a:gd name="T8" fmla="*/ 1227 w 3658"/>
                  <a:gd name="T9" fmla="*/ 1003 h 1703"/>
                  <a:gd name="T10" fmla="*/ 1227 w 3658"/>
                  <a:gd name="T11" fmla="*/ 1003 h 1703"/>
                  <a:gd name="T12" fmla="*/ 5 w 3658"/>
                  <a:gd name="T13" fmla="*/ 0 h 1703"/>
                  <a:gd name="T14" fmla="*/ 4 w 3658"/>
                  <a:gd name="T15" fmla="*/ 581 h 1703"/>
                  <a:gd name="T16" fmla="*/ 4 w 3658"/>
                  <a:gd name="T17" fmla="*/ 581 h 1703"/>
                  <a:gd name="T18" fmla="*/ 1225 w 3658"/>
                  <a:gd name="T19" fmla="*/ 1584 h 1703"/>
                  <a:gd name="T20" fmla="*/ 1225 w 3658"/>
                  <a:gd name="T21" fmla="*/ 1584 h 1703"/>
                  <a:gd name="T22" fmla="*/ 3049 w 3658"/>
                  <a:gd name="T23" fmla="*/ 1377 h 1703"/>
                  <a:gd name="T24" fmla="*/ 3049 w 3658"/>
                  <a:gd name="T25" fmla="*/ 1377 h 1703"/>
                  <a:gd name="T26" fmla="*/ 3656 w 3658"/>
                  <a:gd name="T27" fmla="*/ 593 h 1703"/>
                  <a:gd name="T28" fmla="*/ 3657 w 3658"/>
                  <a:gd name="T29" fmla="*/ 10 h 1703"/>
                  <a:gd name="T30" fmla="*/ 3657 w 3658"/>
                  <a:gd name="T31" fmla="*/ 10 h 1703"/>
                  <a:gd name="T32" fmla="*/ 3657 w 3658"/>
                  <a:gd name="T33" fmla="*/ 31 h 17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658" h="1703">
                    <a:moveTo>
                      <a:pt x="3657" y="31"/>
                    </a:moveTo>
                    <a:lnTo>
                      <a:pt x="3657" y="31"/>
                    </a:lnTo>
                    <a:cubicBezTo>
                      <a:pt x="3625" y="585"/>
                      <a:pt x="2970" y="888"/>
                      <a:pt x="2494" y="992"/>
                    </a:cubicBezTo>
                    <a:lnTo>
                      <a:pt x="2494" y="992"/>
                    </a:lnTo>
                    <a:cubicBezTo>
                      <a:pt x="2079" y="1084"/>
                      <a:pt x="1644" y="1086"/>
                      <a:pt x="1227" y="1003"/>
                    </a:cubicBezTo>
                    <a:lnTo>
                      <a:pt x="1227" y="1003"/>
                    </a:lnTo>
                    <a:cubicBezTo>
                      <a:pt x="693" y="903"/>
                      <a:pt x="1" y="544"/>
                      <a:pt x="5" y="0"/>
                    </a:cubicBezTo>
                    <a:lnTo>
                      <a:pt x="4" y="581"/>
                    </a:lnTo>
                    <a:lnTo>
                      <a:pt x="4" y="581"/>
                    </a:lnTo>
                    <a:cubicBezTo>
                      <a:pt x="0" y="1124"/>
                      <a:pt x="691" y="1484"/>
                      <a:pt x="1225" y="1584"/>
                    </a:cubicBezTo>
                    <a:lnTo>
                      <a:pt x="1225" y="1584"/>
                    </a:lnTo>
                    <a:cubicBezTo>
                      <a:pt x="1826" y="1702"/>
                      <a:pt x="2497" y="1655"/>
                      <a:pt x="3049" y="1377"/>
                    </a:cubicBezTo>
                    <a:lnTo>
                      <a:pt x="3049" y="1377"/>
                    </a:lnTo>
                    <a:cubicBezTo>
                      <a:pt x="3349" y="1223"/>
                      <a:pt x="3653" y="954"/>
                      <a:pt x="3656" y="593"/>
                    </a:cubicBezTo>
                    <a:lnTo>
                      <a:pt x="3657" y="10"/>
                    </a:lnTo>
                    <a:lnTo>
                      <a:pt x="3657" y="10"/>
                    </a:lnTo>
                    <a:cubicBezTo>
                      <a:pt x="3657" y="17"/>
                      <a:pt x="3657" y="24"/>
                      <a:pt x="3657" y="31"/>
                    </a:cubicBezTo>
                  </a:path>
                </a:pathLst>
              </a:custGeom>
              <a:solidFill>
                <a:srgbClr val="111340">
                  <a:alpha val="30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78" name="Freeform 11">
                <a:extLst>
                  <a:ext uri="{FF2B5EF4-FFF2-40B4-BE49-F238E27FC236}">
                    <a16:creationId xmlns:a16="http://schemas.microsoft.com/office/drawing/2014/main" id="{3204DF9B-4376-4C47-86CB-27F46D398C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11888" y="9573710"/>
                <a:ext cx="1902973" cy="286425"/>
              </a:xfrm>
              <a:custGeom>
                <a:avLst/>
                <a:gdLst>
                  <a:gd name="T0" fmla="*/ 160 w 2137"/>
                  <a:gd name="T1" fmla="*/ 322 h 323"/>
                  <a:gd name="T2" fmla="*/ 2136 w 2137"/>
                  <a:gd name="T3" fmla="*/ 322 h 323"/>
                  <a:gd name="T4" fmla="*/ 2136 w 2137"/>
                  <a:gd name="T5" fmla="*/ 0 h 323"/>
                  <a:gd name="T6" fmla="*/ 160 w 2137"/>
                  <a:gd name="T7" fmla="*/ 0 h 323"/>
                  <a:gd name="T8" fmla="*/ 160 w 2137"/>
                  <a:gd name="T9" fmla="*/ 0 h 323"/>
                  <a:gd name="T10" fmla="*/ 0 w 2137"/>
                  <a:gd name="T11" fmla="*/ 161 h 323"/>
                  <a:gd name="T12" fmla="*/ 0 w 2137"/>
                  <a:gd name="T13" fmla="*/ 161 h 323"/>
                  <a:gd name="T14" fmla="*/ 0 w 2137"/>
                  <a:gd name="T15" fmla="*/ 161 h 323"/>
                  <a:gd name="T16" fmla="*/ 160 w 2137"/>
                  <a:gd name="T17" fmla="*/ 322 h 3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137" h="323">
                    <a:moveTo>
                      <a:pt x="160" y="322"/>
                    </a:moveTo>
                    <a:lnTo>
                      <a:pt x="2136" y="322"/>
                    </a:lnTo>
                    <a:lnTo>
                      <a:pt x="2136" y="0"/>
                    </a:lnTo>
                    <a:lnTo>
                      <a:pt x="160" y="0"/>
                    </a:lnTo>
                    <a:lnTo>
                      <a:pt x="160" y="0"/>
                    </a:lnTo>
                    <a:cubicBezTo>
                      <a:pt x="72" y="0"/>
                      <a:pt x="0" y="72"/>
                      <a:pt x="0" y="161"/>
                    </a:cubicBezTo>
                    <a:lnTo>
                      <a:pt x="0" y="161"/>
                    </a:lnTo>
                    <a:lnTo>
                      <a:pt x="0" y="161"/>
                    </a:lnTo>
                    <a:cubicBezTo>
                      <a:pt x="0" y="250"/>
                      <a:pt x="72" y="322"/>
                      <a:pt x="160" y="322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122D9D28-D921-4791-85C9-F685D4F776D9}"/>
                </a:ext>
              </a:extLst>
            </p:cNvPr>
            <p:cNvGrpSpPr/>
            <p:nvPr/>
          </p:nvGrpSpPr>
          <p:grpSpPr>
            <a:xfrm>
              <a:off x="11311888" y="5104669"/>
              <a:ext cx="5136062" cy="2542527"/>
              <a:chOff x="11311888" y="5104669"/>
              <a:chExt cx="5136062" cy="2542527"/>
            </a:xfrm>
          </p:grpSpPr>
          <p:sp>
            <p:nvSpPr>
              <p:cNvPr id="69" name="Freeform 12">
                <a:extLst>
                  <a:ext uri="{FF2B5EF4-FFF2-40B4-BE49-F238E27FC236}">
                    <a16:creationId xmlns:a16="http://schemas.microsoft.com/office/drawing/2014/main" id="{DA69B5DA-239C-49B6-8C56-EDD8B1E33E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11888" y="6132666"/>
                <a:ext cx="1879431" cy="506152"/>
              </a:xfrm>
              <a:custGeom>
                <a:avLst/>
                <a:gdLst>
                  <a:gd name="T0" fmla="*/ 223 w 2113"/>
                  <a:gd name="T1" fmla="*/ 570 h 571"/>
                  <a:gd name="T2" fmla="*/ 2112 w 2113"/>
                  <a:gd name="T3" fmla="*/ 570 h 571"/>
                  <a:gd name="T4" fmla="*/ 2112 w 2113"/>
                  <a:gd name="T5" fmla="*/ 0 h 571"/>
                  <a:gd name="T6" fmla="*/ 0 w 2113"/>
                  <a:gd name="T7" fmla="*/ 0 h 571"/>
                  <a:gd name="T8" fmla="*/ 0 w 2113"/>
                  <a:gd name="T9" fmla="*/ 348 h 571"/>
                  <a:gd name="T10" fmla="*/ 0 w 2113"/>
                  <a:gd name="T11" fmla="*/ 348 h 571"/>
                  <a:gd name="T12" fmla="*/ 223 w 2113"/>
                  <a:gd name="T13" fmla="*/ 570 h 5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13" h="571">
                    <a:moveTo>
                      <a:pt x="223" y="570"/>
                    </a:moveTo>
                    <a:lnTo>
                      <a:pt x="2112" y="570"/>
                    </a:lnTo>
                    <a:lnTo>
                      <a:pt x="2112" y="0"/>
                    </a:lnTo>
                    <a:lnTo>
                      <a:pt x="0" y="0"/>
                    </a:lnTo>
                    <a:lnTo>
                      <a:pt x="0" y="348"/>
                    </a:lnTo>
                    <a:lnTo>
                      <a:pt x="0" y="348"/>
                    </a:lnTo>
                    <a:cubicBezTo>
                      <a:pt x="0" y="471"/>
                      <a:pt x="100" y="570"/>
                      <a:pt x="223" y="57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2110958D-5BD1-47C0-9045-05A0E2FDFB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12777" y="6132666"/>
                <a:ext cx="1878542" cy="505266"/>
              </a:xfrm>
              <a:custGeom>
                <a:avLst/>
                <a:gdLst>
                  <a:gd name="connsiteX0" fmla="*/ 0 w 1878542"/>
                  <a:gd name="connsiteY0" fmla="*/ 5442 h 505266"/>
                  <a:gd name="connsiteX1" fmla="*/ 142478 w 1878542"/>
                  <a:gd name="connsiteY1" fmla="*/ 148211 h 505266"/>
                  <a:gd name="connsiteX2" fmla="*/ 1878542 w 1878542"/>
                  <a:gd name="connsiteY2" fmla="*/ 148211 h 505266"/>
                  <a:gd name="connsiteX3" fmla="*/ 1878542 w 1878542"/>
                  <a:gd name="connsiteY3" fmla="*/ 505266 h 505266"/>
                  <a:gd name="connsiteX4" fmla="*/ 198350 w 1878542"/>
                  <a:gd name="connsiteY4" fmla="*/ 505266 h 505266"/>
                  <a:gd name="connsiteX5" fmla="*/ 0 w 1878542"/>
                  <a:gd name="connsiteY5" fmla="*/ 308478 h 505266"/>
                  <a:gd name="connsiteX6" fmla="*/ 0 w 1878542"/>
                  <a:gd name="connsiteY6" fmla="*/ 0 h 505266"/>
                  <a:gd name="connsiteX7" fmla="*/ 1100 w 1878542"/>
                  <a:gd name="connsiteY7" fmla="*/ 0 h 505266"/>
                  <a:gd name="connsiteX8" fmla="*/ 0 w 1878542"/>
                  <a:gd name="connsiteY8" fmla="*/ 5442 h 5052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78542" h="505266">
                    <a:moveTo>
                      <a:pt x="0" y="5442"/>
                    </a:moveTo>
                    <a:cubicBezTo>
                      <a:pt x="0" y="84364"/>
                      <a:pt x="64115" y="148211"/>
                      <a:pt x="142478" y="148211"/>
                    </a:cubicBezTo>
                    <a:lnTo>
                      <a:pt x="1878542" y="148211"/>
                    </a:lnTo>
                    <a:lnTo>
                      <a:pt x="1878542" y="505266"/>
                    </a:lnTo>
                    <a:lnTo>
                      <a:pt x="198350" y="505266"/>
                    </a:lnTo>
                    <a:cubicBezTo>
                      <a:pt x="88946" y="505266"/>
                      <a:pt x="0" y="417509"/>
                      <a:pt x="0" y="308478"/>
                    </a:cubicBezTo>
                    <a:close/>
                    <a:moveTo>
                      <a:pt x="0" y="0"/>
                    </a:moveTo>
                    <a:lnTo>
                      <a:pt x="1100" y="0"/>
                    </a:lnTo>
                    <a:lnTo>
                      <a:pt x="0" y="5442"/>
                    </a:lnTo>
                    <a:close/>
                  </a:path>
                </a:pathLst>
              </a:custGeom>
              <a:solidFill>
                <a:srgbClr val="111340">
                  <a:alpha val="50000"/>
                </a:srgbClr>
              </a:solidFill>
              <a:ln>
                <a:noFill/>
              </a:ln>
              <a:effectLst/>
            </p:spPr>
            <p:txBody>
              <a:bodyPr wrap="square" anchor="ctr">
                <a:noAutofit/>
              </a:bodyPr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71" name="Freeform 14">
                <a:extLst>
                  <a:ext uri="{FF2B5EF4-FFF2-40B4-BE49-F238E27FC236}">
                    <a16:creationId xmlns:a16="http://schemas.microsoft.com/office/drawing/2014/main" id="{ECF16371-ABD5-48FD-921F-07F8BAD8BA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87394" y="5104669"/>
                <a:ext cx="3260556" cy="2542527"/>
              </a:xfrm>
              <a:custGeom>
                <a:avLst/>
                <a:gdLst>
                  <a:gd name="T0" fmla="*/ 3657 w 3663"/>
                  <a:gd name="T1" fmla="*/ 1177 h 2858"/>
                  <a:gd name="T2" fmla="*/ 3657 w 3663"/>
                  <a:gd name="T3" fmla="*/ 1177 h 2858"/>
                  <a:gd name="T4" fmla="*/ 3119 w 3663"/>
                  <a:gd name="T5" fmla="*/ 414 h 2858"/>
                  <a:gd name="T6" fmla="*/ 3119 w 3663"/>
                  <a:gd name="T7" fmla="*/ 414 h 2858"/>
                  <a:gd name="T8" fmla="*/ 537 w 3663"/>
                  <a:gd name="T9" fmla="*/ 414 h 2858"/>
                  <a:gd name="T10" fmla="*/ 537 w 3663"/>
                  <a:gd name="T11" fmla="*/ 414 h 2858"/>
                  <a:gd name="T12" fmla="*/ 5 w 3663"/>
                  <a:gd name="T13" fmla="*/ 1159 h 2858"/>
                  <a:gd name="T14" fmla="*/ 5 w 3663"/>
                  <a:gd name="T15" fmla="*/ 1159 h 2858"/>
                  <a:gd name="T16" fmla="*/ 5 w 3663"/>
                  <a:gd name="T17" fmla="*/ 1156 h 2858"/>
                  <a:gd name="T18" fmla="*/ 4 w 3663"/>
                  <a:gd name="T19" fmla="*/ 1738 h 2858"/>
                  <a:gd name="T20" fmla="*/ 4 w 3663"/>
                  <a:gd name="T21" fmla="*/ 1738 h 2858"/>
                  <a:gd name="T22" fmla="*/ 1225 w 3663"/>
                  <a:gd name="T23" fmla="*/ 2739 h 2858"/>
                  <a:gd name="T24" fmla="*/ 1225 w 3663"/>
                  <a:gd name="T25" fmla="*/ 2739 h 2858"/>
                  <a:gd name="T26" fmla="*/ 3049 w 3663"/>
                  <a:gd name="T27" fmla="*/ 2532 h 2858"/>
                  <a:gd name="T28" fmla="*/ 3049 w 3663"/>
                  <a:gd name="T29" fmla="*/ 2532 h 2858"/>
                  <a:gd name="T30" fmla="*/ 3656 w 3663"/>
                  <a:gd name="T31" fmla="*/ 1748 h 2858"/>
                  <a:gd name="T32" fmla="*/ 3657 w 3663"/>
                  <a:gd name="T33" fmla="*/ 1166 h 2858"/>
                  <a:gd name="T34" fmla="*/ 3657 w 3663"/>
                  <a:gd name="T35" fmla="*/ 1166 h 2858"/>
                  <a:gd name="T36" fmla="*/ 3657 w 3663"/>
                  <a:gd name="T37" fmla="*/ 1177 h 28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663" h="2858">
                    <a:moveTo>
                      <a:pt x="3657" y="1177"/>
                    </a:moveTo>
                    <a:lnTo>
                      <a:pt x="3657" y="1177"/>
                    </a:lnTo>
                    <a:cubicBezTo>
                      <a:pt x="3662" y="901"/>
                      <a:pt x="3483" y="624"/>
                      <a:pt x="3119" y="414"/>
                    </a:cubicBezTo>
                    <a:lnTo>
                      <a:pt x="3119" y="414"/>
                    </a:lnTo>
                    <a:cubicBezTo>
                      <a:pt x="2403" y="0"/>
                      <a:pt x="1247" y="0"/>
                      <a:pt x="537" y="414"/>
                    </a:cubicBezTo>
                    <a:lnTo>
                      <a:pt x="537" y="414"/>
                    </a:lnTo>
                    <a:cubicBezTo>
                      <a:pt x="182" y="619"/>
                      <a:pt x="5" y="889"/>
                      <a:pt x="5" y="1159"/>
                    </a:cubicBezTo>
                    <a:lnTo>
                      <a:pt x="5" y="1159"/>
                    </a:lnTo>
                    <a:cubicBezTo>
                      <a:pt x="5" y="1158"/>
                      <a:pt x="5" y="1157"/>
                      <a:pt x="5" y="1156"/>
                    </a:cubicBezTo>
                    <a:lnTo>
                      <a:pt x="4" y="1738"/>
                    </a:lnTo>
                    <a:lnTo>
                      <a:pt x="4" y="1738"/>
                    </a:lnTo>
                    <a:cubicBezTo>
                      <a:pt x="0" y="2280"/>
                      <a:pt x="691" y="2641"/>
                      <a:pt x="1225" y="2739"/>
                    </a:cubicBezTo>
                    <a:lnTo>
                      <a:pt x="1225" y="2739"/>
                    </a:lnTo>
                    <a:cubicBezTo>
                      <a:pt x="1826" y="2857"/>
                      <a:pt x="2497" y="2810"/>
                      <a:pt x="3049" y="2532"/>
                    </a:cubicBezTo>
                    <a:lnTo>
                      <a:pt x="3049" y="2532"/>
                    </a:lnTo>
                    <a:cubicBezTo>
                      <a:pt x="3349" y="2378"/>
                      <a:pt x="3653" y="2109"/>
                      <a:pt x="3656" y="1748"/>
                    </a:cubicBezTo>
                    <a:lnTo>
                      <a:pt x="3657" y="1166"/>
                    </a:lnTo>
                    <a:lnTo>
                      <a:pt x="3657" y="1166"/>
                    </a:lnTo>
                    <a:cubicBezTo>
                      <a:pt x="3657" y="1170"/>
                      <a:pt x="3657" y="1173"/>
                      <a:pt x="3657" y="1177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72" name="Freeform 15">
                <a:extLst>
                  <a:ext uri="{FF2B5EF4-FFF2-40B4-BE49-F238E27FC236}">
                    <a16:creationId xmlns:a16="http://schemas.microsoft.com/office/drawing/2014/main" id="{84255B43-284A-49BA-8B25-3FFC4A6E7D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87394" y="6132666"/>
                <a:ext cx="3256631" cy="1514530"/>
              </a:xfrm>
              <a:custGeom>
                <a:avLst/>
                <a:gdLst>
                  <a:gd name="T0" fmla="*/ 3657 w 3658"/>
                  <a:gd name="T1" fmla="*/ 31 h 1702"/>
                  <a:gd name="T2" fmla="*/ 3657 w 3658"/>
                  <a:gd name="T3" fmla="*/ 31 h 1702"/>
                  <a:gd name="T4" fmla="*/ 2494 w 3658"/>
                  <a:gd name="T5" fmla="*/ 991 h 1702"/>
                  <a:gd name="T6" fmla="*/ 2494 w 3658"/>
                  <a:gd name="T7" fmla="*/ 991 h 1702"/>
                  <a:gd name="T8" fmla="*/ 1227 w 3658"/>
                  <a:gd name="T9" fmla="*/ 1002 h 1702"/>
                  <a:gd name="T10" fmla="*/ 1227 w 3658"/>
                  <a:gd name="T11" fmla="*/ 1002 h 1702"/>
                  <a:gd name="T12" fmla="*/ 5 w 3658"/>
                  <a:gd name="T13" fmla="*/ 0 h 1702"/>
                  <a:gd name="T14" fmla="*/ 4 w 3658"/>
                  <a:gd name="T15" fmla="*/ 582 h 1702"/>
                  <a:gd name="T16" fmla="*/ 4 w 3658"/>
                  <a:gd name="T17" fmla="*/ 582 h 1702"/>
                  <a:gd name="T18" fmla="*/ 1225 w 3658"/>
                  <a:gd name="T19" fmla="*/ 1583 h 1702"/>
                  <a:gd name="T20" fmla="*/ 1225 w 3658"/>
                  <a:gd name="T21" fmla="*/ 1583 h 1702"/>
                  <a:gd name="T22" fmla="*/ 3049 w 3658"/>
                  <a:gd name="T23" fmla="*/ 1376 h 1702"/>
                  <a:gd name="T24" fmla="*/ 3049 w 3658"/>
                  <a:gd name="T25" fmla="*/ 1376 h 1702"/>
                  <a:gd name="T26" fmla="*/ 3656 w 3658"/>
                  <a:gd name="T27" fmla="*/ 592 h 1702"/>
                  <a:gd name="T28" fmla="*/ 3657 w 3658"/>
                  <a:gd name="T29" fmla="*/ 10 h 1702"/>
                  <a:gd name="T30" fmla="*/ 3657 w 3658"/>
                  <a:gd name="T31" fmla="*/ 10 h 1702"/>
                  <a:gd name="T32" fmla="*/ 3657 w 3658"/>
                  <a:gd name="T33" fmla="*/ 31 h 17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658" h="1702">
                    <a:moveTo>
                      <a:pt x="3657" y="31"/>
                    </a:moveTo>
                    <a:lnTo>
                      <a:pt x="3657" y="31"/>
                    </a:lnTo>
                    <a:cubicBezTo>
                      <a:pt x="3625" y="585"/>
                      <a:pt x="2970" y="887"/>
                      <a:pt x="2494" y="991"/>
                    </a:cubicBezTo>
                    <a:lnTo>
                      <a:pt x="2494" y="991"/>
                    </a:lnTo>
                    <a:cubicBezTo>
                      <a:pt x="2079" y="1083"/>
                      <a:pt x="1644" y="1085"/>
                      <a:pt x="1227" y="1002"/>
                    </a:cubicBezTo>
                    <a:lnTo>
                      <a:pt x="1227" y="1002"/>
                    </a:lnTo>
                    <a:cubicBezTo>
                      <a:pt x="693" y="903"/>
                      <a:pt x="1" y="544"/>
                      <a:pt x="5" y="0"/>
                    </a:cubicBezTo>
                    <a:lnTo>
                      <a:pt x="4" y="582"/>
                    </a:lnTo>
                    <a:lnTo>
                      <a:pt x="4" y="582"/>
                    </a:lnTo>
                    <a:cubicBezTo>
                      <a:pt x="0" y="1124"/>
                      <a:pt x="691" y="1484"/>
                      <a:pt x="1225" y="1583"/>
                    </a:cubicBezTo>
                    <a:lnTo>
                      <a:pt x="1225" y="1583"/>
                    </a:lnTo>
                    <a:cubicBezTo>
                      <a:pt x="1826" y="1701"/>
                      <a:pt x="2497" y="1654"/>
                      <a:pt x="3049" y="1376"/>
                    </a:cubicBezTo>
                    <a:lnTo>
                      <a:pt x="3049" y="1376"/>
                    </a:lnTo>
                    <a:cubicBezTo>
                      <a:pt x="3349" y="1222"/>
                      <a:pt x="3653" y="953"/>
                      <a:pt x="3656" y="592"/>
                    </a:cubicBezTo>
                    <a:lnTo>
                      <a:pt x="3657" y="10"/>
                    </a:lnTo>
                    <a:lnTo>
                      <a:pt x="3657" y="10"/>
                    </a:lnTo>
                    <a:cubicBezTo>
                      <a:pt x="3657" y="17"/>
                      <a:pt x="3657" y="24"/>
                      <a:pt x="3657" y="31"/>
                    </a:cubicBezTo>
                  </a:path>
                </a:pathLst>
              </a:custGeom>
              <a:solidFill>
                <a:srgbClr val="111340">
                  <a:alpha val="30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73" name="Freeform 16">
                <a:extLst>
                  <a:ext uri="{FF2B5EF4-FFF2-40B4-BE49-F238E27FC236}">
                    <a16:creationId xmlns:a16="http://schemas.microsoft.com/office/drawing/2014/main" id="{475B0DC7-B38B-4ABA-A655-DF1B47C5E2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11888" y="5995339"/>
                <a:ext cx="1902973" cy="286425"/>
              </a:xfrm>
              <a:custGeom>
                <a:avLst/>
                <a:gdLst>
                  <a:gd name="T0" fmla="*/ 160 w 2137"/>
                  <a:gd name="T1" fmla="*/ 322 h 323"/>
                  <a:gd name="T2" fmla="*/ 2136 w 2137"/>
                  <a:gd name="T3" fmla="*/ 322 h 323"/>
                  <a:gd name="T4" fmla="*/ 2136 w 2137"/>
                  <a:gd name="T5" fmla="*/ 0 h 323"/>
                  <a:gd name="T6" fmla="*/ 160 w 2137"/>
                  <a:gd name="T7" fmla="*/ 0 h 323"/>
                  <a:gd name="T8" fmla="*/ 160 w 2137"/>
                  <a:gd name="T9" fmla="*/ 0 h 323"/>
                  <a:gd name="T10" fmla="*/ 0 w 2137"/>
                  <a:gd name="T11" fmla="*/ 161 h 323"/>
                  <a:gd name="T12" fmla="*/ 0 w 2137"/>
                  <a:gd name="T13" fmla="*/ 161 h 323"/>
                  <a:gd name="T14" fmla="*/ 160 w 2137"/>
                  <a:gd name="T15" fmla="*/ 322 h 3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137" h="323">
                    <a:moveTo>
                      <a:pt x="160" y="322"/>
                    </a:moveTo>
                    <a:lnTo>
                      <a:pt x="2136" y="322"/>
                    </a:lnTo>
                    <a:lnTo>
                      <a:pt x="2136" y="0"/>
                    </a:lnTo>
                    <a:lnTo>
                      <a:pt x="160" y="0"/>
                    </a:lnTo>
                    <a:lnTo>
                      <a:pt x="160" y="0"/>
                    </a:lnTo>
                    <a:cubicBezTo>
                      <a:pt x="72" y="0"/>
                      <a:pt x="0" y="72"/>
                      <a:pt x="0" y="161"/>
                    </a:cubicBezTo>
                    <a:lnTo>
                      <a:pt x="0" y="161"/>
                    </a:lnTo>
                    <a:cubicBezTo>
                      <a:pt x="0" y="250"/>
                      <a:pt x="72" y="322"/>
                      <a:pt x="160" y="322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</p:grpSp>
        <p:sp>
          <p:nvSpPr>
            <p:cNvPr id="53" name="Freeform 17">
              <a:extLst>
                <a:ext uri="{FF2B5EF4-FFF2-40B4-BE49-F238E27FC236}">
                  <a16:creationId xmlns:a16="http://schemas.microsoft.com/office/drawing/2014/main" id="{DCF549BB-F2DC-4B44-B3FD-827BA875BE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3523" y="9977845"/>
              <a:ext cx="604242" cy="1530224"/>
            </a:xfrm>
            <a:custGeom>
              <a:avLst/>
              <a:gdLst>
                <a:gd name="T0" fmla="*/ 127 w 679"/>
                <a:gd name="T1" fmla="*/ 1211 h 1719"/>
                <a:gd name="T2" fmla="*/ 551 w 679"/>
                <a:gd name="T3" fmla="*/ 1211 h 1719"/>
                <a:gd name="T4" fmla="*/ 551 w 679"/>
                <a:gd name="T5" fmla="*/ 1373 h 1719"/>
                <a:gd name="T6" fmla="*/ 127 w 679"/>
                <a:gd name="T7" fmla="*/ 1373 h 1719"/>
                <a:gd name="T8" fmla="*/ 127 w 679"/>
                <a:gd name="T9" fmla="*/ 1211 h 1719"/>
                <a:gd name="T10" fmla="*/ 551 w 679"/>
                <a:gd name="T11" fmla="*/ 1085 h 1719"/>
                <a:gd name="T12" fmla="*/ 127 w 679"/>
                <a:gd name="T13" fmla="*/ 1085 h 1719"/>
                <a:gd name="T14" fmla="*/ 127 w 679"/>
                <a:gd name="T15" fmla="*/ 923 h 1719"/>
                <a:gd name="T16" fmla="*/ 551 w 679"/>
                <a:gd name="T17" fmla="*/ 923 h 1719"/>
                <a:gd name="T18" fmla="*/ 551 w 679"/>
                <a:gd name="T19" fmla="*/ 1085 h 1719"/>
                <a:gd name="T20" fmla="*/ 127 w 679"/>
                <a:gd name="T21" fmla="*/ 634 h 1719"/>
                <a:gd name="T22" fmla="*/ 551 w 679"/>
                <a:gd name="T23" fmla="*/ 634 h 1719"/>
                <a:gd name="T24" fmla="*/ 551 w 679"/>
                <a:gd name="T25" fmla="*/ 796 h 1719"/>
                <a:gd name="T26" fmla="*/ 127 w 679"/>
                <a:gd name="T27" fmla="*/ 796 h 1719"/>
                <a:gd name="T28" fmla="*/ 127 w 679"/>
                <a:gd name="T29" fmla="*/ 634 h 1719"/>
                <a:gd name="T30" fmla="*/ 551 w 679"/>
                <a:gd name="T31" fmla="*/ 506 h 1719"/>
                <a:gd name="T32" fmla="*/ 127 w 679"/>
                <a:gd name="T33" fmla="*/ 506 h 1719"/>
                <a:gd name="T34" fmla="*/ 127 w 679"/>
                <a:gd name="T35" fmla="*/ 346 h 1719"/>
                <a:gd name="T36" fmla="*/ 551 w 679"/>
                <a:gd name="T37" fmla="*/ 346 h 1719"/>
                <a:gd name="T38" fmla="*/ 551 w 679"/>
                <a:gd name="T39" fmla="*/ 506 h 1719"/>
                <a:gd name="T40" fmla="*/ 614 w 679"/>
                <a:gd name="T41" fmla="*/ 0 h 1719"/>
                <a:gd name="T42" fmla="*/ 614 w 679"/>
                <a:gd name="T43" fmla="*/ 0 h 1719"/>
                <a:gd name="T44" fmla="*/ 551 w 679"/>
                <a:gd name="T45" fmla="*/ 65 h 1719"/>
                <a:gd name="T46" fmla="*/ 551 w 679"/>
                <a:gd name="T47" fmla="*/ 218 h 1719"/>
                <a:gd name="T48" fmla="*/ 127 w 679"/>
                <a:gd name="T49" fmla="*/ 218 h 1719"/>
                <a:gd name="T50" fmla="*/ 127 w 679"/>
                <a:gd name="T51" fmla="*/ 65 h 1719"/>
                <a:gd name="T52" fmla="*/ 127 w 679"/>
                <a:gd name="T53" fmla="*/ 65 h 1719"/>
                <a:gd name="T54" fmla="*/ 64 w 679"/>
                <a:gd name="T55" fmla="*/ 0 h 1719"/>
                <a:gd name="T56" fmla="*/ 64 w 679"/>
                <a:gd name="T57" fmla="*/ 0 h 1719"/>
                <a:gd name="T58" fmla="*/ 0 w 679"/>
                <a:gd name="T59" fmla="*/ 65 h 1719"/>
                <a:gd name="T60" fmla="*/ 0 w 679"/>
                <a:gd name="T61" fmla="*/ 1654 h 1719"/>
                <a:gd name="T62" fmla="*/ 0 w 679"/>
                <a:gd name="T63" fmla="*/ 1654 h 1719"/>
                <a:gd name="T64" fmla="*/ 64 w 679"/>
                <a:gd name="T65" fmla="*/ 1718 h 1719"/>
                <a:gd name="T66" fmla="*/ 64 w 679"/>
                <a:gd name="T67" fmla="*/ 1718 h 1719"/>
                <a:gd name="T68" fmla="*/ 127 w 679"/>
                <a:gd name="T69" fmla="*/ 1654 h 1719"/>
                <a:gd name="T70" fmla="*/ 127 w 679"/>
                <a:gd name="T71" fmla="*/ 1500 h 1719"/>
                <a:gd name="T72" fmla="*/ 551 w 679"/>
                <a:gd name="T73" fmla="*/ 1500 h 1719"/>
                <a:gd name="T74" fmla="*/ 551 w 679"/>
                <a:gd name="T75" fmla="*/ 1654 h 1719"/>
                <a:gd name="T76" fmla="*/ 551 w 679"/>
                <a:gd name="T77" fmla="*/ 1654 h 1719"/>
                <a:gd name="T78" fmla="*/ 614 w 679"/>
                <a:gd name="T79" fmla="*/ 1718 h 1719"/>
                <a:gd name="T80" fmla="*/ 614 w 679"/>
                <a:gd name="T81" fmla="*/ 1718 h 1719"/>
                <a:gd name="T82" fmla="*/ 678 w 679"/>
                <a:gd name="T83" fmla="*/ 1654 h 1719"/>
                <a:gd name="T84" fmla="*/ 678 w 679"/>
                <a:gd name="T85" fmla="*/ 65 h 1719"/>
                <a:gd name="T86" fmla="*/ 678 w 679"/>
                <a:gd name="T87" fmla="*/ 65 h 1719"/>
                <a:gd name="T88" fmla="*/ 614 w 679"/>
                <a:gd name="T89" fmla="*/ 0 h 17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79" h="1719">
                  <a:moveTo>
                    <a:pt x="127" y="1211"/>
                  </a:moveTo>
                  <a:lnTo>
                    <a:pt x="551" y="1211"/>
                  </a:lnTo>
                  <a:lnTo>
                    <a:pt x="551" y="1373"/>
                  </a:lnTo>
                  <a:lnTo>
                    <a:pt x="127" y="1373"/>
                  </a:lnTo>
                  <a:lnTo>
                    <a:pt x="127" y="1211"/>
                  </a:lnTo>
                  <a:close/>
                  <a:moveTo>
                    <a:pt x="551" y="1085"/>
                  </a:moveTo>
                  <a:lnTo>
                    <a:pt x="127" y="1085"/>
                  </a:lnTo>
                  <a:lnTo>
                    <a:pt x="127" y="923"/>
                  </a:lnTo>
                  <a:lnTo>
                    <a:pt x="551" y="923"/>
                  </a:lnTo>
                  <a:lnTo>
                    <a:pt x="551" y="1085"/>
                  </a:lnTo>
                  <a:close/>
                  <a:moveTo>
                    <a:pt x="127" y="634"/>
                  </a:moveTo>
                  <a:lnTo>
                    <a:pt x="551" y="634"/>
                  </a:lnTo>
                  <a:lnTo>
                    <a:pt x="551" y="796"/>
                  </a:lnTo>
                  <a:lnTo>
                    <a:pt x="127" y="796"/>
                  </a:lnTo>
                  <a:lnTo>
                    <a:pt x="127" y="634"/>
                  </a:lnTo>
                  <a:close/>
                  <a:moveTo>
                    <a:pt x="551" y="506"/>
                  </a:moveTo>
                  <a:lnTo>
                    <a:pt x="127" y="506"/>
                  </a:lnTo>
                  <a:lnTo>
                    <a:pt x="127" y="346"/>
                  </a:lnTo>
                  <a:lnTo>
                    <a:pt x="551" y="346"/>
                  </a:lnTo>
                  <a:lnTo>
                    <a:pt x="551" y="506"/>
                  </a:lnTo>
                  <a:close/>
                  <a:moveTo>
                    <a:pt x="614" y="0"/>
                  </a:moveTo>
                  <a:lnTo>
                    <a:pt x="614" y="0"/>
                  </a:lnTo>
                  <a:cubicBezTo>
                    <a:pt x="579" y="0"/>
                    <a:pt x="551" y="30"/>
                    <a:pt x="551" y="65"/>
                  </a:cubicBezTo>
                  <a:lnTo>
                    <a:pt x="551" y="218"/>
                  </a:lnTo>
                  <a:lnTo>
                    <a:pt x="127" y="218"/>
                  </a:lnTo>
                  <a:lnTo>
                    <a:pt x="127" y="65"/>
                  </a:lnTo>
                  <a:lnTo>
                    <a:pt x="127" y="65"/>
                  </a:lnTo>
                  <a:cubicBezTo>
                    <a:pt x="127" y="30"/>
                    <a:pt x="99" y="0"/>
                    <a:pt x="64" y="0"/>
                  </a:cubicBezTo>
                  <a:lnTo>
                    <a:pt x="64" y="0"/>
                  </a:lnTo>
                  <a:cubicBezTo>
                    <a:pt x="28" y="0"/>
                    <a:pt x="0" y="30"/>
                    <a:pt x="0" y="65"/>
                  </a:cubicBezTo>
                  <a:lnTo>
                    <a:pt x="0" y="1654"/>
                  </a:lnTo>
                  <a:lnTo>
                    <a:pt x="0" y="1654"/>
                  </a:lnTo>
                  <a:cubicBezTo>
                    <a:pt x="0" y="1689"/>
                    <a:pt x="28" y="1718"/>
                    <a:pt x="64" y="1718"/>
                  </a:cubicBezTo>
                  <a:lnTo>
                    <a:pt x="64" y="1718"/>
                  </a:lnTo>
                  <a:cubicBezTo>
                    <a:pt x="99" y="1718"/>
                    <a:pt x="127" y="1689"/>
                    <a:pt x="127" y="1654"/>
                  </a:cubicBezTo>
                  <a:lnTo>
                    <a:pt x="127" y="1500"/>
                  </a:lnTo>
                  <a:lnTo>
                    <a:pt x="551" y="1500"/>
                  </a:lnTo>
                  <a:lnTo>
                    <a:pt x="551" y="1654"/>
                  </a:lnTo>
                  <a:lnTo>
                    <a:pt x="551" y="1654"/>
                  </a:lnTo>
                  <a:cubicBezTo>
                    <a:pt x="551" y="1689"/>
                    <a:pt x="579" y="1718"/>
                    <a:pt x="614" y="1718"/>
                  </a:cubicBezTo>
                  <a:lnTo>
                    <a:pt x="614" y="1718"/>
                  </a:lnTo>
                  <a:cubicBezTo>
                    <a:pt x="649" y="1718"/>
                    <a:pt x="678" y="1689"/>
                    <a:pt x="678" y="1654"/>
                  </a:cubicBezTo>
                  <a:lnTo>
                    <a:pt x="678" y="65"/>
                  </a:lnTo>
                  <a:lnTo>
                    <a:pt x="678" y="65"/>
                  </a:lnTo>
                  <a:cubicBezTo>
                    <a:pt x="678" y="30"/>
                    <a:pt x="649" y="0"/>
                    <a:pt x="61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9AD5EC4A-1288-4314-9B42-A403843DB6E1}"/>
                </a:ext>
              </a:extLst>
            </p:cNvPr>
            <p:cNvGrpSpPr/>
            <p:nvPr/>
          </p:nvGrpSpPr>
          <p:grpSpPr>
            <a:xfrm>
              <a:off x="7933625" y="6893855"/>
              <a:ext cx="5136059" cy="2542527"/>
              <a:chOff x="7933625" y="6893855"/>
              <a:chExt cx="5136059" cy="2542527"/>
            </a:xfrm>
          </p:grpSpPr>
          <p:sp>
            <p:nvSpPr>
              <p:cNvPr id="64" name="Freeform 18">
                <a:extLst>
                  <a:ext uri="{FF2B5EF4-FFF2-40B4-BE49-F238E27FC236}">
                    <a16:creationId xmlns:a16="http://schemas.microsoft.com/office/drawing/2014/main" id="{0CE0D134-E54D-4221-BED0-DA34DE4CC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86331" y="7921851"/>
                <a:ext cx="1879431" cy="510075"/>
              </a:xfrm>
              <a:custGeom>
                <a:avLst/>
                <a:gdLst>
                  <a:gd name="T0" fmla="*/ 1889 w 2114"/>
                  <a:gd name="T1" fmla="*/ 571 h 572"/>
                  <a:gd name="T2" fmla="*/ 0 w 2114"/>
                  <a:gd name="T3" fmla="*/ 571 h 572"/>
                  <a:gd name="T4" fmla="*/ 0 w 2114"/>
                  <a:gd name="T5" fmla="*/ 0 h 572"/>
                  <a:gd name="T6" fmla="*/ 2113 w 2114"/>
                  <a:gd name="T7" fmla="*/ 0 h 572"/>
                  <a:gd name="T8" fmla="*/ 2113 w 2114"/>
                  <a:gd name="T9" fmla="*/ 348 h 572"/>
                  <a:gd name="T10" fmla="*/ 2113 w 2114"/>
                  <a:gd name="T11" fmla="*/ 348 h 572"/>
                  <a:gd name="T12" fmla="*/ 1889 w 2114"/>
                  <a:gd name="T13" fmla="*/ 571 h 5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114" h="572">
                    <a:moveTo>
                      <a:pt x="1889" y="571"/>
                    </a:moveTo>
                    <a:lnTo>
                      <a:pt x="0" y="571"/>
                    </a:lnTo>
                    <a:lnTo>
                      <a:pt x="0" y="0"/>
                    </a:lnTo>
                    <a:lnTo>
                      <a:pt x="2113" y="0"/>
                    </a:lnTo>
                    <a:lnTo>
                      <a:pt x="2113" y="348"/>
                    </a:lnTo>
                    <a:lnTo>
                      <a:pt x="2113" y="348"/>
                    </a:lnTo>
                    <a:cubicBezTo>
                      <a:pt x="2113" y="471"/>
                      <a:pt x="2012" y="571"/>
                      <a:pt x="1889" y="571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83979804-362F-40EB-ABD4-09C76472C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86331" y="7946450"/>
                <a:ext cx="1878542" cy="484584"/>
              </a:xfrm>
              <a:custGeom>
                <a:avLst/>
                <a:gdLst>
                  <a:gd name="connsiteX0" fmla="*/ 1878542 w 1878542"/>
                  <a:gd name="connsiteY0" fmla="*/ 0 h 484584"/>
                  <a:gd name="connsiteX1" fmla="*/ 1878542 w 1878542"/>
                  <a:gd name="connsiteY1" fmla="*/ 285727 h 484584"/>
                  <a:gd name="connsiteX2" fmla="*/ 1679397 w 1878542"/>
                  <a:gd name="connsiteY2" fmla="*/ 484584 h 484584"/>
                  <a:gd name="connsiteX3" fmla="*/ 0 w 1878542"/>
                  <a:gd name="connsiteY3" fmla="*/ 484584 h 484584"/>
                  <a:gd name="connsiteX4" fmla="*/ 0 w 1878542"/>
                  <a:gd name="connsiteY4" fmla="*/ 123613 h 484584"/>
                  <a:gd name="connsiteX5" fmla="*/ 1739094 w 1878542"/>
                  <a:gd name="connsiteY5" fmla="*/ 123613 h 484584"/>
                  <a:gd name="connsiteX6" fmla="*/ 1871081 w 1878542"/>
                  <a:gd name="connsiteY6" fmla="*/ 36447 h 4845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78542" h="484584">
                    <a:moveTo>
                      <a:pt x="1878542" y="0"/>
                    </a:moveTo>
                    <a:lnTo>
                      <a:pt x="1878542" y="285727"/>
                    </a:lnTo>
                    <a:cubicBezTo>
                      <a:pt x="1878542" y="395411"/>
                      <a:pt x="1788749" y="484584"/>
                      <a:pt x="1679397" y="484584"/>
                    </a:cubicBezTo>
                    <a:lnTo>
                      <a:pt x="0" y="484584"/>
                    </a:lnTo>
                    <a:lnTo>
                      <a:pt x="0" y="123613"/>
                    </a:lnTo>
                    <a:lnTo>
                      <a:pt x="1739094" y="123613"/>
                    </a:lnTo>
                    <a:cubicBezTo>
                      <a:pt x="1797866" y="123613"/>
                      <a:pt x="1849125" y="87699"/>
                      <a:pt x="1871081" y="36447"/>
                    </a:cubicBezTo>
                    <a:close/>
                  </a:path>
                </a:pathLst>
              </a:custGeom>
              <a:solidFill>
                <a:srgbClr val="111340">
                  <a:alpha val="50000"/>
                </a:srgbClr>
              </a:solidFill>
              <a:ln>
                <a:noFill/>
              </a:ln>
              <a:effectLst/>
            </p:spPr>
            <p:txBody>
              <a:bodyPr wrap="square" anchor="ctr">
                <a:noAutofit/>
              </a:bodyPr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66" name="Freeform 20">
                <a:extLst>
                  <a:ext uri="{FF2B5EF4-FFF2-40B4-BE49-F238E27FC236}">
                    <a16:creationId xmlns:a16="http://schemas.microsoft.com/office/drawing/2014/main" id="{1B8EC7B2-5313-49D5-A0AB-3785CAB26A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3625" y="6893855"/>
                <a:ext cx="3260554" cy="2542527"/>
              </a:xfrm>
              <a:custGeom>
                <a:avLst/>
                <a:gdLst>
                  <a:gd name="T0" fmla="*/ 5 w 3664"/>
                  <a:gd name="T1" fmla="*/ 1166 h 2859"/>
                  <a:gd name="T2" fmla="*/ 7 w 3664"/>
                  <a:gd name="T3" fmla="*/ 1747 h 2859"/>
                  <a:gd name="T4" fmla="*/ 7 w 3664"/>
                  <a:gd name="T5" fmla="*/ 1747 h 2859"/>
                  <a:gd name="T6" fmla="*/ 614 w 3664"/>
                  <a:gd name="T7" fmla="*/ 2532 h 2859"/>
                  <a:gd name="T8" fmla="*/ 614 w 3664"/>
                  <a:gd name="T9" fmla="*/ 2532 h 2859"/>
                  <a:gd name="T10" fmla="*/ 2437 w 3664"/>
                  <a:gd name="T11" fmla="*/ 2739 h 2859"/>
                  <a:gd name="T12" fmla="*/ 2437 w 3664"/>
                  <a:gd name="T13" fmla="*/ 2739 h 2859"/>
                  <a:gd name="T14" fmla="*/ 3658 w 3664"/>
                  <a:gd name="T15" fmla="*/ 1737 h 2859"/>
                  <a:gd name="T16" fmla="*/ 3657 w 3664"/>
                  <a:gd name="T17" fmla="*/ 1155 h 2859"/>
                  <a:gd name="T18" fmla="*/ 3657 w 3664"/>
                  <a:gd name="T19" fmla="*/ 1155 h 2859"/>
                  <a:gd name="T20" fmla="*/ 3657 w 3664"/>
                  <a:gd name="T21" fmla="*/ 1158 h 2859"/>
                  <a:gd name="T22" fmla="*/ 3657 w 3664"/>
                  <a:gd name="T23" fmla="*/ 1158 h 2859"/>
                  <a:gd name="T24" fmla="*/ 3126 w 3664"/>
                  <a:gd name="T25" fmla="*/ 413 h 2859"/>
                  <a:gd name="T26" fmla="*/ 3126 w 3664"/>
                  <a:gd name="T27" fmla="*/ 413 h 2859"/>
                  <a:gd name="T28" fmla="*/ 544 w 3664"/>
                  <a:gd name="T29" fmla="*/ 413 h 2859"/>
                  <a:gd name="T30" fmla="*/ 544 w 3664"/>
                  <a:gd name="T31" fmla="*/ 413 h 2859"/>
                  <a:gd name="T32" fmla="*/ 5 w 3664"/>
                  <a:gd name="T33" fmla="*/ 1177 h 2859"/>
                  <a:gd name="T34" fmla="*/ 5 w 3664"/>
                  <a:gd name="T35" fmla="*/ 1177 h 2859"/>
                  <a:gd name="T36" fmla="*/ 5 w 3664"/>
                  <a:gd name="T37" fmla="*/ 1166 h 28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664" h="2859">
                    <a:moveTo>
                      <a:pt x="5" y="1166"/>
                    </a:moveTo>
                    <a:lnTo>
                      <a:pt x="7" y="1747"/>
                    </a:lnTo>
                    <a:lnTo>
                      <a:pt x="7" y="1747"/>
                    </a:lnTo>
                    <a:cubicBezTo>
                      <a:pt x="9" y="2110"/>
                      <a:pt x="313" y="2378"/>
                      <a:pt x="614" y="2532"/>
                    </a:cubicBezTo>
                    <a:lnTo>
                      <a:pt x="614" y="2532"/>
                    </a:lnTo>
                    <a:cubicBezTo>
                      <a:pt x="1165" y="2811"/>
                      <a:pt x="1836" y="2858"/>
                      <a:pt x="2437" y="2739"/>
                    </a:cubicBezTo>
                    <a:lnTo>
                      <a:pt x="2437" y="2739"/>
                    </a:lnTo>
                    <a:cubicBezTo>
                      <a:pt x="2971" y="2640"/>
                      <a:pt x="3663" y="2280"/>
                      <a:pt x="3658" y="1737"/>
                    </a:cubicBezTo>
                    <a:lnTo>
                      <a:pt x="3657" y="1155"/>
                    </a:lnTo>
                    <a:lnTo>
                      <a:pt x="3657" y="1155"/>
                    </a:lnTo>
                    <a:cubicBezTo>
                      <a:pt x="3657" y="1157"/>
                      <a:pt x="3657" y="1158"/>
                      <a:pt x="3657" y="1158"/>
                    </a:cubicBezTo>
                    <a:lnTo>
                      <a:pt x="3657" y="1158"/>
                    </a:lnTo>
                    <a:cubicBezTo>
                      <a:pt x="3657" y="888"/>
                      <a:pt x="3480" y="619"/>
                      <a:pt x="3126" y="413"/>
                    </a:cubicBezTo>
                    <a:lnTo>
                      <a:pt x="3126" y="413"/>
                    </a:lnTo>
                    <a:cubicBezTo>
                      <a:pt x="2415" y="0"/>
                      <a:pt x="1260" y="0"/>
                      <a:pt x="544" y="413"/>
                    </a:cubicBezTo>
                    <a:lnTo>
                      <a:pt x="544" y="413"/>
                    </a:lnTo>
                    <a:cubicBezTo>
                      <a:pt x="179" y="623"/>
                      <a:pt x="0" y="901"/>
                      <a:pt x="5" y="1177"/>
                    </a:cubicBezTo>
                    <a:lnTo>
                      <a:pt x="5" y="1177"/>
                    </a:lnTo>
                    <a:cubicBezTo>
                      <a:pt x="5" y="1173"/>
                      <a:pt x="5" y="1170"/>
                      <a:pt x="5" y="1166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67" name="Freeform 21">
                <a:extLst>
                  <a:ext uri="{FF2B5EF4-FFF2-40B4-BE49-F238E27FC236}">
                    <a16:creationId xmlns:a16="http://schemas.microsoft.com/office/drawing/2014/main" id="{5BE6968E-59C3-4D84-9906-F848087B72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37547" y="7921851"/>
                <a:ext cx="3256631" cy="1514530"/>
              </a:xfrm>
              <a:custGeom>
                <a:avLst/>
                <a:gdLst>
                  <a:gd name="T0" fmla="*/ 0 w 3659"/>
                  <a:gd name="T1" fmla="*/ 32 h 1704"/>
                  <a:gd name="T2" fmla="*/ 0 w 3659"/>
                  <a:gd name="T3" fmla="*/ 32 h 1704"/>
                  <a:gd name="T4" fmla="*/ 1163 w 3659"/>
                  <a:gd name="T5" fmla="*/ 992 h 1704"/>
                  <a:gd name="T6" fmla="*/ 1163 w 3659"/>
                  <a:gd name="T7" fmla="*/ 992 h 1704"/>
                  <a:gd name="T8" fmla="*/ 2431 w 3659"/>
                  <a:gd name="T9" fmla="*/ 1003 h 1704"/>
                  <a:gd name="T10" fmla="*/ 2431 w 3659"/>
                  <a:gd name="T11" fmla="*/ 1003 h 1704"/>
                  <a:gd name="T12" fmla="*/ 3652 w 3659"/>
                  <a:gd name="T13" fmla="*/ 0 h 1704"/>
                  <a:gd name="T14" fmla="*/ 3653 w 3659"/>
                  <a:gd name="T15" fmla="*/ 582 h 1704"/>
                  <a:gd name="T16" fmla="*/ 3653 w 3659"/>
                  <a:gd name="T17" fmla="*/ 582 h 1704"/>
                  <a:gd name="T18" fmla="*/ 2432 w 3659"/>
                  <a:gd name="T19" fmla="*/ 1584 h 1704"/>
                  <a:gd name="T20" fmla="*/ 2432 w 3659"/>
                  <a:gd name="T21" fmla="*/ 1584 h 1704"/>
                  <a:gd name="T22" fmla="*/ 609 w 3659"/>
                  <a:gd name="T23" fmla="*/ 1377 h 1704"/>
                  <a:gd name="T24" fmla="*/ 609 w 3659"/>
                  <a:gd name="T25" fmla="*/ 1377 h 1704"/>
                  <a:gd name="T26" fmla="*/ 2 w 3659"/>
                  <a:gd name="T27" fmla="*/ 592 h 1704"/>
                  <a:gd name="T28" fmla="*/ 0 w 3659"/>
                  <a:gd name="T29" fmla="*/ 11 h 1704"/>
                  <a:gd name="T30" fmla="*/ 0 w 3659"/>
                  <a:gd name="T31" fmla="*/ 11 h 1704"/>
                  <a:gd name="T32" fmla="*/ 0 w 3659"/>
                  <a:gd name="T33" fmla="*/ 32 h 17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659" h="1704">
                    <a:moveTo>
                      <a:pt x="0" y="32"/>
                    </a:moveTo>
                    <a:lnTo>
                      <a:pt x="0" y="32"/>
                    </a:lnTo>
                    <a:cubicBezTo>
                      <a:pt x="32" y="586"/>
                      <a:pt x="687" y="889"/>
                      <a:pt x="1163" y="992"/>
                    </a:cubicBezTo>
                    <a:lnTo>
                      <a:pt x="1163" y="992"/>
                    </a:lnTo>
                    <a:cubicBezTo>
                      <a:pt x="1578" y="1084"/>
                      <a:pt x="2014" y="1087"/>
                      <a:pt x="2431" y="1003"/>
                    </a:cubicBezTo>
                    <a:lnTo>
                      <a:pt x="2431" y="1003"/>
                    </a:lnTo>
                    <a:cubicBezTo>
                      <a:pt x="2964" y="903"/>
                      <a:pt x="3656" y="544"/>
                      <a:pt x="3652" y="0"/>
                    </a:cubicBezTo>
                    <a:lnTo>
                      <a:pt x="3653" y="582"/>
                    </a:lnTo>
                    <a:lnTo>
                      <a:pt x="3653" y="582"/>
                    </a:lnTo>
                    <a:cubicBezTo>
                      <a:pt x="3658" y="1125"/>
                      <a:pt x="2966" y="1485"/>
                      <a:pt x="2432" y="1584"/>
                    </a:cubicBezTo>
                    <a:lnTo>
                      <a:pt x="2432" y="1584"/>
                    </a:lnTo>
                    <a:cubicBezTo>
                      <a:pt x="1831" y="1703"/>
                      <a:pt x="1160" y="1656"/>
                      <a:pt x="609" y="1377"/>
                    </a:cubicBezTo>
                    <a:lnTo>
                      <a:pt x="609" y="1377"/>
                    </a:lnTo>
                    <a:cubicBezTo>
                      <a:pt x="308" y="1223"/>
                      <a:pt x="4" y="955"/>
                      <a:pt x="2" y="592"/>
                    </a:cubicBezTo>
                    <a:lnTo>
                      <a:pt x="0" y="11"/>
                    </a:lnTo>
                    <a:lnTo>
                      <a:pt x="0" y="11"/>
                    </a:lnTo>
                    <a:cubicBezTo>
                      <a:pt x="0" y="18"/>
                      <a:pt x="0" y="25"/>
                      <a:pt x="0" y="32"/>
                    </a:cubicBezTo>
                  </a:path>
                </a:pathLst>
              </a:custGeom>
              <a:solidFill>
                <a:srgbClr val="111340">
                  <a:alpha val="30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68" name="Freeform 22">
                <a:extLst>
                  <a:ext uri="{FF2B5EF4-FFF2-40B4-BE49-F238E27FC236}">
                    <a16:creationId xmlns:a16="http://schemas.microsoft.com/office/drawing/2014/main" id="{B4F214E3-2274-4D75-B6EF-7CD2D341D3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66714" y="7784525"/>
                <a:ext cx="1902970" cy="286425"/>
              </a:xfrm>
              <a:custGeom>
                <a:avLst/>
                <a:gdLst>
                  <a:gd name="T0" fmla="*/ 1975 w 2137"/>
                  <a:gd name="T1" fmla="*/ 322 h 323"/>
                  <a:gd name="T2" fmla="*/ 0 w 2137"/>
                  <a:gd name="T3" fmla="*/ 322 h 323"/>
                  <a:gd name="T4" fmla="*/ 0 w 2137"/>
                  <a:gd name="T5" fmla="*/ 0 h 323"/>
                  <a:gd name="T6" fmla="*/ 1975 w 2137"/>
                  <a:gd name="T7" fmla="*/ 0 h 323"/>
                  <a:gd name="T8" fmla="*/ 1975 w 2137"/>
                  <a:gd name="T9" fmla="*/ 0 h 323"/>
                  <a:gd name="T10" fmla="*/ 2136 w 2137"/>
                  <a:gd name="T11" fmla="*/ 161 h 323"/>
                  <a:gd name="T12" fmla="*/ 2136 w 2137"/>
                  <a:gd name="T13" fmla="*/ 161 h 323"/>
                  <a:gd name="T14" fmla="*/ 2136 w 2137"/>
                  <a:gd name="T15" fmla="*/ 161 h 323"/>
                  <a:gd name="T16" fmla="*/ 1975 w 2137"/>
                  <a:gd name="T17" fmla="*/ 322 h 3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137" h="323">
                    <a:moveTo>
                      <a:pt x="1975" y="322"/>
                    </a:moveTo>
                    <a:lnTo>
                      <a:pt x="0" y="322"/>
                    </a:lnTo>
                    <a:lnTo>
                      <a:pt x="0" y="0"/>
                    </a:lnTo>
                    <a:lnTo>
                      <a:pt x="1975" y="0"/>
                    </a:lnTo>
                    <a:lnTo>
                      <a:pt x="1975" y="0"/>
                    </a:lnTo>
                    <a:cubicBezTo>
                      <a:pt x="2063" y="0"/>
                      <a:pt x="2136" y="72"/>
                      <a:pt x="2136" y="161"/>
                    </a:cubicBezTo>
                    <a:lnTo>
                      <a:pt x="2136" y="161"/>
                    </a:lnTo>
                    <a:lnTo>
                      <a:pt x="2136" y="161"/>
                    </a:lnTo>
                    <a:cubicBezTo>
                      <a:pt x="2136" y="250"/>
                      <a:pt x="2063" y="322"/>
                      <a:pt x="1975" y="322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6B58DAEA-EAB9-4882-BC18-E1A5B9DFBD8E}"/>
                </a:ext>
              </a:extLst>
            </p:cNvPr>
            <p:cNvGrpSpPr/>
            <p:nvPr/>
          </p:nvGrpSpPr>
          <p:grpSpPr>
            <a:xfrm>
              <a:off x="14788244" y="3448888"/>
              <a:ext cx="2122697" cy="2652389"/>
              <a:chOff x="14788244" y="3448888"/>
              <a:chExt cx="2122697" cy="2652389"/>
            </a:xfrm>
          </p:grpSpPr>
          <p:sp>
            <p:nvSpPr>
              <p:cNvPr id="58" name="Freeform 23">
                <a:extLst>
                  <a:ext uri="{FF2B5EF4-FFF2-40B4-BE49-F238E27FC236}">
                    <a16:creationId xmlns:a16="http://schemas.microsoft.com/office/drawing/2014/main" id="{DE44082C-5870-49FD-A820-9C23A84D9F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232148" y="3966810"/>
                <a:ext cx="678793" cy="1024074"/>
              </a:xfrm>
              <a:custGeom>
                <a:avLst/>
                <a:gdLst>
                  <a:gd name="T0" fmla="*/ 132 w 764"/>
                  <a:gd name="T1" fmla="*/ 996 h 1153"/>
                  <a:gd name="T2" fmla="*/ 132 w 764"/>
                  <a:gd name="T3" fmla="*/ 996 h 1153"/>
                  <a:gd name="T4" fmla="*/ 763 w 764"/>
                  <a:gd name="T5" fmla="*/ 825 h 1153"/>
                  <a:gd name="T6" fmla="*/ 763 w 764"/>
                  <a:gd name="T7" fmla="*/ 825 h 1153"/>
                  <a:gd name="T8" fmla="*/ 735 w 764"/>
                  <a:gd name="T9" fmla="*/ 0 h 1153"/>
                  <a:gd name="T10" fmla="*/ 735 w 764"/>
                  <a:gd name="T11" fmla="*/ 0 h 1153"/>
                  <a:gd name="T12" fmla="*/ 103 w 764"/>
                  <a:gd name="T13" fmla="*/ 188 h 1153"/>
                  <a:gd name="T14" fmla="*/ 103 w 764"/>
                  <a:gd name="T15" fmla="*/ 188 h 1153"/>
                  <a:gd name="T16" fmla="*/ 132 w 764"/>
                  <a:gd name="T17" fmla="*/ 996 h 1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64" h="1153">
                    <a:moveTo>
                      <a:pt x="132" y="996"/>
                    </a:moveTo>
                    <a:lnTo>
                      <a:pt x="132" y="996"/>
                    </a:lnTo>
                    <a:cubicBezTo>
                      <a:pt x="132" y="996"/>
                      <a:pt x="287" y="1152"/>
                      <a:pt x="763" y="825"/>
                    </a:cubicBezTo>
                    <a:lnTo>
                      <a:pt x="763" y="825"/>
                    </a:lnTo>
                    <a:cubicBezTo>
                      <a:pt x="763" y="825"/>
                      <a:pt x="681" y="404"/>
                      <a:pt x="735" y="0"/>
                    </a:cubicBezTo>
                    <a:lnTo>
                      <a:pt x="735" y="0"/>
                    </a:lnTo>
                    <a:cubicBezTo>
                      <a:pt x="735" y="0"/>
                      <a:pt x="476" y="295"/>
                      <a:pt x="103" y="188"/>
                    </a:cubicBezTo>
                    <a:lnTo>
                      <a:pt x="103" y="188"/>
                    </a:lnTo>
                    <a:cubicBezTo>
                      <a:pt x="103" y="188"/>
                      <a:pt x="0" y="895"/>
                      <a:pt x="132" y="996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59" name="Freeform 24">
                <a:extLst>
                  <a:ext uri="{FF2B5EF4-FFF2-40B4-BE49-F238E27FC236}">
                    <a16:creationId xmlns:a16="http://schemas.microsoft.com/office/drawing/2014/main" id="{52010D6E-5054-4E08-B326-48D1C05D5D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232148" y="3966810"/>
                <a:ext cx="678793" cy="1024074"/>
              </a:xfrm>
              <a:custGeom>
                <a:avLst/>
                <a:gdLst>
                  <a:gd name="T0" fmla="*/ 132 w 764"/>
                  <a:gd name="T1" fmla="*/ 996 h 1153"/>
                  <a:gd name="T2" fmla="*/ 132 w 764"/>
                  <a:gd name="T3" fmla="*/ 996 h 1153"/>
                  <a:gd name="T4" fmla="*/ 763 w 764"/>
                  <a:gd name="T5" fmla="*/ 825 h 1153"/>
                  <a:gd name="T6" fmla="*/ 763 w 764"/>
                  <a:gd name="T7" fmla="*/ 825 h 1153"/>
                  <a:gd name="T8" fmla="*/ 735 w 764"/>
                  <a:gd name="T9" fmla="*/ 0 h 1153"/>
                  <a:gd name="T10" fmla="*/ 735 w 764"/>
                  <a:gd name="T11" fmla="*/ 0 h 1153"/>
                  <a:gd name="T12" fmla="*/ 103 w 764"/>
                  <a:gd name="T13" fmla="*/ 188 h 1153"/>
                  <a:gd name="T14" fmla="*/ 103 w 764"/>
                  <a:gd name="T15" fmla="*/ 188 h 1153"/>
                  <a:gd name="T16" fmla="*/ 132 w 764"/>
                  <a:gd name="T17" fmla="*/ 996 h 1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64" h="1153">
                    <a:moveTo>
                      <a:pt x="132" y="996"/>
                    </a:moveTo>
                    <a:lnTo>
                      <a:pt x="132" y="996"/>
                    </a:lnTo>
                    <a:cubicBezTo>
                      <a:pt x="132" y="996"/>
                      <a:pt x="287" y="1152"/>
                      <a:pt x="763" y="825"/>
                    </a:cubicBezTo>
                    <a:lnTo>
                      <a:pt x="763" y="825"/>
                    </a:lnTo>
                    <a:cubicBezTo>
                      <a:pt x="763" y="825"/>
                      <a:pt x="681" y="404"/>
                      <a:pt x="735" y="0"/>
                    </a:cubicBezTo>
                    <a:lnTo>
                      <a:pt x="735" y="0"/>
                    </a:lnTo>
                    <a:cubicBezTo>
                      <a:pt x="735" y="0"/>
                      <a:pt x="476" y="295"/>
                      <a:pt x="103" y="188"/>
                    </a:cubicBezTo>
                    <a:lnTo>
                      <a:pt x="103" y="188"/>
                    </a:lnTo>
                    <a:cubicBezTo>
                      <a:pt x="103" y="188"/>
                      <a:pt x="0" y="895"/>
                      <a:pt x="132" y="996"/>
                    </a:cubicBezTo>
                  </a:path>
                </a:pathLst>
              </a:custGeom>
              <a:solidFill>
                <a:srgbClr val="111340">
                  <a:alpha val="20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60" name="Freeform 25">
                <a:extLst>
                  <a:ext uri="{FF2B5EF4-FFF2-40B4-BE49-F238E27FC236}">
                    <a16:creationId xmlns:a16="http://schemas.microsoft.com/office/drawing/2014/main" id="{CC91D0D9-BDA1-41A1-ACD3-957D22DAB9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204684" y="4418031"/>
                <a:ext cx="309967" cy="435524"/>
              </a:xfrm>
              <a:custGeom>
                <a:avLst/>
                <a:gdLst>
                  <a:gd name="T0" fmla="*/ 347 w 348"/>
                  <a:gd name="T1" fmla="*/ 88 h 490"/>
                  <a:gd name="T2" fmla="*/ 347 w 348"/>
                  <a:gd name="T3" fmla="*/ 88 h 490"/>
                  <a:gd name="T4" fmla="*/ 163 w 348"/>
                  <a:gd name="T5" fmla="*/ 489 h 490"/>
                  <a:gd name="T6" fmla="*/ 163 w 348"/>
                  <a:gd name="T7" fmla="*/ 489 h 490"/>
                  <a:gd name="T8" fmla="*/ 64 w 348"/>
                  <a:gd name="T9" fmla="*/ 55 h 490"/>
                  <a:gd name="T10" fmla="*/ 64 w 348"/>
                  <a:gd name="T11" fmla="*/ 55 h 490"/>
                  <a:gd name="T12" fmla="*/ 347 w 348"/>
                  <a:gd name="T13" fmla="*/ 88 h 4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48" h="490">
                    <a:moveTo>
                      <a:pt x="347" y="88"/>
                    </a:moveTo>
                    <a:lnTo>
                      <a:pt x="347" y="88"/>
                    </a:lnTo>
                    <a:cubicBezTo>
                      <a:pt x="347" y="88"/>
                      <a:pt x="81" y="252"/>
                      <a:pt x="163" y="489"/>
                    </a:cubicBezTo>
                    <a:lnTo>
                      <a:pt x="163" y="489"/>
                    </a:lnTo>
                    <a:cubicBezTo>
                      <a:pt x="163" y="489"/>
                      <a:pt x="0" y="417"/>
                      <a:pt x="64" y="55"/>
                    </a:cubicBezTo>
                    <a:lnTo>
                      <a:pt x="64" y="55"/>
                    </a:lnTo>
                    <a:cubicBezTo>
                      <a:pt x="64" y="55"/>
                      <a:pt x="213" y="0"/>
                      <a:pt x="347" y="88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61" name="Freeform 26">
                <a:extLst>
                  <a:ext uri="{FF2B5EF4-FFF2-40B4-BE49-F238E27FC236}">
                    <a16:creationId xmlns:a16="http://schemas.microsoft.com/office/drawing/2014/main" id="{6A6DDC26-D5B5-4CE8-A45F-DB45FDC6CC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204684" y="4418031"/>
                <a:ext cx="309967" cy="435524"/>
              </a:xfrm>
              <a:custGeom>
                <a:avLst/>
                <a:gdLst>
                  <a:gd name="T0" fmla="*/ 347 w 348"/>
                  <a:gd name="T1" fmla="*/ 88 h 490"/>
                  <a:gd name="T2" fmla="*/ 347 w 348"/>
                  <a:gd name="T3" fmla="*/ 88 h 490"/>
                  <a:gd name="T4" fmla="*/ 163 w 348"/>
                  <a:gd name="T5" fmla="*/ 489 h 490"/>
                  <a:gd name="T6" fmla="*/ 163 w 348"/>
                  <a:gd name="T7" fmla="*/ 489 h 490"/>
                  <a:gd name="T8" fmla="*/ 64 w 348"/>
                  <a:gd name="T9" fmla="*/ 55 h 490"/>
                  <a:gd name="T10" fmla="*/ 64 w 348"/>
                  <a:gd name="T11" fmla="*/ 55 h 490"/>
                  <a:gd name="T12" fmla="*/ 347 w 348"/>
                  <a:gd name="T13" fmla="*/ 88 h 4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48" h="490">
                    <a:moveTo>
                      <a:pt x="347" y="88"/>
                    </a:moveTo>
                    <a:lnTo>
                      <a:pt x="347" y="88"/>
                    </a:lnTo>
                    <a:cubicBezTo>
                      <a:pt x="347" y="88"/>
                      <a:pt x="81" y="252"/>
                      <a:pt x="163" y="489"/>
                    </a:cubicBezTo>
                    <a:lnTo>
                      <a:pt x="163" y="489"/>
                    </a:lnTo>
                    <a:cubicBezTo>
                      <a:pt x="163" y="489"/>
                      <a:pt x="0" y="417"/>
                      <a:pt x="64" y="55"/>
                    </a:cubicBezTo>
                    <a:lnTo>
                      <a:pt x="64" y="55"/>
                    </a:lnTo>
                    <a:cubicBezTo>
                      <a:pt x="64" y="55"/>
                      <a:pt x="213" y="0"/>
                      <a:pt x="347" y="88"/>
                    </a:cubicBezTo>
                  </a:path>
                </a:pathLst>
              </a:custGeom>
              <a:solidFill>
                <a:srgbClr val="111340">
                  <a:alpha val="40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62" name="Freeform 27">
                <a:extLst>
                  <a:ext uri="{FF2B5EF4-FFF2-40B4-BE49-F238E27FC236}">
                    <a16:creationId xmlns:a16="http://schemas.microsoft.com/office/drawing/2014/main" id="{89A9BF1F-DFCC-4ED0-ABF6-459DE7EFD7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19633" y="3448888"/>
                <a:ext cx="1710712" cy="1126089"/>
              </a:xfrm>
              <a:custGeom>
                <a:avLst/>
                <a:gdLst>
                  <a:gd name="T0" fmla="*/ 13 w 1922"/>
                  <a:gd name="T1" fmla="*/ 132 h 1267"/>
                  <a:gd name="T2" fmla="*/ 13 w 1922"/>
                  <a:gd name="T3" fmla="*/ 132 h 1267"/>
                  <a:gd name="T4" fmla="*/ 1206 w 1922"/>
                  <a:gd name="T5" fmla="*/ 152 h 1267"/>
                  <a:gd name="T6" fmla="*/ 1206 w 1922"/>
                  <a:gd name="T7" fmla="*/ 152 h 1267"/>
                  <a:gd name="T8" fmla="*/ 1847 w 1922"/>
                  <a:gd name="T9" fmla="*/ 87 h 1267"/>
                  <a:gd name="T10" fmla="*/ 1847 w 1922"/>
                  <a:gd name="T11" fmla="*/ 87 h 1267"/>
                  <a:gd name="T12" fmla="*/ 1858 w 1922"/>
                  <a:gd name="T13" fmla="*/ 689 h 1267"/>
                  <a:gd name="T14" fmla="*/ 1858 w 1922"/>
                  <a:gd name="T15" fmla="*/ 689 h 1267"/>
                  <a:gd name="T16" fmla="*/ 1906 w 1922"/>
                  <a:gd name="T17" fmla="*/ 1177 h 1267"/>
                  <a:gd name="T18" fmla="*/ 1906 w 1922"/>
                  <a:gd name="T19" fmla="*/ 1177 h 1267"/>
                  <a:gd name="T20" fmla="*/ 1316 w 1922"/>
                  <a:gd name="T21" fmla="*/ 1148 h 1267"/>
                  <a:gd name="T22" fmla="*/ 1316 w 1922"/>
                  <a:gd name="T23" fmla="*/ 1148 h 1267"/>
                  <a:gd name="T24" fmla="*/ 13 w 1922"/>
                  <a:gd name="T25" fmla="*/ 1220 h 1267"/>
                  <a:gd name="T26" fmla="*/ 13 w 1922"/>
                  <a:gd name="T27" fmla="*/ 1220 h 1267"/>
                  <a:gd name="T28" fmla="*/ 30 w 1922"/>
                  <a:gd name="T29" fmla="*/ 1087 h 1267"/>
                  <a:gd name="T30" fmla="*/ 30 w 1922"/>
                  <a:gd name="T31" fmla="*/ 1087 h 1267"/>
                  <a:gd name="T32" fmla="*/ 295 w 1922"/>
                  <a:gd name="T33" fmla="*/ 665 h 1267"/>
                  <a:gd name="T34" fmla="*/ 295 w 1922"/>
                  <a:gd name="T35" fmla="*/ 665 h 1267"/>
                  <a:gd name="T36" fmla="*/ 13 w 1922"/>
                  <a:gd name="T37" fmla="*/ 132 h 12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922" h="1267">
                    <a:moveTo>
                      <a:pt x="13" y="132"/>
                    </a:moveTo>
                    <a:lnTo>
                      <a:pt x="13" y="132"/>
                    </a:lnTo>
                    <a:cubicBezTo>
                      <a:pt x="13" y="132"/>
                      <a:pt x="568" y="303"/>
                      <a:pt x="1206" y="152"/>
                    </a:cubicBezTo>
                    <a:lnTo>
                      <a:pt x="1206" y="152"/>
                    </a:lnTo>
                    <a:cubicBezTo>
                      <a:pt x="1845" y="0"/>
                      <a:pt x="1847" y="87"/>
                      <a:pt x="1847" y="87"/>
                    </a:cubicBezTo>
                    <a:lnTo>
                      <a:pt x="1847" y="87"/>
                    </a:lnTo>
                    <a:cubicBezTo>
                      <a:pt x="1847" y="87"/>
                      <a:pt x="1796" y="398"/>
                      <a:pt x="1858" y="689"/>
                    </a:cubicBezTo>
                    <a:lnTo>
                      <a:pt x="1858" y="689"/>
                    </a:lnTo>
                    <a:cubicBezTo>
                      <a:pt x="1921" y="988"/>
                      <a:pt x="1906" y="1177"/>
                      <a:pt x="1906" y="1177"/>
                    </a:cubicBezTo>
                    <a:lnTo>
                      <a:pt x="1906" y="1177"/>
                    </a:lnTo>
                    <a:cubicBezTo>
                      <a:pt x="1906" y="1177"/>
                      <a:pt x="1650" y="1121"/>
                      <a:pt x="1316" y="1148"/>
                    </a:cubicBezTo>
                    <a:lnTo>
                      <a:pt x="1316" y="1148"/>
                    </a:lnTo>
                    <a:cubicBezTo>
                      <a:pt x="1003" y="1173"/>
                      <a:pt x="664" y="1266"/>
                      <a:pt x="13" y="1220"/>
                    </a:cubicBezTo>
                    <a:lnTo>
                      <a:pt x="13" y="1220"/>
                    </a:lnTo>
                    <a:cubicBezTo>
                      <a:pt x="13" y="1220"/>
                      <a:pt x="0" y="1132"/>
                      <a:pt x="30" y="1087"/>
                    </a:cubicBezTo>
                    <a:lnTo>
                      <a:pt x="30" y="1087"/>
                    </a:lnTo>
                    <a:cubicBezTo>
                      <a:pt x="102" y="972"/>
                      <a:pt x="313" y="839"/>
                      <a:pt x="295" y="665"/>
                    </a:cubicBezTo>
                    <a:lnTo>
                      <a:pt x="295" y="665"/>
                    </a:lnTo>
                    <a:cubicBezTo>
                      <a:pt x="277" y="487"/>
                      <a:pt x="35" y="315"/>
                      <a:pt x="13" y="132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63" name="Freeform 28">
                <a:extLst>
                  <a:ext uri="{FF2B5EF4-FFF2-40B4-BE49-F238E27FC236}">
                    <a16:creationId xmlns:a16="http://schemas.microsoft.com/office/drawing/2014/main" id="{BA3AD602-88C7-4D32-B0E8-CED26AE7AC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88244" y="3543056"/>
                <a:ext cx="58856" cy="2558221"/>
              </a:xfrm>
              <a:custGeom>
                <a:avLst/>
                <a:gdLst>
                  <a:gd name="T0" fmla="*/ 31 w 64"/>
                  <a:gd name="T1" fmla="*/ 2875 h 2876"/>
                  <a:gd name="T2" fmla="*/ 31 w 64"/>
                  <a:gd name="T3" fmla="*/ 2875 h 2876"/>
                  <a:gd name="T4" fmla="*/ 31 w 64"/>
                  <a:gd name="T5" fmla="*/ 2875 h 2876"/>
                  <a:gd name="T6" fmla="*/ 0 w 64"/>
                  <a:gd name="T7" fmla="*/ 2844 h 2876"/>
                  <a:gd name="T8" fmla="*/ 0 w 64"/>
                  <a:gd name="T9" fmla="*/ 32 h 2876"/>
                  <a:gd name="T10" fmla="*/ 0 w 64"/>
                  <a:gd name="T11" fmla="*/ 32 h 2876"/>
                  <a:gd name="T12" fmla="*/ 31 w 64"/>
                  <a:gd name="T13" fmla="*/ 0 h 2876"/>
                  <a:gd name="T14" fmla="*/ 31 w 64"/>
                  <a:gd name="T15" fmla="*/ 0 h 2876"/>
                  <a:gd name="T16" fmla="*/ 63 w 64"/>
                  <a:gd name="T17" fmla="*/ 32 h 2876"/>
                  <a:gd name="T18" fmla="*/ 63 w 64"/>
                  <a:gd name="T19" fmla="*/ 2844 h 2876"/>
                  <a:gd name="T20" fmla="*/ 63 w 64"/>
                  <a:gd name="T21" fmla="*/ 2844 h 2876"/>
                  <a:gd name="T22" fmla="*/ 31 w 64"/>
                  <a:gd name="T23" fmla="*/ 2875 h 28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4" h="2876">
                    <a:moveTo>
                      <a:pt x="31" y="2875"/>
                    </a:moveTo>
                    <a:lnTo>
                      <a:pt x="31" y="2875"/>
                    </a:lnTo>
                    <a:lnTo>
                      <a:pt x="31" y="2875"/>
                    </a:lnTo>
                    <a:cubicBezTo>
                      <a:pt x="14" y="2875"/>
                      <a:pt x="0" y="2862"/>
                      <a:pt x="0" y="2844"/>
                    </a:cubicBezTo>
                    <a:lnTo>
                      <a:pt x="0" y="32"/>
                    </a:lnTo>
                    <a:lnTo>
                      <a:pt x="0" y="32"/>
                    </a:lnTo>
                    <a:cubicBezTo>
                      <a:pt x="0" y="15"/>
                      <a:pt x="14" y="0"/>
                      <a:pt x="31" y="0"/>
                    </a:cubicBezTo>
                    <a:lnTo>
                      <a:pt x="31" y="0"/>
                    </a:lnTo>
                    <a:cubicBezTo>
                      <a:pt x="48" y="0"/>
                      <a:pt x="63" y="15"/>
                      <a:pt x="63" y="32"/>
                    </a:cubicBezTo>
                    <a:lnTo>
                      <a:pt x="63" y="2844"/>
                    </a:lnTo>
                    <a:lnTo>
                      <a:pt x="63" y="2844"/>
                    </a:lnTo>
                    <a:cubicBezTo>
                      <a:pt x="63" y="2862"/>
                      <a:pt x="48" y="2875"/>
                      <a:pt x="31" y="2875"/>
                    </a:cubicBezTo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</p:grpSp>
        <p:sp>
          <p:nvSpPr>
            <p:cNvPr id="56" name="Freeform 29">
              <a:extLst>
                <a:ext uri="{FF2B5EF4-FFF2-40B4-BE49-F238E27FC236}">
                  <a16:creationId xmlns:a16="http://schemas.microsoft.com/office/drawing/2014/main" id="{128C6F30-6CE0-41F3-ABF5-34D53E7DF1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43810" y="8188660"/>
              <a:ext cx="604242" cy="1526302"/>
            </a:xfrm>
            <a:custGeom>
              <a:avLst/>
              <a:gdLst>
                <a:gd name="T0" fmla="*/ 128 w 680"/>
                <a:gd name="T1" fmla="*/ 1210 h 1717"/>
                <a:gd name="T2" fmla="*/ 551 w 680"/>
                <a:gd name="T3" fmla="*/ 1210 h 1717"/>
                <a:gd name="T4" fmla="*/ 551 w 680"/>
                <a:gd name="T5" fmla="*/ 1371 h 1717"/>
                <a:gd name="T6" fmla="*/ 128 w 680"/>
                <a:gd name="T7" fmla="*/ 1371 h 1717"/>
                <a:gd name="T8" fmla="*/ 128 w 680"/>
                <a:gd name="T9" fmla="*/ 1210 h 1717"/>
                <a:gd name="T10" fmla="*/ 551 w 680"/>
                <a:gd name="T11" fmla="*/ 1082 h 1717"/>
                <a:gd name="T12" fmla="*/ 128 w 680"/>
                <a:gd name="T13" fmla="*/ 1082 h 1717"/>
                <a:gd name="T14" fmla="*/ 128 w 680"/>
                <a:gd name="T15" fmla="*/ 921 h 1717"/>
                <a:gd name="T16" fmla="*/ 551 w 680"/>
                <a:gd name="T17" fmla="*/ 921 h 1717"/>
                <a:gd name="T18" fmla="*/ 551 w 680"/>
                <a:gd name="T19" fmla="*/ 1082 h 1717"/>
                <a:gd name="T20" fmla="*/ 128 w 680"/>
                <a:gd name="T21" fmla="*/ 633 h 1717"/>
                <a:gd name="T22" fmla="*/ 551 w 680"/>
                <a:gd name="T23" fmla="*/ 633 h 1717"/>
                <a:gd name="T24" fmla="*/ 551 w 680"/>
                <a:gd name="T25" fmla="*/ 794 h 1717"/>
                <a:gd name="T26" fmla="*/ 128 w 680"/>
                <a:gd name="T27" fmla="*/ 794 h 1717"/>
                <a:gd name="T28" fmla="*/ 128 w 680"/>
                <a:gd name="T29" fmla="*/ 633 h 1717"/>
                <a:gd name="T30" fmla="*/ 551 w 680"/>
                <a:gd name="T31" fmla="*/ 506 h 1717"/>
                <a:gd name="T32" fmla="*/ 128 w 680"/>
                <a:gd name="T33" fmla="*/ 506 h 1717"/>
                <a:gd name="T34" fmla="*/ 128 w 680"/>
                <a:gd name="T35" fmla="*/ 345 h 1717"/>
                <a:gd name="T36" fmla="*/ 551 w 680"/>
                <a:gd name="T37" fmla="*/ 345 h 1717"/>
                <a:gd name="T38" fmla="*/ 551 w 680"/>
                <a:gd name="T39" fmla="*/ 506 h 1717"/>
                <a:gd name="T40" fmla="*/ 614 w 680"/>
                <a:gd name="T41" fmla="*/ 0 h 1717"/>
                <a:gd name="T42" fmla="*/ 614 w 680"/>
                <a:gd name="T43" fmla="*/ 0 h 1717"/>
                <a:gd name="T44" fmla="*/ 551 w 680"/>
                <a:gd name="T45" fmla="*/ 63 h 1717"/>
                <a:gd name="T46" fmla="*/ 551 w 680"/>
                <a:gd name="T47" fmla="*/ 217 h 1717"/>
                <a:gd name="T48" fmla="*/ 128 w 680"/>
                <a:gd name="T49" fmla="*/ 217 h 1717"/>
                <a:gd name="T50" fmla="*/ 128 w 680"/>
                <a:gd name="T51" fmla="*/ 63 h 1717"/>
                <a:gd name="T52" fmla="*/ 128 w 680"/>
                <a:gd name="T53" fmla="*/ 63 h 1717"/>
                <a:gd name="T54" fmla="*/ 64 w 680"/>
                <a:gd name="T55" fmla="*/ 0 h 1717"/>
                <a:gd name="T56" fmla="*/ 64 w 680"/>
                <a:gd name="T57" fmla="*/ 0 h 1717"/>
                <a:gd name="T58" fmla="*/ 0 w 680"/>
                <a:gd name="T59" fmla="*/ 63 h 1717"/>
                <a:gd name="T60" fmla="*/ 0 w 680"/>
                <a:gd name="T61" fmla="*/ 1653 h 1717"/>
                <a:gd name="T62" fmla="*/ 0 w 680"/>
                <a:gd name="T63" fmla="*/ 1653 h 1717"/>
                <a:gd name="T64" fmla="*/ 64 w 680"/>
                <a:gd name="T65" fmla="*/ 1716 h 1717"/>
                <a:gd name="T66" fmla="*/ 64 w 680"/>
                <a:gd name="T67" fmla="*/ 1716 h 1717"/>
                <a:gd name="T68" fmla="*/ 128 w 680"/>
                <a:gd name="T69" fmla="*/ 1653 h 1717"/>
                <a:gd name="T70" fmla="*/ 128 w 680"/>
                <a:gd name="T71" fmla="*/ 1499 h 1717"/>
                <a:gd name="T72" fmla="*/ 551 w 680"/>
                <a:gd name="T73" fmla="*/ 1499 h 1717"/>
                <a:gd name="T74" fmla="*/ 551 w 680"/>
                <a:gd name="T75" fmla="*/ 1653 h 1717"/>
                <a:gd name="T76" fmla="*/ 551 w 680"/>
                <a:gd name="T77" fmla="*/ 1653 h 1717"/>
                <a:gd name="T78" fmla="*/ 614 w 680"/>
                <a:gd name="T79" fmla="*/ 1716 h 1717"/>
                <a:gd name="T80" fmla="*/ 614 w 680"/>
                <a:gd name="T81" fmla="*/ 1716 h 1717"/>
                <a:gd name="T82" fmla="*/ 679 w 680"/>
                <a:gd name="T83" fmla="*/ 1653 h 1717"/>
                <a:gd name="T84" fmla="*/ 679 w 680"/>
                <a:gd name="T85" fmla="*/ 63 h 1717"/>
                <a:gd name="T86" fmla="*/ 679 w 680"/>
                <a:gd name="T87" fmla="*/ 63 h 1717"/>
                <a:gd name="T88" fmla="*/ 614 w 680"/>
                <a:gd name="T89" fmla="*/ 0 h 1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80" h="1717">
                  <a:moveTo>
                    <a:pt x="128" y="1210"/>
                  </a:moveTo>
                  <a:lnTo>
                    <a:pt x="551" y="1210"/>
                  </a:lnTo>
                  <a:lnTo>
                    <a:pt x="551" y="1371"/>
                  </a:lnTo>
                  <a:lnTo>
                    <a:pt x="128" y="1371"/>
                  </a:lnTo>
                  <a:lnTo>
                    <a:pt x="128" y="1210"/>
                  </a:lnTo>
                  <a:close/>
                  <a:moveTo>
                    <a:pt x="551" y="1082"/>
                  </a:moveTo>
                  <a:lnTo>
                    <a:pt x="128" y="1082"/>
                  </a:lnTo>
                  <a:lnTo>
                    <a:pt x="128" y="921"/>
                  </a:lnTo>
                  <a:lnTo>
                    <a:pt x="551" y="921"/>
                  </a:lnTo>
                  <a:lnTo>
                    <a:pt x="551" y="1082"/>
                  </a:lnTo>
                  <a:close/>
                  <a:moveTo>
                    <a:pt x="128" y="633"/>
                  </a:moveTo>
                  <a:lnTo>
                    <a:pt x="551" y="633"/>
                  </a:lnTo>
                  <a:lnTo>
                    <a:pt x="551" y="794"/>
                  </a:lnTo>
                  <a:lnTo>
                    <a:pt x="128" y="794"/>
                  </a:lnTo>
                  <a:lnTo>
                    <a:pt x="128" y="633"/>
                  </a:lnTo>
                  <a:close/>
                  <a:moveTo>
                    <a:pt x="551" y="506"/>
                  </a:moveTo>
                  <a:lnTo>
                    <a:pt x="128" y="506"/>
                  </a:lnTo>
                  <a:lnTo>
                    <a:pt x="128" y="345"/>
                  </a:lnTo>
                  <a:lnTo>
                    <a:pt x="551" y="345"/>
                  </a:lnTo>
                  <a:lnTo>
                    <a:pt x="551" y="506"/>
                  </a:lnTo>
                  <a:close/>
                  <a:moveTo>
                    <a:pt x="614" y="0"/>
                  </a:moveTo>
                  <a:lnTo>
                    <a:pt x="614" y="0"/>
                  </a:lnTo>
                  <a:cubicBezTo>
                    <a:pt x="579" y="0"/>
                    <a:pt x="551" y="28"/>
                    <a:pt x="551" y="63"/>
                  </a:cubicBezTo>
                  <a:lnTo>
                    <a:pt x="551" y="217"/>
                  </a:lnTo>
                  <a:lnTo>
                    <a:pt x="128" y="217"/>
                  </a:lnTo>
                  <a:lnTo>
                    <a:pt x="128" y="63"/>
                  </a:lnTo>
                  <a:lnTo>
                    <a:pt x="128" y="63"/>
                  </a:lnTo>
                  <a:cubicBezTo>
                    <a:pt x="128" y="28"/>
                    <a:pt x="100" y="0"/>
                    <a:pt x="64" y="0"/>
                  </a:cubicBezTo>
                  <a:lnTo>
                    <a:pt x="64" y="0"/>
                  </a:lnTo>
                  <a:cubicBezTo>
                    <a:pt x="29" y="0"/>
                    <a:pt x="0" y="28"/>
                    <a:pt x="0" y="63"/>
                  </a:cubicBezTo>
                  <a:lnTo>
                    <a:pt x="0" y="1653"/>
                  </a:lnTo>
                  <a:lnTo>
                    <a:pt x="0" y="1653"/>
                  </a:lnTo>
                  <a:cubicBezTo>
                    <a:pt x="0" y="1688"/>
                    <a:pt x="29" y="1716"/>
                    <a:pt x="64" y="1716"/>
                  </a:cubicBezTo>
                  <a:lnTo>
                    <a:pt x="64" y="1716"/>
                  </a:lnTo>
                  <a:cubicBezTo>
                    <a:pt x="100" y="1716"/>
                    <a:pt x="128" y="1688"/>
                    <a:pt x="128" y="1653"/>
                  </a:cubicBezTo>
                  <a:lnTo>
                    <a:pt x="128" y="1499"/>
                  </a:lnTo>
                  <a:lnTo>
                    <a:pt x="551" y="1499"/>
                  </a:lnTo>
                  <a:lnTo>
                    <a:pt x="551" y="1653"/>
                  </a:lnTo>
                  <a:lnTo>
                    <a:pt x="551" y="1653"/>
                  </a:lnTo>
                  <a:cubicBezTo>
                    <a:pt x="551" y="1688"/>
                    <a:pt x="579" y="1716"/>
                    <a:pt x="614" y="1716"/>
                  </a:cubicBezTo>
                  <a:lnTo>
                    <a:pt x="614" y="1716"/>
                  </a:lnTo>
                  <a:cubicBezTo>
                    <a:pt x="650" y="1716"/>
                    <a:pt x="679" y="1688"/>
                    <a:pt x="679" y="1653"/>
                  </a:cubicBezTo>
                  <a:lnTo>
                    <a:pt x="679" y="63"/>
                  </a:lnTo>
                  <a:lnTo>
                    <a:pt x="679" y="63"/>
                  </a:lnTo>
                  <a:cubicBezTo>
                    <a:pt x="679" y="28"/>
                    <a:pt x="650" y="0"/>
                    <a:pt x="61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57" name="Freeform 30">
              <a:extLst>
                <a:ext uri="{FF2B5EF4-FFF2-40B4-BE49-F238E27FC236}">
                  <a16:creationId xmlns:a16="http://schemas.microsoft.com/office/drawing/2014/main" id="{6D9D2C89-DE3B-4B9B-85FE-381101976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33523" y="6399474"/>
              <a:ext cx="604242" cy="1530224"/>
            </a:xfrm>
            <a:custGeom>
              <a:avLst/>
              <a:gdLst>
                <a:gd name="T0" fmla="*/ 127 w 679"/>
                <a:gd name="T1" fmla="*/ 1211 h 1718"/>
                <a:gd name="T2" fmla="*/ 551 w 679"/>
                <a:gd name="T3" fmla="*/ 1211 h 1718"/>
                <a:gd name="T4" fmla="*/ 551 w 679"/>
                <a:gd name="T5" fmla="*/ 1372 h 1718"/>
                <a:gd name="T6" fmla="*/ 127 w 679"/>
                <a:gd name="T7" fmla="*/ 1372 h 1718"/>
                <a:gd name="T8" fmla="*/ 127 w 679"/>
                <a:gd name="T9" fmla="*/ 1211 h 1718"/>
                <a:gd name="T10" fmla="*/ 551 w 679"/>
                <a:gd name="T11" fmla="*/ 1083 h 1718"/>
                <a:gd name="T12" fmla="*/ 127 w 679"/>
                <a:gd name="T13" fmla="*/ 1083 h 1718"/>
                <a:gd name="T14" fmla="*/ 127 w 679"/>
                <a:gd name="T15" fmla="*/ 922 h 1718"/>
                <a:gd name="T16" fmla="*/ 551 w 679"/>
                <a:gd name="T17" fmla="*/ 922 h 1718"/>
                <a:gd name="T18" fmla="*/ 551 w 679"/>
                <a:gd name="T19" fmla="*/ 1083 h 1718"/>
                <a:gd name="T20" fmla="*/ 127 w 679"/>
                <a:gd name="T21" fmla="*/ 633 h 1718"/>
                <a:gd name="T22" fmla="*/ 551 w 679"/>
                <a:gd name="T23" fmla="*/ 633 h 1718"/>
                <a:gd name="T24" fmla="*/ 551 w 679"/>
                <a:gd name="T25" fmla="*/ 795 h 1718"/>
                <a:gd name="T26" fmla="*/ 127 w 679"/>
                <a:gd name="T27" fmla="*/ 795 h 1718"/>
                <a:gd name="T28" fmla="*/ 127 w 679"/>
                <a:gd name="T29" fmla="*/ 633 h 1718"/>
                <a:gd name="T30" fmla="*/ 551 w 679"/>
                <a:gd name="T31" fmla="*/ 507 h 1718"/>
                <a:gd name="T32" fmla="*/ 127 w 679"/>
                <a:gd name="T33" fmla="*/ 507 h 1718"/>
                <a:gd name="T34" fmla="*/ 127 w 679"/>
                <a:gd name="T35" fmla="*/ 345 h 1718"/>
                <a:gd name="T36" fmla="*/ 551 w 679"/>
                <a:gd name="T37" fmla="*/ 345 h 1718"/>
                <a:gd name="T38" fmla="*/ 551 w 679"/>
                <a:gd name="T39" fmla="*/ 507 h 1718"/>
                <a:gd name="T40" fmla="*/ 614 w 679"/>
                <a:gd name="T41" fmla="*/ 0 h 1718"/>
                <a:gd name="T42" fmla="*/ 614 w 679"/>
                <a:gd name="T43" fmla="*/ 0 h 1718"/>
                <a:gd name="T44" fmla="*/ 551 w 679"/>
                <a:gd name="T45" fmla="*/ 65 h 1718"/>
                <a:gd name="T46" fmla="*/ 551 w 679"/>
                <a:gd name="T47" fmla="*/ 218 h 1718"/>
                <a:gd name="T48" fmla="*/ 127 w 679"/>
                <a:gd name="T49" fmla="*/ 218 h 1718"/>
                <a:gd name="T50" fmla="*/ 127 w 679"/>
                <a:gd name="T51" fmla="*/ 65 h 1718"/>
                <a:gd name="T52" fmla="*/ 127 w 679"/>
                <a:gd name="T53" fmla="*/ 65 h 1718"/>
                <a:gd name="T54" fmla="*/ 64 w 679"/>
                <a:gd name="T55" fmla="*/ 0 h 1718"/>
                <a:gd name="T56" fmla="*/ 64 w 679"/>
                <a:gd name="T57" fmla="*/ 0 h 1718"/>
                <a:gd name="T58" fmla="*/ 0 w 679"/>
                <a:gd name="T59" fmla="*/ 65 h 1718"/>
                <a:gd name="T60" fmla="*/ 0 w 679"/>
                <a:gd name="T61" fmla="*/ 1653 h 1718"/>
                <a:gd name="T62" fmla="*/ 0 w 679"/>
                <a:gd name="T63" fmla="*/ 1653 h 1718"/>
                <a:gd name="T64" fmla="*/ 64 w 679"/>
                <a:gd name="T65" fmla="*/ 1717 h 1718"/>
                <a:gd name="T66" fmla="*/ 64 w 679"/>
                <a:gd name="T67" fmla="*/ 1717 h 1718"/>
                <a:gd name="T68" fmla="*/ 127 w 679"/>
                <a:gd name="T69" fmla="*/ 1653 h 1718"/>
                <a:gd name="T70" fmla="*/ 127 w 679"/>
                <a:gd name="T71" fmla="*/ 1500 h 1718"/>
                <a:gd name="T72" fmla="*/ 551 w 679"/>
                <a:gd name="T73" fmla="*/ 1500 h 1718"/>
                <a:gd name="T74" fmla="*/ 551 w 679"/>
                <a:gd name="T75" fmla="*/ 1653 h 1718"/>
                <a:gd name="T76" fmla="*/ 551 w 679"/>
                <a:gd name="T77" fmla="*/ 1653 h 1718"/>
                <a:gd name="T78" fmla="*/ 614 w 679"/>
                <a:gd name="T79" fmla="*/ 1717 h 1718"/>
                <a:gd name="T80" fmla="*/ 614 w 679"/>
                <a:gd name="T81" fmla="*/ 1717 h 1718"/>
                <a:gd name="T82" fmla="*/ 678 w 679"/>
                <a:gd name="T83" fmla="*/ 1653 h 1718"/>
                <a:gd name="T84" fmla="*/ 678 w 679"/>
                <a:gd name="T85" fmla="*/ 65 h 1718"/>
                <a:gd name="T86" fmla="*/ 678 w 679"/>
                <a:gd name="T87" fmla="*/ 65 h 1718"/>
                <a:gd name="T88" fmla="*/ 614 w 679"/>
                <a:gd name="T89" fmla="*/ 0 h 17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79" h="1718">
                  <a:moveTo>
                    <a:pt x="127" y="1211"/>
                  </a:moveTo>
                  <a:lnTo>
                    <a:pt x="551" y="1211"/>
                  </a:lnTo>
                  <a:lnTo>
                    <a:pt x="551" y="1372"/>
                  </a:lnTo>
                  <a:lnTo>
                    <a:pt x="127" y="1372"/>
                  </a:lnTo>
                  <a:lnTo>
                    <a:pt x="127" y="1211"/>
                  </a:lnTo>
                  <a:close/>
                  <a:moveTo>
                    <a:pt x="551" y="1083"/>
                  </a:moveTo>
                  <a:lnTo>
                    <a:pt x="127" y="1083"/>
                  </a:lnTo>
                  <a:lnTo>
                    <a:pt x="127" y="922"/>
                  </a:lnTo>
                  <a:lnTo>
                    <a:pt x="551" y="922"/>
                  </a:lnTo>
                  <a:lnTo>
                    <a:pt x="551" y="1083"/>
                  </a:lnTo>
                  <a:close/>
                  <a:moveTo>
                    <a:pt x="127" y="633"/>
                  </a:moveTo>
                  <a:lnTo>
                    <a:pt x="551" y="633"/>
                  </a:lnTo>
                  <a:lnTo>
                    <a:pt x="551" y="795"/>
                  </a:lnTo>
                  <a:lnTo>
                    <a:pt x="127" y="795"/>
                  </a:lnTo>
                  <a:lnTo>
                    <a:pt x="127" y="633"/>
                  </a:lnTo>
                  <a:close/>
                  <a:moveTo>
                    <a:pt x="551" y="507"/>
                  </a:moveTo>
                  <a:lnTo>
                    <a:pt x="127" y="507"/>
                  </a:lnTo>
                  <a:lnTo>
                    <a:pt x="127" y="345"/>
                  </a:lnTo>
                  <a:lnTo>
                    <a:pt x="551" y="345"/>
                  </a:lnTo>
                  <a:lnTo>
                    <a:pt x="551" y="507"/>
                  </a:lnTo>
                  <a:close/>
                  <a:moveTo>
                    <a:pt x="614" y="0"/>
                  </a:moveTo>
                  <a:lnTo>
                    <a:pt x="614" y="0"/>
                  </a:lnTo>
                  <a:cubicBezTo>
                    <a:pt x="579" y="0"/>
                    <a:pt x="551" y="30"/>
                    <a:pt x="551" y="65"/>
                  </a:cubicBezTo>
                  <a:lnTo>
                    <a:pt x="551" y="218"/>
                  </a:lnTo>
                  <a:lnTo>
                    <a:pt x="127" y="218"/>
                  </a:lnTo>
                  <a:lnTo>
                    <a:pt x="127" y="65"/>
                  </a:lnTo>
                  <a:lnTo>
                    <a:pt x="127" y="65"/>
                  </a:lnTo>
                  <a:cubicBezTo>
                    <a:pt x="127" y="30"/>
                    <a:pt x="99" y="0"/>
                    <a:pt x="64" y="0"/>
                  </a:cubicBezTo>
                  <a:lnTo>
                    <a:pt x="64" y="0"/>
                  </a:lnTo>
                  <a:cubicBezTo>
                    <a:pt x="28" y="0"/>
                    <a:pt x="0" y="30"/>
                    <a:pt x="0" y="65"/>
                  </a:cubicBezTo>
                  <a:lnTo>
                    <a:pt x="0" y="1653"/>
                  </a:lnTo>
                  <a:lnTo>
                    <a:pt x="0" y="1653"/>
                  </a:lnTo>
                  <a:cubicBezTo>
                    <a:pt x="0" y="1688"/>
                    <a:pt x="28" y="1717"/>
                    <a:pt x="64" y="1717"/>
                  </a:cubicBezTo>
                  <a:lnTo>
                    <a:pt x="64" y="1717"/>
                  </a:lnTo>
                  <a:cubicBezTo>
                    <a:pt x="99" y="1717"/>
                    <a:pt x="127" y="1688"/>
                    <a:pt x="127" y="1653"/>
                  </a:cubicBezTo>
                  <a:lnTo>
                    <a:pt x="127" y="1500"/>
                  </a:lnTo>
                  <a:lnTo>
                    <a:pt x="551" y="1500"/>
                  </a:lnTo>
                  <a:lnTo>
                    <a:pt x="551" y="1653"/>
                  </a:lnTo>
                  <a:lnTo>
                    <a:pt x="551" y="1653"/>
                  </a:lnTo>
                  <a:cubicBezTo>
                    <a:pt x="551" y="1688"/>
                    <a:pt x="579" y="1717"/>
                    <a:pt x="614" y="1717"/>
                  </a:cubicBezTo>
                  <a:lnTo>
                    <a:pt x="614" y="1717"/>
                  </a:lnTo>
                  <a:cubicBezTo>
                    <a:pt x="649" y="1717"/>
                    <a:pt x="678" y="1688"/>
                    <a:pt x="678" y="1653"/>
                  </a:cubicBezTo>
                  <a:lnTo>
                    <a:pt x="678" y="65"/>
                  </a:lnTo>
                  <a:lnTo>
                    <a:pt x="678" y="65"/>
                  </a:lnTo>
                  <a:cubicBezTo>
                    <a:pt x="678" y="30"/>
                    <a:pt x="649" y="0"/>
                    <a:pt x="61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6C75FE9A-71E2-4062-888C-B3C1A147D142}"/>
              </a:ext>
            </a:extLst>
          </p:cNvPr>
          <p:cNvSpPr txBox="1"/>
          <p:nvPr/>
        </p:nvSpPr>
        <p:spPr>
          <a:xfrm>
            <a:off x="1520825" y="750700"/>
            <a:ext cx="21336000" cy="116955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7000" b="1" spc="-29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CHALLENGES SLIDE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1B9016A-8F13-40F2-AFBA-86B595E62274}"/>
              </a:ext>
            </a:extLst>
          </p:cNvPr>
          <p:cNvSpPr txBox="1"/>
          <p:nvPr/>
        </p:nvSpPr>
        <p:spPr>
          <a:xfrm>
            <a:off x="1520827" y="1886522"/>
            <a:ext cx="213359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spc="-120" dirty="0">
                <a:latin typeface="Montserrat" pitchFamily="2" charset="77"/>
                <a:cs typeface="Poppins" pitchFamily="2" charset="77"/>
              </a:rPr>
              <a:t>Make a big impact with our professional slides and charts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FB19D73-8ADB-400C-8562-FF39B2DD7D7F}"/>
              </a:ext>
            </a:extLst>
          </p:cNvPr>
          <p:cNvSpPr txBox="1"/>
          <p:nvPr/>
        </p:nvSpPr>
        <p:spPr>
          <a:xfrm>
            <a:off x="1134265" y="7263789"/>
            <a:ext cx="6253058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 03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3BC6BAD-D1DB-40D9-8EFF-809D0ECECB7D}"/>
              </a:ext>
            </a:extLst>
          </p:cNvPr>
          <p:cNvSpPr txBox="1"/>
          <p:nvPr/>
        </p:nvSpPr>
        <p:spPr>
          <a:xfrm>
            <a:off x="1134266" y="7945131"/>
            <a:ext cx="6253060" cy="976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2C91B0D-3400-4CD1-BFF5-39DB223029A7}"/>
              </a:ext>
            </a:extLst>
          </p:cNvPr>
          <p:cNvSpPr txBox="1"/>
          <p:nvPr/>
        </p:nvSpPr>
        <p:spPr>
          <a:xfrm>
            <a:off x="16990324" y="5484528"/>
            <a:ext cx="6253058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 04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50BD60C-F8C4-49C0-98AE-37E087F96D2D}"/>
              </a:ext>
            </a:extLst>
          </p:cNvPr>
          <p:cNvSpPr txBox="1"/>
          <p:nvPr/>
        </p:nvSpPr>
        <p:spPr>
          <a:xfrm>
            <a:off x="16990325" y="6165870"/>
            <a:ext cx="6253060" cy="976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49C27B9-CA37-4286-90E2-300DAEF01B7E}"/>
              </a:ext>
            </a:extLst>
          </p:cNvPr>
          <p:cNvSpPr txBox="1"/>
          <p:nvPr/>
        </p:nvSpPr>
        <p:spPr>
          <a:xfrm>
            <a:off x="16990318" y="9065761"/>
            <a:ext cx="6253058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 02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F62E67A-49E3-4BC7-89D5-E9F807B3B870}"/>
              </a:ext>
            </a:extLst>
          </p:cNvPr>
          <p:cNvSpPr txBox="1"/>
          <p:nvPr/>
        </p:nvSpPr>
        <p:spPr>
          <a:xfrm>
            <a:off x="16990319" y="9747103"/>
            <a:ext cx="6253060" cy="976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545786B-79DD-4F2B-B1AA-6B0E258EC038}"/>
              </a:ext>
            </a:extLst>
          </p:cNvPr>
          <p:cNvSpPr txBox="1"/>
          <p:nvPr/>
        </p:nvSpPr>
        <p:spPr>
          <a:xfrm>
            <a:off x="1134265" y="10863516"/>
            <a:ext cx="6253058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 01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47990D6-B21D-4FCD-941E-21F526AB12AE}"/>
              </a:ext>
            </a:extLst>
          </p:cNvPr>
          <p:cNvSpPr txBox="1"/>
          <p:nvPr/>
        </p:nvSpPr>
        <p:spPr>
          <a:xfrm>
            <a:off x="1134266" y="11544858"/>
            <a:ext cx="6253060" cy="976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01F9349-007A-4A02-BBD1-3E769BAEDB1B}"/>
              </a:ext>
            </a:extLst>
          </p:cNvPr>
          <p:cNvGrpSpPr/>
          <p:nvPr/>
        </p:nvGrpSpPr>
        <p:grpSpPr>
          <a:xfrm>
            <a:off x="12198436" y="3440583"/>
            <a:ext cx="12186852" cy="10275417"/>
            <a:chOff x="12198436" y="3440583"/>
            <a:chExt cx="12186852" cy="10275417"/>
          </a:xfrm>
        </p:grpSpPr>
        <p:sp>
          <p:nvSpPr>
            <p:cNvPr id="68" name="Freeform 51">
              <a:extLst>
                <a:ext uri="{FF2B5EF4-FFF2-40B4-BE49-F238E27FC236}">
                  <a16:creationId xmlns:a16="http://schemas.microsoft.com/office/drawing/2014/main" id="{D11F8648-0C61-496F-8870-FE3B74AB51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98436" y="12349034"/>
              <a:ext cx="3046712" cy="1366966"/>
            </a:xfrm>
            <a:custGeom>
              <a:avLst/>
              <a:gdLst>
                <a:gd name="T0" fmla="*/ 3478 w 3479"/>
                <a:gd name="T1" fmla="*/ 1558 h 1559"/>
                <a:gd name="T2" fmla="*/ 0 w 3479"/>
                <a:gd name="T3" fmla="*/ 1558 h 1559"/>
                <a:gd name="T4" fmla="*/ 0 w 3479"/>
                <a:gd name="T5" fmla="*/ 0 h 1559"/>
                <a:gd name="T6" fmla="*/ 3478 w 3479"/>
                <a:gd name="T7" fmla="*/ 0 h 1559"/>
                <a:gd name="T8" fmla="*/ 3478 w 3479"/>
                <a:gd name="T9" fmla="*/ 1558 h 15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79" h="1559">
                  <a:moveTo>
                    <a:pt x="3478" y="1558"/>
                  </a:moveTo>
                  <a:lnTo>
                    <a:pt x="0" y="1558"/>
                  </a:lnTo>
                  <a:lnTo>
                    <a:pt x="0" y="0"/>
                  </a:lnTo>
                  <a:lnTo>
                    <a:pt x="3478" y="0"/>
                  </a:lnTo>
                  <a:lnTo>
                    <a:pt x="3478" y="1558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69" name="Freeform 52">
              <a:extLst>
                <a:ext uri="{FF2B5EF4-FFF2-40B4-BE49-F238E27FC236}">
                  <a16:creationId xmlns:a16="http://schemas.microsoft.com/office/drawing/2014/main" id="{5CD34934-7D1D-43B6-8261-EFD385F9D4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5148" y="10985928"/>
              <a:ext cx="3046714" cy="2730072"/>
            </a:xfrm>
            <a:custGeom>
              <a:avLst/>
              <a:gdLst>
                <a:gd name="T0" fmla="*/ 3480 w 3481"/>
                <a:gd name="T1" fmla="*/ 3117 h 3118"/>
                <a:gd name="T2" fmla="*/ 0 w 3481"/>
                <a:gd name="T3" fmla="*/ 3117 h 3118"/>
                <a:gd name="T4" fmla="*/ 0 w 3481"/>
                <a:gd name="T5" fmla="*/ 0 h 3118"/>
                <a:gd name="T6" fmla="*/ 3480 w 3481"/>
                <a:gd name="T7" fmla="*/ 0 h 3118"/>
                <a:gd name="T8" fmla="*/ 3480 w 3481"/>
                <a:gd name="T9" fmla="*/ 3117 h 3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81" h="3118">
                  <a:moveTo>
                    <a:pt x="3480" y="3117"/>
                  </a:moveTo>
                  <a:lnTo>
                    <a:pt x="0" y="3117"/>
                  </a:lnTo>
                  <a:lnTo>
                    <a:pt x="0" y="0"/>
                  </a:lnTo>
                  <a:lnTo>
                    <a:pt x="3480" y="0"/>
                  </a:lnTo>
                  <a:lnTo>
                    <a:pt x="3480" y="3117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70" name="Freeform 53">
              <a:extLst>
                <a:ext uri="{FF2B5EF4-FFF2-40B4-BE49-F238E27FC236}">
                  <a16:creationId xmlns:a16="http://schemas.microsoft.com/office/drawing/2014/main" id="{D81814D2-0C94-4581-B9C6-3EDCE18889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91862" y="9622824"/>
              <a:ext cx="3046712" cy="4093176"/>
            </a:xfrm>
            <a:custGeom>
              <a:avLst/>
              <a:gdLst>
                <a:gd name="T0" fmla="*/ 3479 w 3480"/>
                <a:gd name="T1" fmla="*/ 4674 h 4675"/>
                <a:gd name="T2" fmla="*/ 0 w 3480"/>
                <a:gd name="T3" fmla="*/ 4674 h 4675"/>
                <a:gd name="T4" fmla="*/ 0 w 3480"/>
                <a:gd name="T5" fmla="*/ 0 h 4675"/>
                <a:gd name="T6" fmla="*/ 3479 w 3480"/>
                <a:gd name="T7" fmla="*/ 0 h 4675"/>
                <a:gd name="T8" fmla="*/ 3479 w 3480"/>
                <a:gd name="T9" fmla="*/ 4674 h 4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80" h="4675">
                  <a:moveTo>
                    <a:pt x="3479" y="4674"/>
                  </a:moveTo>
                  <a:lnTo>
                    <a:pt x="0" y="4674"/>
                  </a:lnTo>
                  <a:lnTo>
                    <a:pt x="0" y="0"/>
                  </a:lnTo>
                  <a:lnTo>
                    <a:pt x="3479" y="0"/>
                  </a:lnTo>
                  <a:lnTo>
                    <a:pt x="3479" y="467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71" name="Freeform 54">
              <a:extLst>
                <a:ext uri="{FF2B5EF4-FFF2-40B4-BE49-F238E27FC236}">
                  <a16:creationId xmlns:a16="http://schemas.microsoft.com/office/drawing/2014/main" id="{F7C624E1-35F9-4F79-AE6C-2CA7885137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38574" y="8255858"/>
              <a:ext cx="3046714" cy="5460142"/>
            </a:xfrm>
            <a:custGeom>
              <a:avLst/>
              <a:gdLst>
                <a:gd name="T0" fmla="*/ 3480 w 3481"/>
                <a:gd name="T1" fmla="*/ 6233 h 6234"/>
                <a:gd name="T2" fmla="*/ 0 w 3481"/>
                <a:gd name="T3" fmla="*/ 6233 h 6234"/>
                <a:gd name="T4" fmla="*/ 0 w 3481"/>
                <a:gd name="T5" fmla="*/ 0 h 6234"/>
                <a:gd name="T6" fmla="*/ 3480 w 3481"/>
                <a:gd name="T7" fmla="*/ 0 h 6234"/>
                <a:gd name="T8" fmla="*/ 3480 w 3481"/>
                <a:gd name="T9" fmla="*/ 6233 h 6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81" h="6234">
                  <a:moveTo>
                    <a:pt x="3480" y="6233"/>
                  </a:moveTo>
                  <a:lnTo>
                    <a:pt x="0" y="6233"/>
                  </a:lnTo>
                  <a:lnTo>
                    <a:pt x="0" y="0"/>
                  </a:lnTo>
                  <a:lnTo>
                    <a:pt x="3480" y="0"/>
                  </a:lnTo>
                  <a:lnTo>
                    <a:pt x="3480" y="6233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44A7F4F-02DD-49A8-92A1-55887C87A99B}"/>
                </a:ext>
              </a:extLst>
            </p:cNvPr>
            <p:cNvGrpSpPr/>
            <p:nvPr/>
          </p:nvGrpSpPr>
          <p:grpSpPr>
            <a:xfrm>
              <a:off x="14916923" y="3440583"/>
              <a:ext cx="5904211" cy="6448683"/>
              <a:chOff x="14916923" y="3440583"/>
              <a:chExt cx="5904211" cy="6448683"/>
            </a:xfrm>
          </p:grpSpPr>
          <p:sp>
            <p:nvSpPr>
              <p:cNvPr id="72" name="Freeform 2">
                <a:extLst>
                  <a:ext uri="{FF2B5EF4-FFF2-40B4-BE49-F238E27FC236}">
                    <a16:creationId xmlns:a16="http://schemas.microsoft.com/office/drawing/2014/main" id="{6AE40311-244E-4271-8043-8CE967C460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66950" y="4212881"/>
                <a:ext cx="814772" cy="760714"/>
              </a:xfrm>
              <a:custGeom>
                <a:avLst/>
                <a:gdLst>
                  <a:gd name="T0" fmla="*/ 654 w 932"/>
                  <a:gd name="T1" fmla="*/ 102 h 867"/>
                  <a:gd name="T2" fmla="*/ 654 w 932"/>
                  <a:gd name="T3" fmla="*/ 102 h 867"/>
                  <a:gd name="T4" fmla="*/ 724 w 932"/>
                  <a:gd name="T5" fmla="*/ 0 h 867"/>
                  <a:gd name="T6" fmla="*/ 560 w 932"/>
                  <a:gd name="T7" fmla="*/ 50 h 867"/>
                  <a:gd name="T8" fmla="*/ 454 w 932"/>
                  <a:gd name="T9" fmla="*/ 154 h 867"/>
                  <a:gd name="T10" fmla="*/ 442 w 932"/>
                  <a:gd name="T11" fmla="*/ 333 h 867"/>
                  <a:gd name="T12" fmla="*/ 0 w 932"/>
                  <a:gd name="T13" fmla="*/ 594 h 867"/>
                  <a:gd name="T14" fmla="*/ 203 w 932"/>
                  <a:gd name="T15" fmla="*/ 866 h 867"/>
                  <a:gd name="T16" fmla="*/ 203 w 932"/>
                  <a:gd name="T17" fmla="*/ 866 h 867"/>
                  <a:gd name="T18" fmla="*/ 575 w 932"/>
                  <a:gd name="T19" fmla="*/ 539 h 867"/>
                  <a:gd name="T20" fmla="*/ 575 w 932"/>
                  <a:gd name="T21" fmla="*/ 539 h 867"/>
                  <a:gd name="T22" fmla="*/ 742 w 932"/>
                  <a:gd name="T23" fmla="*/ 532 h 867"/>
                  <a:gd name="T24" fmla="*/ 742 w 932"/>
                  <a:gd name="T25" fmla="*/ 532 h 867"/>
                  <a:gd name="T26" fmla="*/ 931 w 932"/>
                  <a:gd name="T27" fmla="*/ 337 h 867"/>
                  <a:gd name="T28" fmla="*/ 654 w 932"/>
                  <a:gd name="T29" fmla="*/ 102 h 8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32" h="867">
                    <a:moveTo>
                      <a:pt x="654" y="102"/>
                    </a:moveTo>
                    <a:lnTo>
                      <a:pt x="654" y="102"/>
                    </a:lnTo>
                    <a:cubicBezTo>
                      <a:pt x="654" y="102"/>
                      <a:pt x="738" y="62"/>
                      <a:pt x="724" y="0"/>
                    </a:cubicBezTo>
                    <a:lnTo>
                      <a:pt x="560" y="50"/>
                    </a:lnTo>
                    <a:lnTo>
                      <a:pt x="454" y="154"/>
                    </a:lnTo>
                    <a:lnTo>
                      <a:pt x="442" y="333"/>
                    </a:lnTo>
                    <a:lnTo>
                      <a:pt x="0" y="594"/>
                    </a:lnTo>
                    <a:lnTo>
                      <a:pt x="203" y="866"/>
                    </a:lnTo>
                    <a:lnTo>
                      <a:pt x="203" y="866"/>
                    </a:lnTo>
                    <a:cubicBezTo>
                      <a:pt x="394" y="703"/>
                      <a:pt x="575" y="539"/>
                      <a:pt x="575" y="539"/>
                    </a:cubicBezTo>
                    <a:lnTo>
                      <a:pt x="575" y="539"/>
                    </a:lnTo>
                    <a:cubicBezTo>
                      <a:pt x="575" y="539"/>
                      <a:pt x="654" y="574"/>
                      <a:pt x="742" y="532"/>
                    </a:cubicBezTo>
                    <a:lnTo>
                      <a:pt x="742" y="532"/>
                    </a:lnTo>
                    <a:cubicBezTo>
                      <a:pt x="834" y="488"/>
                      <a:pt x="931" y="337"/>
                      <a:pt x="931" y="337"/>
                    </a:cubicBezTo>
                    <a:lnTo>
                      <a:pt x="654" y="102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73" name="Freeform 3">
                <a:extLst>
                  <a:ext uri="{FF2B5EF4-FFF2-40B4-BE49-F238E27FC236}">
                    <a16:creationId xmlns:a16="http://schemas.microsoft.com/office/drawing/2014/main" id="{F4EBE4E1-9D7F-479E-ADC8-BBA5F081B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66950" y="4212881"/>
                <a:ext cx="814772" cy="760714"/>
              </a:xfrm>
              <a:custGeom>
                <a:avLst/>
                <a:gdLst>
                  <a:gd name="T0" fmla="*/ 654 w 932"/>
                  <a:gd name="T1" fmla="*/ 102 h 867"/>
                  <a:gd name="T2" fmla="*/ 654 w 932"/>
                  <a:gd name="T3" fmla="*/ 102 h 867"/>
                  <a:gd name="T4" fmla="*/ 724 w 932"/>
                  <a:gd name="T5" fmla="*/ 0 h 867"/>
                  <a:gd name="T6" fmla="*/ 560 w 932"/>
                  <a:gd name="T7" fmla="*/ 50 h 867"/>
                  <a:gd name="T8" fmla="*/ 454 w 932"/>
                  <a:gd name="T9" fmla="*/ 154 h 867"/>
                  <a:gd name="T10" fmla="*/ 442 w 932"/>
                  <a:gd name="T11" fmla="*/ 333 h 867"/>
                  <a:gd name="T12" fmla="*/ 0 w 932"/>
                  <a:gd name="T13" fmla="*/ 594 h 867"/>
                  <a:gd name="T14" fmla="*/ 203 w 932"/>
                  <a:gd name="T15" fmla="*/ 866 h 867"/>
                  <a:gd name="T16" fmla="*/ 203 w 932"/>
                  <a:gd name="T17" fmla="*/ 866 h 867"/>
                  <a:gd name="T18" fmla="*/ 575 w 932"/>
                  <a:gd name="T19" fmla="*/ 539 h 867"/>
                  <a:gd name="T20" fmla="*/ 575 w 932"/>
                  <a:gd name="T21" fmla="*/ 539 h 867"/>
                  <a:gd name="T22" fmla="*/ 742 w 932"/>
                  <a:gd name="T23" fmla="*/ 532 h 867"/>
                  <a:gd name="T24" fmla="*/ 742 w 932"/>
                  <a:gd name="T25" fmla="*/ 532 h 867"/>
                  <a:gd name="T26" fmla="*/ 931 w 932"/>
                  <a:gd name="T27" fmla="*/ 337 h 867"/>
                  <a:gd name="T28" fmla="*/ 654 w 932"/>
                  <a:gd name="T29" fmla="*/ 102 h 8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32" h="867">
                    <a:moveTo>
                      <a:pt x="654" y="102"/>
                    </a:moveTo>
                    <a:lnTo>
                      <a:pt x="654" y="102"/>
                    </a:lnTo>
                    <a:cubicBezTo>
                      <a:pt x="654" y="102"/>
                      <a:pt x="738" y="62"/>
                      <a:pt x="724" y="0"/>
                    </a:cubicBezTo>
                    <a:lnTo>
                      <a:pt x="560" y="50"/>
                    </a:lnTo>
                    <a:lnTo>
                      <a:pt x="454" y="154"/>
                    </a:lnTo>
                    <a:lnTo>
                      <a:pt x="442" y="333"/>
                    </a:lnTo>
                    <a:lnTo>
                      <a:pt x="0" y="594"/>
                    </a:lnTo>
                    <a:lnTo>
                      <a:pt x="203" y="866"/>
                    </a:lnTo>
                    <a:lnTo>
                      <a:pt x="203" y="866"/>
                    </a:lnTo>
                    <a:cubicBezTo>
                      <a:pt x="394" y="703"/>
                      <a:pt x="575" y="539"/>
                      <a:pt x="575" y="539"/>
                    </a:cubicBezTo>
                    <a:lnTo>
                      <a:pt x="575" y="539"/>
                    </a:lnTo>
                    <a:cubicBezTo>
                      <a:pt x="575" y="539"/>
                      <a:pt x="654" y="574"/>
                      <a:pt x="742" y="532"/>
                    </a:cubicBezTo>
                    <a:lnTo>
                      <a:pt x="742" y="532"/>
                    </a:lnTo>
                    <a:cubicBezTo>
                      <a:pt x="834" y="488"/>
                      <a:pt x="931" y="337"/>
                      <a:pt x="931" y="337"/>
                    </a:cubicBezTo>
                    <a:lnTo>
                      <a:pt x="654" y="102"/>
                    </a:lnTo>
                  </a:path>
                </a:pathLst>
              </a:custGeom>
              <a:solidFill>
                <a:srgbClr val="C4C8CE">
                  <a:alpha val="50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74" name="Freeform 4">
                <a:extLst>
                  <a:ext uri="{FF2B5EF4-FFF2-40B4-BE49-F238E27FC236}">
                    <a16:creationId xmlns:a16="http://schemas.microsoft.com/office/drawing/2014/main" id="{082CA1F8-5D5E-415E-8B10-9B3753CD16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226466" y="4263081"/>
                <a:ext cx="382288" cy="409318"/>
              </a:xfrm>
              <a:custGeom>
                <a:avLst/>
                <a:gdLst>
                  <a:gd name="T0" fmla="*/ 110 w 438"/>
                  <a:gd name="T1" fmla="*/ 51 h 468"/>
                  <a:gd name="T2" fmla="*/ 110 w 438"/>
                  <a:gd name="T3" fmla="*/ 51 h 468"/>
                  <a:gd name="T4" fmla="*/ 6 w 438"/>
                  <a:gd name="T5" fmla="*/ 213 h 468"/>
                  <a:gd name="T6" fmla="*/ 6 w 438"/>
                  <a:gd name="T7" fmla="*/ 213 h 468"/>
                  <a:gd name="T8" fmla="*/ 51 w 438"/>
                  <a:gd name="T9" fmla="*/ 245 h 468"/>
                  <a:gd name="T10" fmla="*/ 51 w 438"/>
                  <a:gd name="T11" fmla="*/ 245 h 468"/>
                  <a:gd name="T12" fmla="*/ 34 w 438"/>
                  <a:gd name="T13" fmla="*/ 321 h 468"/>
                  <a:gd name="T14" fmla="*/ 34 w 438"/>
                  <a:gd name="T15" fmla="*/ 321 h 468"/>
                  <a:gd name="T16" fmla="*/ 91 w 438"/>
                  <a:gd name="T17" fmla="*/ 319 h 468"/>
                  <a:gd name="T18" fmla="*/ 91 w 438"/>
                  <a:gd name="T19" fmla="*/ 319 h 468"/>
                  <a:gd name="T20" fmla="*/ 92 w 438"/>
                  <a:gd name="T21" fmla="*/ 393 h 468"/>
                  <a:gd name="T22" fmla="*/ 92 w 438"/>
                  <a:gd name="T23" fmla="*/ 393 h 468"/>
                  <a:gd name="T24" fmla="*/ 151 w 438"/>
                  <a:gd name="T25" fmla="*/ 390 h 468"/>
                  <a:gd name="T26" fmla="*/ 151 w 438"/>
                  <a:gd name="T27" fmla="*/ 390 h 468"/>
                  <a:gd name="T28" fmla="*/ 171 w 438"/>
                  <a:gd name="T29" fmla="*/ 453 h 468"/>
                  <a:gd name="T30" fmla="*/ 171 w 438"/>
                  <a:gd name="T31" fmla="*/ 453 h 468"/>
                  <a:gd name="T32" fmla="*/ 410 w 438"/>
                  <a:gd name="T33" fmla="*/ 300 h 468"/>
                  <a:gd name="T34" fmla="*/ 410 w 438"/>
                  <a:gd name="T35" fmla="*/ 300 h 468"/>
                  <a:gd name="T36" fmla="*/ 392 w 438"/>
                  <a:gd name="T37" fmla="*/ 187 h 468"/>
                  <a:gd name="T38" fmla="*/ 392 w 438"/>
                  <a:gd name="T39" fmla="*/ 187 h 468"/>
                  <a:gd name="T40" fmla="*/ 351 w 438"/>
                  <a:gd name="T41" fmla="*/ 123 h 468"/>
                  <a:gd name="T42" fmla="*/ 351 w 438"/>
                  <a:gd name="T43" fmla="*/ 123 h 468"/>
                  <a:gd name="T44" fmla="*/ 299 w 438"/>
                  <a:gd name="T45" fmla="*/ 60 h 468"/>
                  <a:gd name="T46" fmla="*/ 299 w 438"/>
                  <a:gd name="T47" fmla="*/ 60 h 468"/>
                  <a:gd name="T48" fmla="*/ 247 w 438"/>
                  <a:gd name="T49" fmla="*/ 18 h 468"/>
                  <a:gd name="T50" fmla="*/ 247 w 438"/>
                  <a:gd name="T51" fmla="*/ 18 h 468"/>
                  <a:gd name="T52" fmla="*/ 110 w 438"/>
                  <a:gd name="T53" fmla="*/ 51 h 4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38" h="468">
                    <a:moveTo>
                      <a:pt x="110" y="51"/>
                    </a:moveTo>
                    <a:lnTo>
                      <a:pt x="110" y="51"/>
                    </a:lnTo>
                    <a:cubicBezTo>
                      <a:pt x="110" y="51"/>
                      <a:pt x="0" y="171"/>
                      <a:pt x="6" y="213"/>
                    </a:cubicBezTo>
                    <a:lnTo>
                      <a:pt x="6" y="213"/>
                    </a:lnTo>
                    <a:cubicBezTo>
                      <a:pt x="12" y="252"/>
                      <a:pt x="51" y="245"/>
                      <a:pt x="51" y="245"/>
                    </a:cubicBezTo>
                    <a:lnTo>
                      <a:pt x="51" y="245"/>
                    </a:lnTo>
                    <a:cubicBezTo>
                      <a:pt x="51" y="245"/>
                      <a:pt x="13" y="301"/>
                      <a:pt x="34" y="321"/>
                    </a:cubicBezTo>
                    <a:lnTo>
                      <a:pt x="34" y="321"/>
                    </a:lnTo>
                    <a:cubicBezTo>
                      <a:pt x="57" y="342"/>
                      <a:pt x="91" y="319"/>
                      <a:pt x="91" y="319"/>
                    </a:cubicBezTo>
                    <a:lnTo>
                      <a:pt x="91" y="319"/>
                    </a:lnTo>
                    <a:cubicBezTo>
                      <a:pt x="91" y="319"/>
                      <a:pt x="69" y="371"/>
                      <a:pt x="92" y="393"/>
                    </a:cubicBezTo>
                    <a:lnTo>
                      <a:pt x="92" y="393"/>
                    </a:lnTo>
                    <a:cubicBezTo>
                      <a:pt x="113" y="413"/>
                      <a:pt x="151" y="390"/>
                      <a:pt x="151" y="390"/>
                    </a:cubicBezTo>
                    <a:lnTo>
                      <a:pt x="151" y="390"/>
                    </a:lnTo>
                    <a:cubicBezTo>
                      <a:pt x="151" y="390"/>
                      <a:pt x="136" y="443"/>
                      <a:pt x="171" y="453"/>
                    </a:cubicBezTo>
                    <a:lnTo>
                      <a:pt x="171" y="453"/>
                    </a:lnTo>
                    <a:cubicBezTo>
                      <a:pt x="218" y="467"/>
                      <a:pt x="372" y="360"/>
                      <a:pt x="410" y="300"/>
                    </a:cubicBezTo>
                    <a:lnTo>
                      <a:pt x="410" y="300"/>
                    </a:lnTo>
                    <a:cubicBezTo>
                      <a:pt x="425" y="277"/>
                      <a:pt x="437" y="208"/>
                      <a:pt x="392" y="187"/>
                    </a:cubicBezTo>
                    <a:lnTo>
                      <a:pt x="392" y="187"/>
                    </a:lnTo>
                    <a:cubicBezTo>
                      <a:pt x="367" y="175"/>
                      <a:pt x="398" y="142"/>
                      <a:pt x="351" y="123"/>
                    </a:cubicBezTo>
                    <a:lnTo>
                      <a:pt x="351" y="123"/>
                    </a:lnTo>
                    <a:cubicBezTo>
                      <a:pt x="322" y="112"/>
                      <a:pt x="348" y="73"/>
                      <a:pt x="299" y="60"/>
                    </a:cubicBezTo>
                    <a:lnTo>
                      <a:pt x="299" y="60"/>
                    </a:lnTo>
                    <a:cubicBezTo>
                      <a:pt x="251" y="49"/>
                      <a:pt x="278" y="30"/>
                      <a:pt x="247" y="18"/>
                    </a:cubicBezTo>
                    <a:lnTo>
                      <a:pt x="247" y="18"/>
                    </a:lnTo>
                    <a:cubicBezTo>
                      <a:pt x="201" y="0"/>
                      <a:pt x="110" y="51"/>
                      <a:pt x="110" y="5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75" name="Freeform 5">
                <a:extLst>
                  <a:ext uri="{FF2B5EF4-FFF2-40B4-BE49-F238E27FC236}">
                    <a16:creationId xmlns:a16="http://schemas.microsoft.com/office/drawing/2014/main" id="{2A41BFEC-156A-4248-8DB8-2769953F0A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226466" y="4263081"/>
                <a:ext cx="382288" cy="409318"/>
              </a:xfrm>
              <a:custGeom>
                <a:avLst/>
                <a:gdLst>
                  <a:gd name="T0" fmla="*/ 110 w 438"/>
                  <a:gd name="T1" fmla="*/ 51 h 468"/>
                  <a:gd name="T2" fmla="*/ 110 w 438"/>
                  <a:gd name="T3" fmla="*/ 51 h 468"/>
                  <a:gd name="T4" fmla="*/ 6 w 438"/>
                  <a:gd name="T5" fmla="*/ 213 h 468"/>
                  <a:gd name="T6" fmla="*/ 6 w 438"/>
                  <a:gd name="T7" fmla="*/ 213 h 468"/>
                  <a:gd name="T8" fmla="*/ 51 w 438"/>
                  <a:gd name="T9" fmla="*/ 245 h 468"/>
                  <a:gd name="T10" fmla="*/ 51 w 438"/>
                  <a:gd name="T11" fmla="*/ 245 h 468"/>
                  <a:gd name="T12" fmla="*/ 34 w 438"/>
                  <a:gd name="T13" fmla="*/ 321 h 468"/>
                  <a:gd name="T14" fmla="*/ 34 w 438"/>
                  <a:gd name="T15" fmla="*/ 321 h 468"/>
                  <a:gd name="T16" fmla="*/ 91 w 438"/>
                  <a:gd name="T17" fmla="*/ 319 h 468"/>
                  <a:gd name="T18" fmla="*/ 91 w 438"/>
                  <a:gd name="T19" fmla="*/ 319 h 468"/>
                  <a:gd name="T20" fmla="*/ 92 w 438"/>
                  <a:gd name="T21" fmla="*/ 393 h 468"/>
                  <a:gd name="T22" fmla="*/ 92 w 438"/>
                  <a:gd name="T23" fmla="*/ 393 h 468"/>
                  <a:gd name="T24" fmla="*/ 151 w 438"/>
                  <a:gd name="T25" fmla="*/ 390 h 468"/>
                  <a:gd name="T26" fmla="*/ 151 w 438"/>
                  <a:gd name="T27" fmla="*/ 390 h 468"/>
                  <a:gd name="T28" fmla="*/ 171 w 438"/>
                  <a:gd name="T29" fmla="*/ 453 h 468"/>
                  <a:gd name="T30" fmla="*/ 171 w 438"/>
                  <a:gd name="T31" fmla="*/ 453 h 468"/>
                  <a:gd name="T32" fmla="*/ 410 w 438"/>
                  <a:gd name="T33" fmla="*/ 300 h 468"/>
                  <a:gd name="T34" fmla="*/ 410 w 438"/>
                  <a:gd name="T35" fmla="*/ 300 h 468"/>
                  <a:gd name="T36" fmla="*/ 392 w 438"/>
                  <a:gd name="T37" fmla="*/ 187 h 468"/>
                  <a:gd name="T38" fmla="*/ 392 w 438"/>
                  <a:gd name="T39" fmla="*/ 187 h 468"/>
                  <a:gd name="T40" fmla="*/ 351 w 438"/>
                  <a:gd name="T41" fmla="*/ 123 h 468"/>
                  <a:gd name="T42" fmla="*/ 351 w 438"/>
                  <a:gd name="T43" fmla="*/ 123 h 468"/>
                  <a:gd name="T44" fmla="*/ 299 w 438"/>
                  <a:gd name="T45" fmla="*/ 60 h 468"/>
                  <a:gd name="T46" fmla="*/ 299 w 438"/>
                  <a:gd name="T47" fmla="*/ 60 h 468"/>
                  <a:gd name="T48" fmla="*/ 247 w 438"/>
                  <a:gd name="T49" fmla="*/ 18 h 468"/>
                  <a:gd name="T50" fmla="*/ 247 w 438"/>
                  <a:gd name="T51" fmla="*/ 18 h 468"/>
                  <a:gd name="T52" fmla="*/ 110 w 438"/>
                  <a:gd name="T53" fmla="*/ 51 h 4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438" h="468">
                    <a:moveTo>
                      <a:pt x="110" y="51"/>
                    </a:moveTo>
                    <a:lnTo>
                      <a:pt x="110" y="51"/>
                    </a:lnTo>
                    <a:cubicBezTo>
                      <a:pt x="110" y="51"/>
                      <a:pt x="0" y="171"/>
                      <a:pt x="6" y="213"/>
                    </a:cubicBezTo>
                    <a:lnTo>
                      <a:pt x="6" y="213"/>
                    </a:lnTo>
                    <a:cubicBezTo>
                      <a:pt x="12" y="252"/>
                      <a:pt x="51" y="245"/>
                      <a:pt x="51" y="245"/>
                    </a:cubicBezTo>
                    <a:lnTo>
                      <a:pt x="51" y="245"/>
                    </a:lnTo>
                    <a:cubicBezTo>
                      <a:pt x="51" y="245"/>
                      <a:pt x="13" y="301"/>
                      <a:pt x="34" y="321"/>
                    </a:cubicBezTo>
                    <a:lnTo>
                      <a:pt x="34" y="321"/>
                    </a:lnTo>
                    <a:cubicBezTo>
                      <a:pt x="57" y="342"/>
                      <a:pt x="91" y="319"/>
                      <a:pt x="91" y="319"/>
                    </a:cubicBezTo>
                    <a:lnTo>
                      <a:pt x="91" y="319"/>
                    </a:lnTo>
                    <a:cubicBezTo>
                      <a:pt x="91" y="319"/>
                      <a:pt x="69" y="371"/>
                      <a:pt x="92" y="393"/>
                    </a:cubicBezTo>
                    <a:lnTo>
                      <a:pt x="92" y="393"/>
                    </a:lnTo>
                    <a:cubicBezTo>
                      <a:pt x="113" y="413"/>
                      <a:pt x="151" y="390"/>
                      <a:pt x="151" y="390"/>
                    </a:cubicBezTo>
                    <a:lnTo>
                      <a:pt x="151" y="390"/>
                    </a:lnTo>
                    <a:cubicBezTo>
                      <a:pt x="151" y="390"/>
                      <a:pt x="136" y="443"/>
                      <a:pt x="171" y="453"/>
                    </a:cubicBezTo>
                    <a:lnTo>
                      <a:pt x="171" y="453"/>
                    </a:lnTo>
                    <a:cubicBezTo>
                      <a:pt x="218" y="467"/>
                      <a:pt x="372" y="360"/>
                      <a:pt x="410" y="300"/>
                    </a:cubicBezTo>
                    <a:lnTo>
                      <a:pt x="410" y="300"/>
                    </a:lnTo>
                    <a:cubicBezTo>
                      <a:pt x="425" y="277"/>
                      <a:pt x="437" y="208"/>
                      <a:pt x="392" y="187"/>
                    </a:cubicBezTo>
                    <a:lnTo>
                      <a:pt x="392" y="187"/>
                    </a:lnTo>
                    <a:cubicBezTo>
                      <a:pt x="367" y="175"/>
                      <a:pt x="398" y="142"/>
                      <a:pt x="351" y="123"/>
                    </a:cubicBezTo>
                    <a:lnTo>
                      <a:pt x="351" y="123"/>
                    </a:lnTo>
                    <a:cubicBezTo>
                      <a:pt x="322" y="112"/>
                      <a:pt x="348" y="73"/>
                      <a:pt x="299" y="60"/>
                    </a:cubicBezTo>
                    <a:lnTo>
                      <a:pt x="299" y="60"/>
                    </a:lnTo>
                    <a:cubicBezTo>
                      <a:pt x="251" y="49"/>
                      <a:pt x="278" y="30"/>
                      <a:pt x="247" y="18"/>
                    </a:cubicBezTo>
                    <a:lnTo>
                      <a:pt x="247" y="18"/>
                    </a:lnTo>
                    <a:cubicBezTo>
                      <a:pt x="201" y="0"/>
                      <a:pt x="110" y="51"/>
                      <a:pt x="110" y="51"/>
                    </a:cubicBezTo>
                  </a:path>
                </a:pathLst>
              </a:custGeom>
              <a:solidFill>
                <a:srgbClr val="C4C8CE">
                  <a:alpha val="25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76" name="Freeform 6">
                <a:extLst>
                  <a:ext uri="{FF2B5EF4-FFF2-40B4-BE49-F238E27FC236}">
                    <a16:creationId xmlns:a16="http://schemas.microsoft.com/office/drawing/2014/main" id="{61F4DE04-3F51-42DD-9525-EA7FB503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96121" y="4610615"/>
                <a:ext cx="1668162" cy="679622"/>
              </a:xfrm>
              <a:custGeom>
                <a:avLst/>
                <a:gdLst>
                  <a:gd name="T0" fmla="*/ 1905 w 1906"/>
                  <a:gd name="T1" fmla="*/ 436 h 775"/>
                  <a:gd name="T2" fmla="*/ 1581 w 1906"/>
                  <a:gd name="T3" fmla="*/ 0 h 775"/>
                  <a:gd name="T4" fmla="*/ 1432 w 1906"/>
                  <a:gd name="T5" fmla="*/ 111 h 775"/>
                  <a:gd name="T6" fmla="*/ 1487 w 1906"/>
                  <a:gd name="T7" fmla="*/ 185 h 775"/>
                  <a:gd name="T8" fmla="*/ 1238 w 1906"/>
                  <a:gd name="T9" fmla="*/ 331 h 775"/>
                  <a:gd name="T10" fmla="*/ 161 w 1906"/>
                  <a:gd name="T11" fmla="*/ 70 h 775"/>
                  <a:gd name="T12" fmla="*/ 161 w 1906"/>
                  <a:gd name="T13" fmla="*/ 70 h 775"/>
                  <a:gd name="T14" fmla="*/ 296 w 1906"/>
                  <a:gd name="T15" fmla="*/ 618 h 775"/>
                  <a:gd name="T16" fmla="*/ 296 w 1906"/>
                  <a:gd name="T17" fmla="*/ 618 h 775"/>
                  <a:gd name="T18" fmla="*/ 1351 w 1906"/>
                  <a:gd name="T19" fmla="*/ 723 h 775"/>
                  <a:gd name="T20" fmla="*/ 1351 w 1906"/>
                  <a:gd name="T21" fmla="*/ 723 h 775"/>
                  <a:gd name="T22" fmla="*/ 1699 w 1906"/>
                  <a:gd name="T23" fmla="*/ 469 h 775"/>
                  <a:gd name="T24" fmla="*/ 1756 w 1906"/>
                  <a:gd name="T25" fmla="*/ 546 h 775"/>
                  <a:gd name="T26" fmla="*/ 1905 w 1906"/>
                  <a:gd name="T27" fmla="*/ 436 h 7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906" h="775">
                    <a:moveTo>
                      <a:pt x="1905" y="436"/>
                    </a:moveTo>
                    <a:lnTo>
                      <a:pt x="1581" y="0"/>
                    </a:lnTo>
                    <a:lnTo>
                      <a:pt x="1432" y="111"/>
                    </a:lnTo>
                    <a:lnTo>
                      <a:pt x="1487" y="185"/>
                    </a:lnTo>
                    <a:lnTo>
                      <a:pt x="1238" y="331"/>
                    </a:lnTo>
                    <a:lnTo>
                      <a:pt x="161" y="70"/>
                    </a:lnTo>
                    <a:lnTo>
                      <a:pt x="161" y="70"/>
                    </a:lnTo>
                    <a:cubicBezTo>
                      <a:pt x="161" y="70"/>
                      <a:pt x="0" y="497"/>
                      <a:pt x="296" y="618"/>
                    </a:cubicBezTo>
                    <a:lnTo>
                      <a:pt x="296" y="618"/>
                    </a:lnTo>
                    <a:cubicBezTo>
                      <a:pt x="647" y="762"/>
                      <a:pt x="1208" y="774"/>
                      <a:pt x="1351" y="723"/>
                    </a:cubicBezTo>
                    <a:lnTo>
                      <a:pt x="1351" y="723"/>
                    </a:lnTo>
                    <a:cubicBezTo>
                      <a:pt x="1409" y="702"/>
                      <a:pt x="1551" y="593"/>
                      <a:pt x="1699" y="469"/>
                    </a:cubicBezTo>
                    <a:lnTo>
                      <a:pt x="1756" y="546"/>
                    </a:lnTo>
                    <a:lnTo>
                      <a:pt x="1905" y="436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77" name="Freeform 7">
                <a:extLst>
                  <a:ext uri="{FF2B5EF4-FFF2-40B4-BE49-F238E27FC236}">
                    <a16:creationId xmlns:a16="http://schemas.microsoft.com/office/drawing/2014/main" id="{73AA0E18-61C3-45E0-B4BC-1193B7CB97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96121" y="4672399"/>
                <a:ext cx="780020" cy="590806"/>
              </a:xfrm>
              <a:custGeom>
                <a:avLst/>
                <a:gdLst>
                  <a:gd name="T0" fmla="*/ 281 w 892"/>
                  <a:gd name="T1" fmla="*/ 28 h 674"/>
                  <a:gd name="T2" fmla="*/ 161 w 892"/>
                  <a:gd name="T3" fmla="*/ 0 h 674"/>
                  <a:gd name="T4" fmla="*/ 161 w 892"/>
                  <a:gd name="T5" fmla="*/ 0 h 674"/>
                  <a:gd name="T6" fmla="*/ 296 w 892"/>
                  <a:gd name="T7" fmla="*/ 548 h 674"/>
                  <a:gd name="T8" fmla="*/ 296 w 892"/>
                  <a:gd name="T9" fmla="*/ 548 h 674"/>
                  <a:gd name="T10" fmla="*/ 891 w 892"/>
                  <a:gd name="T11" fmla="*/ 673 h 674"/>
                  <a:gd name="T12" fmla="*/ 891 w 892"/>
                  <a:gd name="T13" fmla="*/ 673 h 674"/>
                  <a:gd name="T14" fmla="*/ 281 w 892"/>
                  <a:gd name="T15" fmla="*/ 28 h 6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92" h="674">
                    <a:moveTo>
                      <a:pt x="281" y="28"/>
                    </a:moveTo>
                    <a:lnTo>
                      <a:pt x="161" y="0"/>
                    </a:lnTo>
                    <a:lnTo>
                      <a:pt x="161" y="0"/>
                    </a:lnTo>
                    <a:cubicBezTo>
                      <a:pt x="161" y="0"/>
                      <a:pt x="0" y="427"/>
                      <a:pt x="296" y="548"/>
                    </a:cubicBezTo>
                    <a:lnTo>
                      <a:pt x="296" y="548"/>
                    </a:lnTo>
                    <a:cubicBezTo>
                      <a:pt x="469" y="618"/>
                      <a:pt x="692" y="658"/>
                      <a:pt x="891" y="673"/>
                    </a:cubicBezTo>
                    <a:lnTo>
                      <a:pt x="891" y="673"/>
                    </a:lnTo>
                    <a:cubicBezTo>
                      <a:pt x="532" y="501"/>
                      <a:pt x="349" y="177"/>
                      <a:pt x="281" y="28"/>
                    </a:cubicBezTo>
                  </a:path>
                </a:pathLst>
              </a:custGeom>
              <a:solidFill>
                <a:srgbClr val="111340">
                  <a:alpha val="25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78" name="Freeform 8">
                <a:extLst>
                  <a:ext uri="{FF2B5EF4-FFF2-40B4-BE49-F238E27FC236}">
                    <a16:creationId xmlns:a16="http://schemas.microsoft.com/office/drawing/2014/main" id="{5E40A783-EDAF-4B0E-AAD9-0F3DD41D9F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51105" y="4610615"/>
                <a:ext cx="413178" cy="478824"/>
              </a:xfrm>
              <a:custGeom>
                <a:avLst/>
                <a:gdLst>
                  <a:gd name="T0" fmla="*/ 324 w 474"/>
                  <a:gd name="T1" fmla="*/ 546 h 547"/>
                  <a:gd name="T2" fmla="*/ 0 w 474"/>
                  <a:gd name="T3" fmla="*/ 111 h 547"/>
                  <a:gd name="T4" fmla="*/ 149 w 474"/>
                  <a:gd name="T5" fmla="*/ 0 h 547"/>
                  <a:gd name="T6" fmla="*/ 473 w 474"/>
                  <a:gd name="T7" fmla="*/ 436 h 547"/>
                  <a:gd name="T8" fmla="*/ 324 w 474"/>
                  <a:gd name="T9" fmla="*/ 546 h 5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74" h="547">
                    <a:moveTo>
                      <a:pt x="324" y="546"/>
                    </a:moveTo>
                    <a:lnTo>
                      <a:pt x="0" y="111"/>
                    </a:lnTo>
                    <a:lnTo>
                      <a:pt x="149" y="0"/>
                    </a:lnTo>
                    <a:lnTo>
                      <a:pt x="473" y="436"/>
                    </a:lnTo>
                    <a:lnTo>
                      <a:pt x="324" y="546"/>
                    </a:lnTo>
                  </a:path>
                </a:pathLst>
              </a:custGeom>
              <a:solidFill>
                <a:srgbClr val="111340">
                  <a:alpha val="25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79" name="Freeform 9">
                <a:extLst>
                  <a:ext uri="{FF2B5EF4-FFF2-40B4-BE49-F238E27FC236}">
                    <a16:creationId xmlns:a16="http://schemas.microsoft.com/office/drawing/2014/main" id="{359158C5-EE7A-4059-8D8B-F959FF0998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57781" y="4494770"/>
                <a:ext cx="1247259" cy="2220354"/>
              </a:xfrm>
              <a:custGeom>
                <a:avLst/>
                <a:gdLst>
                  <a:gd name="T0" fmla="*/ 1367 w 1425"/>
                  <a:gd name="T1" fmla="*/ 2487 h 2536"/>
                  <a:gd name="T2" fmla="*/ 0 w 1425"/>
                  <a:gd name="T3" fmla="*/ 2535 h 2536"/>
                  <a:gd name="T4" fmla="*/ 469 w 1425"/>
                  <a:gd name="T5" fmla="*/ 169 h 2536"/>
                  <a:gd name="T6" fmla="*/ 896 w 1425"/>
                  <a:gd name="T7" fmla="*/ 0 h 2536"/>
                  <a:gd name="T8" fmla="*/ 1179 w 1425"/>
                  <a:gd name="T9" fmla="*/ 48 h 2536"/>
                  <a:gd name="T10" fmla="*/ 1292 w 1425"/>
                  <a:gd name="T11" fmla="*/ 219 h 2536"/>
                  <a:gd name="T12" fmla="*/ 1292 w 1425"/>
                  <a:gd name="T13" fmla="*/ 219 h 2536"/>
                  <a:gd name="T14" fmla="*/ 1399 w 1425"/>
                  <a:gd name="T15" fmla="*/ 1450 h 2536"/>
                  <a:gd name="T16" fmla="*/ 1399 w 1425"/>
                  <a:gd name="T17" fmla="*/ 1450 h 2536"/>
                  <a:gd name="T18" fmla="*/ 1367 w 1425"/>
                  <a:gd name="T19" fmla="*/ 2487 h 25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25" h="2536">
                    <a:moveTo>
                      <a:pt x="1367" y="2487"/>
                    </a:moveTo>
                    <a:lnTo>
                      <a:pt x="0" y="2535"/>
                    </a:lnTo>
                    <a:lnTo>
                      <a:pt x="469" y="169"/>
                    </a:lnTo>
                    <a:lnTo>
                      <a:pt x="896" y="0"/>
                    </a:lnTo>
                    <a:lnTo>
                      <a:pt x="1179" y="48"/>
                    </a:lnTo>
                    <a:lnTo>
                      <a:pt x="1292" y="219"/>
                    </a:lnTo>
                    <a:lnTo>
                      <a:pt x="1292" y="219"/>
                    </a:lnTo>
                    <a:cubicBezTo>
                      <a:pt x="1292" y="219"/>
                      <a:pt x="1366" y="680"/>
                      <a:pt x="1399" y="1450"/>
                    </a:cubicBezTo>
                    <a:lnTo>
                      <a:pt x="1399" y="1450"/>
                    </a:lnTo>
                    <a:cubicBezTo>
                      <a:pt x="1424" y="2058"/>
                      <a:pt x="1367" y="2487"/>
                      <a:pt x="1367" y="248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80" name="Freeform 10">
                <a:extLst>
                  <a:ext uri="{FF2B5EF4-FFF2-40B4-BE49-F238E27FC236}">
                    <a16:creationId xmlns:a16="http://schemas.microsoft.com/office/drawing/2014/main" id="{D68B1F7C-273C-4207-980E-39224E923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45923" y="4680122"/>
                <a:ext cx="88813" cy="2004110"/>
              </a:xfrm>
              <a:custGeom>
                <a:avLst/>
                <a:gdLst>
                  <a:gd name="T0" fmla="*/ 25 w 102"/>
                  <a:gd name="T1" fmla="*/ 2289 h 2290"/>
                  <a:gd name="T2" fmla="*/ 0 w 102"/>
                  <a:gd name="T3" fmla="*/ 2283 h 2290"/>
                  <a:gd name="T4" fmla="*/ 0 w 102"/>
                  <a:gd name="T5" fmla="*/ 2283 h 2290"/>
                  <a:gd name="T6" fmla="*/ 62 w 102"/>
                  <a:gd name="T7" fmla="*/ 863 h 2290"/>
                  <a:gd name="T8" fmla="*/ 62 w 102"/>
                  <a:gd name="T9" fmla="*/ 863 h 2290"/>
                  <a:gd name="T10" fmla="*/ 15 w 102"/>
                  <a:gd name="T11" fmla="*/ 2 h 2290"/>
                  <a:gd name="T12" fmla="*/ 42 w 102"/>
                  <a:gd name="T13" fmla="*/ 0 h 2290"/>
                  <a:gd name="T14" fmla="*/ 42 w 102"/>
                  <a:gd name="T15" fmla="*/ 0 h 2290"/>
                  <a:gd name="T16" fmla="*/ 88 w 102"/>
                  <a:gd name="T17" fmla="*/ 862 h 2290"/>
                  <a:gd name="T18" fmla="*/ 88 w 102"/>
                  <a:gd name="T19" fmla="*/ 862 h 2290"/>
                  <a:gd name="T20" fmla="*/ 25 w 102"/>
                  <a:gd name="T21" fmla="*/ 2289 h 22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2" h="2290">
                    <a:moveTo>
                      <a:pt x="25" y="2289"/>
                    </a:moveTo>
                    <a:lnTo>
                      <a:pt x="0" y="2283"/>
                    </a:lnTo>
                    <a:lnTo>
                      <a:pt x="0" y="2283"/>
                    </a:lnTo>
                    <a:cubicBezTo>
                      <a:pt x="74" y="1898"/>
                      <a:pt x="75" y="1298"/>
                      <a:pt x="62" y="863"/>
                    </a:cubicBezTo>
                    <a:lnTo>
                      <a:pt x="62" y="863"/>
                    </a:lnTo>
                    <a:cubicBezTo>
                      <a:pt x="48" y="390"/>
                      <a:pt x="16" y="6"/>
                      <a:pt x="15" y="2"/>
                    </a:cubicBezTo>
                    <a:lnTo>
                      <a:pt x="42" y="0"/>
                    </a:lnTo>
                    <a:lnTo>
                      <a:pt x="42" y="0"/>
                    </a:lnTo>
                    <a:cubicBezTo>
                      <a:pt x="42" y="3"/>
                      <a:pt x="74" y="390"/>
                      <a:pt x="88" y="862"/>
                    </a:cubicBezTo>
                    <a:lnTo>
                      <a:pt x="88" y="862"/>
                    </a:lnTo>
                    <a:cubicBezTo>
                      <a:pt x="101" y="1298"/>
                      <a:pt x="100" y="1901"/>
                      <a:pt x="25" y="2289"/>
                    </a:cubicBezTo>
                  </a:path>
                </a:pathLst>
              </a:custGeom>
              <a:solidFill>
                <a:schemeClr val="tx2">
                  <a:alpha val="25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480B5DF2-0569-44BD-841D-580C66ED1C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42460" y="5452419"/>
                <a:ext cx="95628" cy="1111200"/>
              </a:xfrm>
              <a:custGeom>
                <a:avLst/>
                <a:gdLst>
                  <a:gd name="connsiteX0" fmla="*/ 22276 w 95628"/>
                  <a:gd name="connsiteY0" fmla="*/ 1065770 h 1111200"/>
                  <a:gd name="connsiteX1" fmla="*/ 45446 w 95628"/>
                  <a:gd name="connsiteY1" fmla="*/ 1088485 h 1111200"/>
                  <a:gd name="connsiteX2" fmla="*/ 24060 w 95628"/>
                  <a:gd name="connsiteY2" fmla="*/ 1111200 h 1111200"/>
                  <a:gd name="connsiteX3" fmla="*/ 0 w 95628"/>
                  <a:gd name="connsiteY3" fmla="*/ 1089394 h 1111200"/>
                  <a:gd name="connsiteX4" fmla="*/ 22276 w 95628"/>
                  <a:gd name="connsiteY4" fmla="*/ 1065770 h 1111200"/>
                  <a:gd name="connsiteX5" fmla="*/ 49308 w 95628"/>
                  <a:gd name="connsiteY5" fmla="*/ 822495 h 1111200"/>
                  <a:gd name="connsiteX6" fmla="*/ 71586 w 95628"/>
                  <a:gd name="connsiteY6" fmla="*/ 844301 h 1111200"/>
                  <a:gd name="connsiteX7" fmla="*/ 50200 w 95628"/>
                  <a:gd name="connsiteY7" fmla="*/ 867016 h 1111200"/>
                  <a:gd name="connsiteX8" fmla="*/ 27030 w 95628"/>
                  <a:gd name="connsiteY8" fmla="*/ 846119 h 1111200"/>
                  <a:gd name="connsiteX9" fmla="*/ 49308 w 95628"/>
                  <a:gd name="connsiteY9" fmla="*/ 822495 h 1111200"/>
                  <a:gd name="connsiteX10" fmla="*/ 72006 w 95628"/>
                  <a:gd name="connsiteY10" fmla="*/ 553100 h 1111200"/>
                  <a:gd name="connsiteX11" fmla="*/ 95628 w 95628"/>
                  <a:gd name="connsiteY11" fmla="*/ 573997 h 1111200"/>
                  <a:gd name="connsiteX12" fmla="*/ 73822 w 95628"/>
                  <a:gd name="connsiteY12" fmla="*/ 597621 h 1111200"/>
                  <a:gd name="connsiteX13" fmla="*/ 50200 w 95628"/>
                  <a:gd name="connsiteY13" fmla="*/ 575815 h 1111200"/>
                  <a:gd name="connsiteX14" fmla="*/ 72006 w 95628"/>
                  <a:gd name="connsiteY14" fmla="*/ 553100 h 1111200"/>
                  <a:gd name="connsiteX15" fmla="*/ 60420 w 95628"/>
                  <a:gd name="connsiteY15" fmla="*/ 267332 h 1111200"/>
                  <a:gd name="connsiteX16" fmla="*/ 84044 w 95628"/>
                  <a:gd name="connsiteY16" fmla="*/ 287828 h 1111200"/>
                  <a:gd name="connsiteX17" fmla="*/ 62238 w 95628"/>
                  <a:gd name="connsiteY17" fmla="*/ 311888 h 1111200"/>
                  <a:gd name="connsiteX18" fmla="*/ 38614 w 95628"/>
                  <a:gd name="connsiteY18" fmla="*/ 289610 h 1111200"/>
                  <a:gd name="connsiteX19" fmla="*/ 60420 w 95628"/>
                  <a:gd name="connsiteY19" fmla="*/ 267332 h 1111200"/>
                  <a:gd name="connsiteX20" fmla="*/ 52698 w 95628"/>
                  <a:gd name="connsiteY20" fmla="*/ 0 h 1111200"/>
                  <a:gd name="connsiteX21" fmla="*/ 76320 w 95628"/>
                  <a:gd name="connsiteY21" fmla="*/ 22278 h 1111200"/>
                  <a:gd name="connsiteX22" fmla="*/ 54514 w 95628"/>
                  <a:gd name="connsiteY22" fmla="*/ 44556 h 1111200"/>
                  <a:gd name="connsiteX23" fmla="*/ 30892 w 95628"/>
                  <a:gd name="connsiteY23" fmla="*/ 24060 h 1111200"/>
                  <a:gd name="connsiteX24" fmla="*/ 52698 w 95628"/>
                  <a:gd name="connsiteY24" fmla="*/ 0 h 1111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95628" h="1111200">
                    <a:moveTo>
                      <a:pt x="22276" y="1065770"/>
                    </a:moveTo>
                    <a:cubicBezTo>
                      <a:pt x="34752" y="1065770"/>
                      <a:pt x="44554" y="1075765"/>
                      <a:pt x="45446" y="1088485"/>
                    </a:cubicBezTo>
                    <a:cubicBezTo>
                      <a:pt x="45446" y="1100297"/>
                      <a:pt x="35644" y="1111200"/>
                      <a:pt x="24060" y="1111200"/>
                    </a:cubicBezTo>
                    <a:cubicBezTo>
                      <a:pt x="11584" y="1111200"/>
                      <a:pt x="890" y="1102114"/>
                      <a:pt x="0" y="1089394"/>
                    </a:cubicBezTo>
                    <a:cubicBezTo>
                      <a:pt x="0" y="1076673"/>
                      <a:pt x="9802" y="1066679"/>
                      <a:pt x="22276" y="1065770"/>
                    </a:cubicBezTo>
                    <a:close/>
                    <a:moveTo>
                      <a:pt x="49308" y="822495"/>
                    </a:moveTo>
                    <a:cubicBezTo>
                      <a:pt x="60892" y="822495"/>
                      <a:pt x="70694" y="831581"/>
                      <a:pt x="71586" y="844301"/>
                    </a:cubicBezTo>
                    <a:cubicBezTo>
                      <a:pt x="72476" y="856113"/>
                      <a:pt x="62674" y="867016"/>
                      <a:pt x="50200" y="867016"/>
                    </a:cubicBezTo>
                    <a:cubicBezTo>
                      <a:pt x="38614" y="867925"/>
                      <a:pt x="27030" y="857930"/>
                      <a:pt x="27030" y="846119"/>
                    </a:cubicBezTo>
                    <a:cubicBezTo>
                      <a:pt x="27030" y="833398"/>
                      <a:pt x="36832" y="822495"/>
                      <a:pt x="49308" y="822495"/>
                    </a:cubicBezTo>
                    <a:close/>
                    <a:moveTo>
                      <a:pt x="72006" y="553100"/>
                    </a:moveTo>
                    <a:cubicBezTo>
                      <a:pt x="84726" y="552191"/>
                      <a:pt x="94720" y="562186"/>
                      <a:pt x="95628" y="573997"/>
                    </a:cubicBezTo>
                    <a:cubicBezTo>
                      <a:pt x="95628" y="586718"/>
                      <a:pt x="86542" y="597621"/>
                      <a:pt x="73822" y="597621"/>
                    </a:cubicBezTo>
                    <a:cubicBezTo>
                      <a:pt x="61102" y="597621"/>
                      <a:pt x="51108" y="588535"/>
                      <a:pt x="50200" y="575815"/>
                    </a:cubicBezTo>
                    <a:cubicBezTo>
                      <a:pt x="50200" y="564003"/>
                      <a:pt x="59284" y="553100"/>
                      <a:pt x="72006" y="553100"/>
                    </a:cubicBezTo>
                    <a:close/>
                    <a:moveTo>
                      <a:pt x="60420" y="267332"/>
                    </a:moveTo>
                    <a:cubicBezTo>
                      <a:pt x="73140" y="266441"/>
                      <a:pt x="83134" y="275352"/>
                      <a:pt x="84044" y="287828"/>
                    </a:cubicBezTo>
                    <a:cubicBezTo>
                      <a:pt x="84044" y="300304"/>
                      <a:pt x="74048" y="310997"/>
                      <a:pt x="62238" y="311888"/>
                    </a:cubicBezTo>
                    <a:cubicBezTo>
                      <a:pt x="49518" y="311888"/>
                      <a:pt x="38614" y="302086"/>
                      <a:pt x="38614" y="289610"/>
                    </a:cubicBezTo>
                    <a:cubicBezTo>
                      <a:pt x="38614" y="277135"/>
                      <a:pt x="47700" y="267332"/>
                      <a:pt x="60420" y="267332"/>
                    </a:cubicBezTo>
                    <a:close/>
                    <a:moveTo>
                      <a:pt x="52698" y="0"/>
                    </a:moveTo>
                    <a:cubicBezTo>
                      <a:pt x="65418" y="0"/>
                      <a:pt x="76320" y="9803"/>
                      <a:pt x="76320" y="22278"/>
                    </a:cubicBezTo>
                    <a:cubicBezTo>
                      <a:pt x="76320" y="33863"/>
                      <a:pt x="67234" y="44556"/>
                      <a:pt x="54514" y="44556"/>
                    </a:cubicBezTo>
                    <a:cubicBezTo>
                      <a:pt x="41794" y="45447"/>
                      <a:pt x="31800" y="35645"/>
                      <a:pt x="30892" y="24060"/>
                    </a:cubicBezTo>
                    <a:cubicBezTo>
                      <a:pt x="30892" y="11585"/>
                      <a:pt x="40886" y="891"/>
                      <a:pt x="52698" y="0"/>
                    </a:cubicBezTo>
                    <a:close/>
                  </a:path>
                </a:pathLst>
              </a:custGeom>
              <a:solidFill>
                <a:schemeClr val="tx2">
                  <a:alpha val="25000"/>
                </a:schemeClr>
              </a:solidFill>
              <a:ln>
                <a:noFill/>
              </a:ln>
              <a:effectLst/>
            </p:spPr>
            <p:txBody>
              <a:bodyPr wrap="square" anchor="ctr">
                <a:noAutofit/>
              </a:bodyPr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82" name="Freeform 16">
                <a:extLst>
                  <a:ext uri="{FF2B5EF4-FFF2-40B4-BE49-F238E27FC236}">
                    <a16:creationId xmlns:a16="http://schemas.microsoft.com/office/drawing/2014/main" id="{CD4005A0-C55B-45DD-B4CE-7D2373D0AE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57781" y="4907948"/>
                <a:ext cx="610115" cy="1807176"/>
              </a:xfrm>
              <a:custGeom>
                <a:avLst/>
                <a:gdLst>
                  <a:gd name="T0" fmla="*/ 409 w 695"/>
                  <a:gd name="T1" fmla="*/ 0 h 2063"/>
                  <a:gd name="T2" fmla="*/ 0 w 695"/>
                  <a:gd name="T3" fmla="*/ 2062 h 2063"/>
                  <a:gd name="T4" fmla="*/ 253 w 695"/>
                  <a:gd name="T5" fmla="*/ 2053 h 2063"/>
                  <a:gd name="T6" fmla="*/ 253 w 695"/>
                  <a:gd name="T7" fmla="*/ 2053 h 2063"/>
                  <a:gd name="T8" fmla="*/ 559 w 695"/>
                  <a:gd name="T9" fmla="*/ 1195 h 2063"/>
                  <a:gd name="T10" fmla="*/ 559 w 695"/>
                  <a:gd name="T11" fmla="*/ 1195 h 2063"/>
                  <a:gd name="T12" fmla="*/ 409 w 695"/>
                  <a:gd name="T13" fmla="*/ 0 h 20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95" h="2063">
                    <a:moveTo>
                      <a:pt x="409" y="0"/>
                    </a:moveTo>
                    <a:lnTo>
                      <a:pt x="0" y="2062"/>
                    </a:lnTo>
                    <a:lnTo>
                      <a:pt x="253" y="2053"/>
                    </a:lnTo>
                    <a:lnTo>
                      <a:pt x="253" y="2053"/>
                    </a:lnTo>
                    <a:cubicBezTo>
                      <a:pt x="319" y="1913"/>
                      <a:pt x="482" y="1618"/>
                      <a:pt x="559" y="1195"/>
                    </a:cubicBezTo>
                    <a:lnTo>
                      <a:pt x="559" y="1195"/>
                    </a:lnTo>
                    <a:cubicBezTo>
                      <a:pt x="645" y="729"/>
                      <a:pt x="694" y="11"/>
                      <a:pt x="409" y="0"/>
                    </a:cubicBezTo>
                  </a:path>
                </a:pathLst>
              </a:custGeom>
              <a:solidFill>
                <a:srgbClr val="111340">
                  <a:alpha val="25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83" name="Freeform 17">
                <a:extLst>
                  <a:ext uri="{FF2B5EF4-FFF2-40B4-BE49-F238E27FC236}">
                    <a16:creationId xmlns:a16="http://schemas.microsoft.com/office/drawing/2014/main" id="{80BB7A07-2441-4C0A-A95C-785DE71950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967247" y="6116595"/>
                <a:ext cx="791604" cy="668036"/>
              </a:xfrm>
              <a:custGeom>
                <a:avLst/>
                <a:gdLst>
                  <a:gd name="T0" fmla="*/ 178 w 905"/>
                  <a:gd name="T1" fmla="*/ 401 h 762"/>
                  <a:gd name="T2" fmla="*/ 656 w 905"/>
                  <a:gd name="T3" fmla="*/ 583 h 762"/>
                  <a:gd name="T4" fmla="*/ 753 w 905"/>
                  <a:gd name="T5" fmla="*/ 333 h 762"/>
                  <a:gd name="T6" fmla="*/ 274 w 905"/>
                  <a:gd name="T7" fmla="*/ 150 h 762"/>
                  <a:gd name="T8" fmla="*/ 178 w 905"/>
                  <a:gd name="T9" fmla="*/ 401 h 762"/>
                  <a:gd name="T10" fmla="*/ 737 w 905"/>
                  <a:gd name="T11" fmla="*/ 761 h 762"/>
                  <a:gd name="T12" fmla="*/ 0 w 905"/>
                  <a:gd name="T13" fmla="*/ 480 h 762"/>
                  <a:gd name="T14" fmla="*/ 136 w 905"/>
                  <a:gd name="T15" fmla="*/ 129 h 762"/>
                  <a:gd name="T16" fmla="*/ 136 w 905"/>
                  <a:gd name="T17" fmla="*/ 129 h 762"/>
                  <a:gd name="T18" fmla="*/ 351 w 905"/>
                  <a:gd name="T19" fmla="*/ 33 h 762"/>
                  <a:gd name="T20" fmla="*/ 774 w 905"/>
                  <a:gd name="T21" fmla="*/ 194 h 762"/>
                  <a:gd name="T22" fmla="*/ 774 w 905"/>
                  <a:gd name="T23" fmla="*/ 194 h 762"/>
                  <a:gd name="T24" fmla="*/ 872 w 905"/>
                  <a:gd name="T25" fmla="*/ 410 h 762"/>
                  <a:gd name="T26" fmla="*/ 737 w 905"/>
                  <a:gd name="T27" fmla="*/ 761 h 7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05" h="762">
                    <a:moveTo>
                      <a:pt x="178" y="401"/>
                    </a:moveTo>
                    <a:lnTo>
                      <a:pt x="656" y="583"/>
                    </a:lnTo>
                    <a:lnTo>
                      <a:pt x="753" y="333"/>
                    </a:lnTo>
                    <a:lnTo>
                      <a:pt x="274" y="150"/>
                    </a:lnTo>
                    <a:lnTo>
                      <a:pt x="178" y="401"/>
                    </a:lnTo>
                    <a:close/>
                    <a:moveTo>
                      <a:pt x="737" y="761"/>
                    </a:moveTo>
                    <a:lnTo>
                      <a:pt x="0" y="480"/>
                    </a:lnTo>
                    <a:lnTo>
                      <a:pt x="136" y="129"/>
                    </a:lnTo>
                    <a:lnTo>
                      <a:pt x="136" y="129"/>
                    </a:lnTo>
                    <a:cubicBezTo>
                      <a:pt x="168" y="43"/>
                      <a:pt x="265" y="0"/>
                      <a:pt x="351" y="33"/>
                    </a:cubicBezTo>
                    <a:lnTo>
                      <a:pt x="774" y="194"/>
                    </a:lnTo>
                    <a:lnTo>
                      <a:pt x="774" y="194"/>
                    </a:lnTo>
                    <a:cubicBezTo>
                      <a:pt x="861" y="227"/>
                      <a:pt x="904" y="324"/>
                      <a:pt x="872" y="410"/>
                    </a:cubicBezTo>
                    <a:lnTo>
                      <a:pt x="737" y="76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84" name="Freeform 18">
                <a:extLst>
                  <a:ext uri="{FF2B5EF4-FFF2-40B4-BE49-F238E27FC236}">
                    <a16:creationId xmlns:a16="http://schemas.microsoft.com/office/drawing/2014/main" id="{22490868-0055-4BAB-AD76-2419D5593E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040614" y="6189962"/>
                <a:ext cx="641007" cy="536748"/>
              </a:xfrm>
              <a:custGeom>
                <a:avLst/>
                <a:gdLst>
                  <a:gd name="T0" fmla="*/ 571 w 732"/>
                  <a:gd name="T1" fmla="*/ 498 h 614"/>
                  <a:gd name="T2" fmla="*/ 93 w 732"/>
                  <a:gd name="T3" fmla="*/ 316 h 614"/>
                  <a:gd name="T4" fmla="*/ 189 w 732"/>
                  <a:gd name="T5" fmla="*/ 65 h 614"/>
                  <a:gd name="T6" fmla="*/ 668 w 732"/>
                  <a:gd name="T7" fmla="*/ 248 h 614"/>
                  <a:gd name="T8" fmla="*/ 571 w 732"/>
                  <a:gd name="T9" fmla="*/ 498 h 614"/>
                  <a:gd name="T10" fmla="*/ 626 w 732"/>
                  <a:gd name="T11" fmla="*/ 156 h 614"/>
                  <a:gd name="T12" fmla="*/ 284 w 732"/>
                  <a:gd name="T13" fmla="*/ 26 h 614"/>
                  <a:gd name="T14" fmla="*/ 284 w 732"/>
                  <a:gd name="T15" fmla="*/ 26 h 614"/>
                  <a:gd name="T16" fmla="*/ 109 w 732"/>
                  <a:gd name="T17" fmla="*/ 104 h 614"/>
                  <a:gd name="T18" fmla="*/ 0 w 732"/>
                  <a:gd name="T19" fmla="*/ 387 h 614"/>
                  <a:gd name="T20" fmla="*/ 595 w 732"/>
                  <a:gd name="T21" fmla="*/ 613 h 614"/>
                  <a:gd name="T22" fmla="*/ 704 w 732"/>
                  <a:gd name="T23" fmla="*/ 330 h 614"/>
                  <a:gd name="T24" fmla="*/ 704 w 732"/>
                  <a:gd name="T25" fmla="*/ 330 h 614"/>
                  <a:gd name="T26" fmla="*/ 626 w 732"/>
                  <a:gd name="T27" fmla="*/ 156 h 6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32" h="614">
                    <a:moveTo>
                      <a:pt x="571" y="498"/>
                    </a:moveTo>
                    <a:lnTo>
                      <a:pt x="93" y="316"/>
                    </a:lnTo>
                    <a:lnTo>
                      <a:pt x="189" y="65"/>
                    </a:lnTo>
                    <a:lnTo>
                      <a:pt x="668" y="248"/>
                    </a:lnTo>
                    <a:lnTo>
                      <a:pt x="571" y="498"/>
                    </a:lnTo>
                    <a:close/>
                    <a:moveTo>
                      <a:pt x="626" y="156"/>
                    </a:moveTo>
                    <a:lnTo>
                      <a:pt x="284" y="26"/>
                    </a:lnTo>
                    <a:lnTo>
                      <a:pt x="284" y="26"/>
                    </a:lnTo>
                    <a:cubicBezTo>
                      <a:pt x="214" y="0"/>
                      <a:pt x="136" y="35"/>
                      <a:pt x="109" y="104"/>
                    </a:cubicBezTo>
                    <a:lnTo>
                      <a:pt x="0" y="387"/>
                    </a:lnTo>
                    <a:lnTo>
                      <a:pt x="595" y="613"/>
                    </a:lnTo>
                    <a:lnTo>
                      <a:pt x="704" y="330"/>
                    </a:lnTo>
                    <a:lnTo>
                      <a:pt x="704" y="330"/>
                    </a:lnTo>
                    <a:cubicBezTo>
                      <a:pt x="731" y="260"/>
                      <a:pt x="696" y="183"/>
                      <a:pt x="626" y="156"/>
                    </a:cubicBezTo>
                    <a:close/>
                  </a:path>
                </a:pathLst>
              </a:custGeom>
              <a:solidFill>
                <a:srgbClr val="111340">
                  <a:alpha val="25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85" name="Freeform 19">
                <a:extLst>
                  <a:ext uri="{FF2B5EF4-FFF2-40B4-BE49-F238E27FC236}">
                    <a16:creationId xmlns:a16="http://schemas.microsoft.com/office/drawing/2014/main" id="{CD013389-F3AE-4BE4-89D8-E2D965636C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50330" y="9086076"/>
                <a:ext cx="382288" cy="366842"/>
              </a:xfrm>
              <a:custGeom>
                <a:avLst/>
                <a:gdLst>
                  <a:gd name="T0" fmla="*/ 160 w 435"/>
                  <a:gd name="T1" fmla="*/ 420 h 421"/>
                  <a:gd name="T2" fmla="*/ 0 w 435"/>
                  <a:gd name="T3" fmla="*/ 191 h 421"/>
                  <a:gd name="T4" fmla="*/ 275 w 435"/>
                  <a:gd name="T5" fmla="*/ 0 h 421"/>
                  <a:gd name="T6" fmla="*/ 434 w 435"/>
                  <a:gd name="T7" fmla="*/ 229 h 421"/>
                  <a:gd name="T8" fmla="*/ 160 w 435"/>
                  <a:gd name="T9" fmla="*/ 420 h 4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5" h="421">
                    <a:moveTo>
                      <a:pt x="160" y="420"/>
                    </a:moveTo>
                    <a:lnTo>
                      <a:pt x="0" y="191"/>
                    </a:lnTo>
                    <a:lnTo>
                      <a:pt x="275" y="0"/>
                    </a:lnTo>
                    <a:lnTo>
                      <a:pt x="434" y="229"/>
                    </a:lnTo>
                    <a:lnTo>
                      <a:pt x="160" y="420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86" name="Freeform 20">
                <a:extLst>
                  <a:ext uri="{FF2B5EF4-FFF2-40B4-BE49-F238E27FC236}">
                    <a16:creationId xmlns:a16="http://schemas.microsoft.com/office/drawing/2014/main" id="{015362B7-6AC4-4B74-A40B-FE28D7CEB1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50330" y="9086076"/>
                <a:ext cx="382288" cy="366842"/>
              </a:xfrm>
              <a:custGeom>
                <a:avLst/>
                <a:gdLst>
                  <a:gd name="T0" fmla="*/ 160 w 435"/>
                  <a:gd name="T1" fmla="*/ 420 h 421"/>
                  <a:gd name="T2" fmla="*/ 0 w 435"/>
                  <a:gd name="T3" fmla="*/ 191 h 421"/>
                  <a:gd name="T4" fmla="*/ 275 w 435"/>
                  <a:gd name="T5" fmla="*/ 0 h 421"/>
                  <a:gd name="T6" fmla="*/ 434 w 435"/>
                  <a:gd name="T7" fmla="*/ 229 h 421"/>
                  <a:gd name="T8" fmla="*/ 160 w 435"/>
                  <a:gd name="T9" fmla="*/ 420 h 4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35" h="421">
                    <a:moveTo>
                      <a:pt x="160" y="420"/>
                    </a:moveTo>
                    <a:lnTo>
                      <a:pt x="0" y="191"/>
                    </a:lnTo>
                    <a:lnTo>
                      <a:pt x="275" y="0"/>
                    </a:lnTo>
                    <a:lnTo>
                      <a:pt x="434" y="229"/>
                    </a:lnTo>
                    <a:lnTo>
                      <a:pt x="160" y="420"/>
                    </a:lnTo>
                  </a:path>
                </a:pathLst>
              </a:custGeom>
              <a:solidFill>
                <a:srgbClr val="C4C8CE">
                  <a:alpha val="50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87" name="Freeform 21">
                <a:extLst>
                  <a:ext uri="{FF2B5EF4-FFF2-40B4-BE49-F238E27FC236}">
                    <a16:creationId xmlns:a16="http://schemas.microsoft.com/office/drawing/2014/main" id="{9822A79D-2F90-4E42-BCBA-71BB88241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80425" y="9151723"/>
                <a:ext cx="432486" cy="737543"/>
              </a:xfrm>
              <a:custGeom>
                <a:avLst/>
                <a:gdLst>
                  <a:gd name="T0" fmla="*/ 407 w 493"/>
                  <a:gd name="T1" fmla="*/ 841 h 842"/>
                  <a:gd name="T2" fmla="*/ 0 w 493"/>
                  <a:gd name="T3" fmla="*/ 164 h 842"/>
                  <a:gd name="T4" fmla="*/ 255 w 493"/>
                  <a:gd name="T5" fmla="*/ 9 h 842"/>
                  <a:gd name="T6" fmla="*/ 255 w 493"/>
                  <a:gd name="T7" fmla="*/ 9 h 842"/>
                  <a:gd name="T8" fmla="*/ 304 w 493"/>
                  <a:gd name="T9" fmla="*/ 22 h 842"/>
                  <a:gd name="T10" fmla="*/ 304 w 493"/>
                  <a:gd name="T11" fmla="*/ 22 h 842"/>
                  <a:gd name="T12" fmla="*/ 300 w 493"/>
                  <a:gd name="T13" fmla="*/ 63 h 842"/>
                  <a:gd name="T14" fmla="*/ 300 w 493"/>
                  <a:gd name="T15" fmla="*/ 63 h 842"/>
                  <a:gd name="T16" fmla="*/ 279 w 493"/>
                  <a:gd name="T17" fmla="*/ 150 h 842"/>
                  <a:gd name="T18" fmla="*/ 279 w 493"/>
                  <a:gd name="T19" fmla="*/ 150 h 842"/>
                  <a:gd name="T20" fmla="*/ 306 w 493"/>
                  <a:gd name="T21" fmla="*/ 158 h 842"/>
                  <a:gd name="T22" fmla="*/ 306 w 493"/>
                  <a:gd name="T23" fmla="*/ 158 h 842"/>
                  <a:gd name="T24" fmla="*/ 415 w 493"/>
                  <a:gd name="T25" fmla="*/ 212 h 842"/>
                  <a:gd name="T26" fmla="*/ 449 w 493"/>
                  <a:gd name="T27" fmla="*/ 273 h 842"/>
                  <a:gd name="T28" fmla="*/ 449 w 493"/>
                  <a:gd name="T29" fmla="*/ 273 h 842"/>
                  <a:gd name="T30" fmla="*/ 448 w 493"/>
                  <a:gd name="T31" fmla="*/ 578 h 842"/>
                  <a:gd name="T32" fmla="*/ 448 w 493"/>
                  <a:gd name="T33" fmla="*/ 578 h 842"/>
                  <a:gd name="T34" fmla="*/ 491 w 493"/>
                  <a:gd name="T35" fmla="*/ 771 h 842"/>
                  <a:gd name="T36" fmla="*/ 491 w 493"/>
                  <a:gd name="T37" fmla="*/ 771 h 842"/>
                  <a:gd name="T38" fmla="*/ 407 w 493"/>
                  <a:gd name="T39" fmla="*/ 841 h 8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493" h="842">
                    <a:moveTo>
                      <a:pt x="407" y="841"/>
                    </a:moveTo>
                    <a:lnTo>
                      <a:pt x="0" y="164"/>
                    </a:lnTo>
                    <a:lnTo>
                      <a:pt x="255" y="9"/>
                    </a:lnTo>
                    <a:lnTo>
                      <a:pt x="255" y="9"/>
                    </a:lnTo>
                    <a:cubicBezTo>
                      <a:pt x="271" y="0"/>
                      <a:pt x="293" y="5"/>
                      <a:pt x="304" y="22"/>
                    </a:cubicBezTo>
                    <a:lnTo>
                      <a:pt x="304" y="22"/>
                    </a:lnTo>
                    <a:cubicBezTo>
                      <a:pt x="311" y="35"/>
                      <a:pt x="310" y="51"/>
                      <a:pt x="300" y="63"/>
                    </a:cubicBezTo>
                    <a:lnTo>
                      <a:pt x="300" y="63"/>
                    </a:lnTo>
                    <a:cubicBezTo>
                      <a:pt x="282" y="84"/>
                      <a:pt x="260" y="121"/>
                      <a:pt x="279" y="150"/>
                    </a:cubicBezTo>
                    <a:lnTo>
                      <a:pt x="279" y="150"/>
                    </a:lnTo>
                    <a:cubicBezTo>
                      <a:pt x="285" y="157"/>
                      <a:pt x="295" y="159"/>
                      <a:pt x="306" y="158"/>
                    </a:cubicBezTo>
                    <a:lnTo>
                      <a:pt x="306" y="158"/>
                    </a:lnTo>
                    <a:cubicBezTo>
                      <a:pt x="349" y="153"/>
                      <a:pt x="391" y="176"/>
                      <a:pt x="415" y="212"/>
                    </a:cubicBezTo>
                    <a:lnTo>
                      <a:pt x="449" y="273"/>
                    </a:lnTo>
                    <a:lnTo>
                      <a:pt x="449" y="273"/>
                    </a:lnTo>
                    <a:cubicBezTo>
                      <a:pt x="449" y="273"/>
                      <a:pt x="407" y="454"/>
                      <a:pt x="448" y="578"/>
                    </a:cubicBezTo>
                    <a:lnTo>
                      <a:pt x="448" y="578"/>
                    </a:lnTo>
                    <a:cubicBezTo>
                      <a:pt x="470" y="645"/>
                      <a:pt x="489" y="718"/>
                      <a:pt x="491" y="771"/>
                    </a:cubicBezTo>
                    <a:lnTo>
                      <a:pt x="491" y="771"/>
                    </a:lnTo>
                    <a:cubicBezTo>
                      <a:pt x="492" y="840"/>
                      <a:pt x="407" y="841"/>
                      <a:pt x="407" y="841"/>
                    </a:cubicBezTo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88" name="Freeform 22">
                <a:extLst>
                  <a:ext uri="{FF2B5EF4-FFF2-40B4-BE49-F238E27FC236}">
                    <a16:creationId xmlns:a16="http://schemas.microsoft.com/office/drawing/2014/main" id="{401A0EE1-FA03-4E9F-A1C2-32E6324569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85484" y="6680372"/>
                <a:ext cx="1722223" cy="2714624"/>
              </a:xfrm>
              <a:custGeom>
                <a:avLst/>
                <a:gdLst>
                  <a:gd name="T0" fmla="*/ 1966 w 1967"/>
                  <a:gd name="T1" fmla="*/ 0 h 3100"/>
                  <a:gd name="T2" fmla="*/ 1684 w 1967"/>
                  <a:gd name="T3" fmla="*/ 1925 h 3100"/>
                  <a:gd name="T4" fmla="*/ 284 w 1967"/>
                  <a:gd name="T5" fmla="*/ 3099 h 3100"/>
                  <a:gd name="T6" fmla="*/ 0 w 1967"/>
                  <a:gd name="T7" fmla="*/ 2697 h 3100"/>
                  <a:gd name="T8" fmla="*/ 1085 w 1967"/>
                  <a:gd name="T9" fmla="*/ 1709 h 3100"/>
                  <a:gd name="T10" fmla="*/ 1085 w 1967"/>
                  <a:gd name="T11" fmla="*/ 1709 h 3100"/>
                  <a:gd name="T12" fmla="*/ 879 w 1967"/>
                  <a:gd name="T13" fmla="*/ 39 h 3100"/>
                  <a:gd name="T14" fmla="*/ 1966 w 1967"/>
                  <a:gd name="T15" fmla="*/ 0 h 3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67" h="3100">
                    <a:moveTo>
                      <a:pt x="1966" y="0"/>
                    </a:moveTo>
                    <a:lnTo>
                      <a:pt x="1684" y="1925"/>
                    </a:lnTo>
                    <a:lnTo>
                      <a:pt x="284" y="3099"/>
                    </a:lnTo>
                    <a:lnTo>
                      <a:pt x="0" y="2697"/>
                    </a:lnTo>
                    <a:lnTo>
                      <a:pt x="1085" y="1709"/>
                    </a:lnTo>
                    <a:lnTo>
                      <a:pt x="1085" y="1709"/>
                    </a:lnTo>
                    <a:cubicBezTo>
                      <a:pt x="1085" y="1709"/>
                      <a:pt x="767" y="579"/>
                      <a:pt x="879" y="39"/>
                    </a:cubicBezTo>
                    <a:lnTo>
                      <a:pt x="1966" y="0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89" name="Freeform 23">
                <a:extLst>
                  <a:ext uri="{FF2B5EF4-FFF2-40B4-BE49-F238E27FC236}">
                    <a16:creationId xmlns:a16="http://schemas.microsoft.com/office/drawing/2014/main" id="{2BAC3705-3A08-4E50-A2DE-6021ECC014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85484" y="6680372"/>
                <a:ext cx="1722223" cy="2714624"/>
              </a:xfrm>
              <a:custGeom>
                <a:avLst/>
                <a:gdLst>
                  <a:gd name="T0" fmla="*/ 1966 w 1967"/>
                  <a:gd name="T1" fmla="*/ 0 h 3100"/>
                  <a:gd name="T2" fmla="*/ 1684 w 1967"/>
                  <a:gd name="T3" fmla="*/ 1925 h 3100"/>
                  <a:gd name="T4" fmla="*/ 284 w 1967"/>
                  <a:gd name="T5" fmla="*/ 3099 h 3100"/>
                  <a:gd name="T6" fmla="*/ 0 w 1967"/>
                  <a:gd name="T7" fmla="*/ 2697 h 3100"/>
                  <a:gd name="T8" fmla="*/ 1085 w 1967"/>
                  <a:gd name="T9" fmla="*/ 1709 h 3100"/>
                  <a:gd name="T10" fmla="*/ 1085 w 1967"/>
                  <a:gd name="T11" fmla="*/ 1709 h 3100"/>
                  <a:gd name="T12" fmla="*/ 879 w 1967"/>
                  <a:gd name="T13" fmla="*/ 39 h 3100"/>
                  <a:gd name="T14" fmla="*/ 1966 w 1967"/>
                  <a:gd name="T15" fmla="*/ 0 h 3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967" h="3100">
                    <a:moveTo>
                      <a:pt x="1966" y="0"/>
                    </a:moveTo>
                    <a:lnTo>
                      <a:pt x="1684" y="1925"/>
                    </a:lnTo>
                    <a:lnTo>
                      <a:pt x="284" y="3099"/>
                    </a:lnTo>
                    <a:lnTo>
                      <a:pt x="0" y="2697"/>
                    </a:lnTo>
                    <a:lnTo>
                      <a:pt x="1085" y="1709"/>
                    </a:lnTo>
                    <a:lnTo>
                      <a:pt x="1085" y="1709"/>
                    </a:lnTo>
                    <a:cubicBezTo>
                      <a:pt x="1085" y="1709"/>
                      <a:pt x="767" y="579"/>
                      <a:pt x="879" y="39"/>
                    </a:cubicBezTo>
                    <a:lnTo>
                      <a:pt x="1966" y="0"/>
                    </a:lnTo>
                  </a:path>
                </a:pathLst>
              </a:custGeom>
              <a:solidFill>
                <a:srgbClr val="111340">
                  <a:alpha val="25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90" name="Freeform 24">
                <a:extLst>
                  <a:ext uri="{FF2B5EF4-FFF2-40B4-BE49-F238E27FC236}">
                    <a16:creationId xmlns:a16="http://schemas.microsoft.com/office/drawing/2014/main" id="{C1B1F5AE-B0B6-4929-AFC9-A8FA77FFC6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809051" y="6695818"/>
                <a:ext cx="1204784" cy="2536995"/>
              </a:xfrm>
              <a:custGeom>
                <a:avLst/>
                <a:gdLst>
                  <a:gd name="T0" fmla="*/ 15 w 1378"/>
                  <a:gd name="T1" fmla="*/ 2897 h 2898"/>
                  <a:gd name="T2" fmla="*/ 0 w 1378"/>
                  <a:gd name="T3" fmla="*/ 2876 h 2898"/>
                  <a:gd name="T4" fmla="*/ 1266 w 1378"/>
                  <a:gd name="T5" fmla="*/ 1706 h 2898"/>
                  <a:gd name="T6" fmla="*/ 1351 w 1378"/>
                  <a:gd name="T7" fmla="*/ 0 h 2898"/>
                  <a:gd name="T8" fmla="*/ 1377 w 1378"/>
                  <a:gd name="T9" fmla="*/ 2 h 2898"/>
                  <a:gd name="T10" fmla="*/ 1291 w 1378"/>
                  <a:gd name="T11" fmla="*/ 1718 h 2898"/>
                  <a:gd name="T12" fmla="*/ 15 w 1378"/>
                  <a:gd name="T13" fmla="*/ 2897 h 28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78" h="2898">
                    <a:moveTo>
                      <a:pt x="15" y="2897"/>
                    </a:moveTo>
                    <a:lnTo>
                      <a:pt x="0" y="2876"/>
                    </a:lnTo>
                    <a:lnTo>
                      <a:pt x="1266" y="1706"/>
                    </a:lnTo>
                    <a:lnTo>
                      <a:pt x="1351" y="0"/>
                    </a:lnTo>
                    <a:lnTo>
                      <a:pt x="1377" y="2"/>
                    </a:lnTo>
                    <a:lnTo>
                      <a:pt x="1291" y="1718"/>
                    </a:lnTo>
                    <a:lnTo>
                      <a:pt x="15" y="2897"/>
                    </a:lnTo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C07A8DA0-5173-48C5-92AA-68CB8EA21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916923" y="6132041"/>
                <a:ext cx="2427999" cy="1968481"/>
              </a:xfrm>
              <a:custGeom>
                <a:avLst/>
                <a:gdLst>
                  <a:gd name="connsiteX0" fmla="*/ 464747 w 2427999"/>
                  <a:gd name="connsiteY0" fmla="*/ 0 h 1968481"/>
                  <a:gd name="connsiteX1" fmla="*/ 2219635 w 2427999"/>
                  <a:gd name="connsiteY1" fmla="*/ 668927 h 1968481"/>
                  <a:gd name="connsiteX2" fmla="*/ 2219895 w 2427999"/>
                  <a:gd name="connsiteY2" fmla="*/ 668241 h 1968481"/>
                  <a:gd name="connsiteX3" fmla="*/ 2388069 w 2427999"/>
                  <a:gd name="connsiteY3" fmla="*/ 731309 h 1968481"/>
                  <a:gd name="connsiteX4" fmla="*/ 2387981 w 2427999"/>
                  <a:gd name="connsiteY4" fmla="*/ 731542 h 1968481"/>
                  <a:gd name="connsiteX5" fmla="*/ 2427999 w 2427999"/>
                  <a:gd name="connsiteY5" fmla="*/ 746549 h 1968481"/>
                  <a:gd name="connsiteX6" fmla="*/ 1962889 w 2427999"/>
                  <a:gd name="connsiteY6" fmla="*/ 1968481 h 1968481"/>
                  <a:gd name="connsiteX7" fmla="*/ 1923037 w 2427999"/>
                  <a:gd name="connsiteY7" fmla="*/ 1953041 h 1968481"/>
                  <a:gd name="connsiteX8" fmla="*/ 1922961 w 2427999"/>
                  <a:gd name="connsiteY8" fmla="*/ 1953241 h 1968481"/>
                  <a:gd name="connsiteX9" fmla="*/ 1755661 w 2427999"/>
                  <a:gd name="connsiteY9" fmla="*/ 1888422 h 1968481"/>
                  <a:gd name="connsiteX10" fmla="*/ 1755747 w 2427999"/>
                  <a:gd name="connsiteY10" fmla="*/ 1888197 h 1968481"/>
                  <a:gd name="connsiteX11" fmla="*/ 0 w 2427999"/>
                  <a:gd name="connsiteY11" fmla="*/ 1220126 h 19684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427999" h="1968481">
                    <a:moveTo>
                      <a:pt x="464747" y="0"/>
                    </a:moveTo>
                    <a:lnTo>
                      <a:pt x="2219635" y="668927"/>
                    </a:lnTo>
                    <a:lnTo>
                      <a:pt x="2219895" y="668241"/>
                    </a:lnTo>
                    <a:lnTo>
                      <a:pt x="2388069" y="731309"/>
                    </a:lnTo>
                    <a:lnTo>
                      <a:pt x="2387981" y="731542"/>
                    </a:lnTo>
                    <a:lnTo>
                      <a:pt x="2427999" y="746549"/>
                    </a:lnTo>
                    <a:lnTo>
                      <a:pt x="1962889" y="1968481"/>
                    </a:lnTo>
                    <a:lnTo>
                      <a:pt x="1923037" y="1953041"/>
                    </a:lnTo>
                    <a:lnTo>
                      <a:pt x="1922961" y="1953241"/>
                    </a:lnTo>
                    <a:lnTo>
                      <a:pt x="1755661" y="1888422"/>
                    </a:lnTo>
                    <a:lnTo>
                      <a:pt x="1755747" y="1888197"/>
                    </a:lnTo>
                    <a:lnTo>
                      <a:pt x="0" y="1220126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anchor="ctr">
                <a:noAutofit/>
              </a:bodyPr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92" name="Freeform 27">
                <a:extLst>
                  <a:ext uri="{FF2B5EF4-FFF2-40B4-BE49-F238E27FC236}">
                    <a16:creationId xmlns:a16="http://schemas.microsoft.com/office/drawing/2014/main" id="{2C0BB766-7A34-4D80-BCB5-DA2925F16C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712513" y="6815522"/>
                <a:ext cx="633284" cy="1285876"/>
              </a:xfrm>
              <a:custGeom>
                <a:avLst/>
                <a:gdLst>
                  <a:gd name="T0" fmla="*/ 0 w 723"/>
                  <a:gd name="T1" fmla="*/ 1393 h 1468"/>
                  <a:gd name="T2" fmla="*/ 191 w 723"/>
                  <a:gd name="T3" fmla="*/ 1467 h 1468"/>
                  <a:gd name="T4" fmla="*/ 722 w 723"/>
                  <a:gd name="T5" fmla="*/ 72 h 1468"/>
                  <a:gd name="T6" fmla="*/ 530 w 723"/>
                  <a:gd name="T7" fmla="*/ 0 h 1468"/>
                  <a:gd name="T8" fmla="*/ 0 w 723"/>
                  <a:gd name="T9" fmla="*/ 1393 h 14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23" h="1468">
                    <a:moveTo>
                      <a:pt x="0" y="1393"/>
                    </a:moveTo>
                    <a:lnTo>
                      <a:pt x="191" y="1467"/>
                    </a:lnTo>
                    <a:lnTo>
                      <a:pt x="722" y="72"/>
                    </a:lnTo>
                    <a:lnTo>
                      <a:pt x="530" y="0"/>
                    </a:lnTo>
                    <a:lnTo>
                      <a:pt x="0" y="1393"/>
                    </a:lnTo>
                  </a:path>
                </a:pathLst>
              </a:custGeom>
              <a:solidFill>
                <a:srgbClr val="111340">
                  <a:alpha val="25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93" name="Freeform 28">
                <a:extLst>
                  <a:ext uri="{FF2B5EF4-FFF2-40B4-BE49-F238E27FC236}">
                    <a16:creationId xmlns:a16="http://schemas.microsoft.com/office/drawing/2014/main" id="{330890C6-AA7A-433D-ADAB-8B342A731A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72155" y="3687718"/>
                <a:ext cx="633284" cy="1000126"/>
              </a:xfrm>
              <a:custGeom>
                <a:avLst/>
                <a:gdLst>
                  <a:gd name="T0" fmla="*/ 707 w 721"/>
                  <a:gd name="T1" fmla="*/ 555 h 1143"/>
                  <a:gd name="T2" fmla="*/ 707 w 721"/>
                  <a:gd name="T3" fmla="*/ 555 h 1143"/>
                  <a:gd name="T4" fmla="*/ 612 w 721"/>
                  <a:gd name="T5" fmla="*/ 260 h 1143"/>
                  <a:gd name="T6" fmla="*/ 612 w 721"/>
                  <a:gd name="T7" fmla="*/ 260 h 1143"/>
                  <a:gd name="T8" fmla="*/ 212 w 721"/>
                  <a:gd name="T9" fmla="*/ 67 h 1143"/>
                  <a:gd name="T10" fmla="*/ 212 w 721"/>
                  <a:gd name="T11" fmla="*/ 67 h 1143"/>
                  <a:gd name="T12" fmla="*/ 67 w 721"/>
                  <a:gd name="T13" fmla="*/ 579 h 1143"/>
                  <a:gd name="T14" fmla="*/ 67 w 721"/>
                  <a:gd name="T15" fmla="*/ 579 h 1143"/>
                  <a:gd name="T16" fmla="*/ 118 w 721"/>
                  <a:gd name="T17" fmla="*/ 676 h 1143"/>
                  <a:gd name="T18" fmla="*/ 70 w 721"/>
                  <a:gd name="T19" fmla="*/ 678 h 1143"/>
                  <a:gd name="T20" fmla="*/ 85 w 721"/>
                  <a:gd name="T21" fmla="*/ 1142 h 1143"/>
                  <a:gd name="T22" fmla="*/ 366 w 721"/>
                  <a:gd name="T23" fmla="*/ 1131 h 1143"/>
                  <a:gd name="T24" fmla="*/ 358 w 721"/>
                  <a:gd name="T25" fmla="*/ 893 h 1143"/>
                  <a:gd name="T26" fmla="*/ 358 w 721"/>
                  <a:gd name="T27" fmla="*/ 893 h 1143"/>
                  <a:gd name="T28" fmla="*/ 509 w 721"/>
                  <a:gd name="T29" fmla="*/ 897 h 1143"/>
                  <a:gd name="T30" fmla="*/ 509 w 721"/>
                  <a:gd name="T31" fmla="*/ 897 h 1143"/>
                  <a:gd name="T32" fmla="*/ 637 w 721"/>
                  <a:gd name="T33" fmla="*/ 603 h 1143"/>
                  <a:gd name="T34" fmla="*/ 637 w 721"/>
                  <a:gd name="T35" fmla="*/ 603 h 1143"/>
                  <a:gd name="T36" fmla="*/ 707 w 721"/>
                  <a:gd name="T37" fmla="*/ 555 h 1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21" h="1143">
                    <a:moveTo>
                      <a:pt x="707" y="555"/>
                    </a:moveTo>
                    <a:lnTo>
                      <a:pt x="707" y="555"/>
                    </a:lnTo>
                    <a:cubicBezTo>
                      <a:pt x="644" y="452"/>
                      <a:pt x="640" y="332"/>
                      <a:pt x="612" y="260"/>
                    </a:cubicBezTo>
                    <a:lnTo>
                      <a:pt x="612" y="260"/>
                    </a:lnTo>
                    <a:cubicBezTo>
                      <a:pt x="545" y="90"/>
                      <a:pt x="381" y="0"/>
                      <a:pt x="212" y="67"/>
                    </a:cubicBezTo>
                    <a:lnTo>
                      <a:pt x="212" y="67"/>
                    </a:lnTo>
                    <a:cubicBezTo>
                      <a:pt x="43" y="133"/>
                      <a:pt x="0" y="409"/>
                      <a:pt x="67" y="579"/>
                    </a:cubicBezTo>
                    <a:lnTo>
                      <a:pt x="67" y="579"/>
                    </a:lnTo>
                    <a:cubicBezTo>
                      <a:pt x="79" y="610"/>
                      <a:pt x="97" y="644"/>
                      <a:pt x="118" y="676"/>
                    </a:cubicBezTo>
                    <a:lnTo>
                      <a:pt x="70" y="678"/>
                    </a:lnTo>
                    <a:lnTo>
                      <a:pt x="85" y="1142"/>
                    </a:lnTo>
                    <a:lnTo>
                      <a:pt x="366" y="1131"/>
                    </a:lnTo>
                    <a:lnTo>
                      <a:pt x="358" y="893"/>
                    </a:lnTo>
                    <a:lnTo>
                      <a:pt x="358" y="893"/>
                    </a:lnTo>
                    <a:cubicBezTo>
                      <a:pt x="408" y="912"/>
                      <a:pt x="461" y="917"/>
                      <a:pt x="509" y="897"/>
                    </a:cubicBezTo>
                    <a:lnTo>
                      <a:pt x="509" y="897"/>
                    </a:lnTo>
                    <a:cubicBezTo>
                      <a:pt x="591" y="865"/>
                      <a:pt x="623" y="735"/>
                      <a:pt x="637" y="603"/>
                    </a:cubicBezTo>
                    <a:lnTo>
                      <a:pt x="637" y="603"/>
                    </a:lnTo>
                    <a:cubicBezTo>
                      <a:pt x="640" y="579"/>
                      <a:pt x="720" y="576"/>
                      <a:pt x="707" y="55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94" name="Freeform 29">
                <a:extLst>
                  <a:ext uri="{FF2B5EF4-FFF2-40B4-BE49-F238E27FC236}">
                    <a16:creationId xmlns:a16="http://schemas.microsoft.com/office/drawing/2014/main" id="{DABADC0D-D6D3-4401-9CAB-7826F82172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72155" y="3687718"/>
                <a:ext cx="633284" cy="1000126"/>
              </a:xfrm>
              <a:custGeom>
                <a:avLst/>
                <a:gdLst>
                  <a:gd name="T0" fmla="*/ 707 w 721"/>
                  <a:gd name="T1" fmla="*/ 555 h 1143"/>
                  <a:gd name="T2" fmla="*/ 707 w 721"/>
                  <a:gd name="T3" fmla="*/ 555 h 1143"/>
                  <a:gd name="T4" fmla="*/ 612 w 721"/>
                  <a:gd name="T5" fmla="*/ 260 h 1143"/>
                  <a:gd name="T6" fmla="*/ 612 w 721"/>
                  <a:gd name="T7" fmla="*/ 260 h 1143"/>
                  <a:gd name="T8" fmla="*/ 212 w 721"/>
                  <a:gd name="T9" fmla="*/ 67 h 1143"/>
                  <a:gd name="T10" fmla="*/ 212 w 721"/>
                  <a:gd name="T11" fmla="*/ 67 h 1143"/>
                  <a:gd name="T12" fmla="*/ 67 w 721"/>
                  <a:gd name="T13" fmla="*/ 579 h 1143"/>
                  <a:gd name="T14" fmla="*/ 67 w 721"/>
                  <a:gd name="T15" fmla="*/ 579 h 1143"/>
                  <a:gd name="T16" fmla="*/ 118 w 721"/>
                  <a:gd name="T17" fmla="*/ 676 h 1143"/>
                  <a:gd name="T18" fmla="*/ 70 w 721"/>
                  <a:gd name="T19" fmla="*/ 678 h 1143"/>
                  <a:gd name="T20" fmla="*/ 85 w 721"/>
                  <a:gd name="T21" fmla="*/ 1142 h 1143"/>
                  <a:gd name="T22" fmla="*/ 366 w 721"/>
                  <a:gd name="T23" fmla="*/ 1131 h 1143"/>
                  <a:gd name="T24" fmla="*/ 358 w 721"/>
                  <a:gd name="T25" fmla="*/ 893 h 1143"/>
                  <a:gd name="T26" fmla="*/ 358 w 721"/>
                  <a:gd name="T27" fmla="*/ 893 h 1143"/>
                  <a:gd name="T28" fmla="*/ 509 w 721"/>
                  <a:gd name="T29" fmla="*/ 897 h 1143"/>
                  <a:gd name="T30" fmla="*/ 509 w 721"/>
                  <a:gd name="T31" fmla="*/ 897 h 1143"/>
                  <a:gd name="T32" fmla="*/ 637 w 721"/>
                  <a:gd name="T33" fmla="*/ 603 h 1143"/>
                  <a:gd name="T34" fmla="*/ 637 w 721"/>
                  <a:gd name="T35" fmla="*/ 603 h 1143"/>
                  <a:gd name="T36" fmla="*/ 707 w 721"/>
                  <a:gd name="T37" fmla="*/ 555 h 1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721" h="1143">
                    <a:moveTo>
                      <a:pt x="707" y="555"/>
                    </a:moveTo>
                    <a:lnTo>
                      <a:pt x="707" y="555"/>
                    </a:lnTo>
                    <a:cubicBezTo>
                      <a:pt x="644" y="452"/>
                      <a:pt x="640" y="332"/>
                      <a:pt x="612" y="260"/>
                    </a:cubicBezTo>
                    <a:lnTo>
                      <a:pt x="612" y="260"/>
                    </a:lnTo>
                    <a:cubicBezTo>
                      <a:pt x="545" y="90"/>
                      <a:pt x="381" y="0"/>
                      <a:pt x="212" y="67"/>
                    </a:cubicBezTo>
                    <a:lnTo>
                      <a:pt x="212" y="67"/>
                    </a:lnTo>
                    <a:cubicBezTo>
                      <a:pt x="43" y="133"/>
                      <a:pt x="0" y="409"/>
                      <a:pt x="67" y="579"/>
                    </a:cubicBezTo>
                    <a:lnTo>
                      <a:pt x="67" y="579"/>
                    </a:lnTo>
                    <a:cubicBezTo>
                      <a:pt x="79" y="610"/>
                      <a:pt x="97" y="644"/>
                      <a:pt x="118" y="676"/>
                    </a:cubicBezTo>
                    <a:lnTo>
                      <a:pt x="70" y="678"/>
                    </a:lnTo>
                    <a:lnTo>
                      <a:pt x="85" y="1142"/>
                    </a:lnTo>
                    <a:lnTo>
                      <a:pt x="366" y="1131"/>
                    </a:lnTo>
                    <a:lnTo>
                      <a:pt x="358" y="893"/>
                    </a:lnTo>
                    <a:lnTo>
                      <a:pt x="358" y="893"/>
                    </a:lnTo>
                    <a:cubicBezTo>
                      <a:pt x="408" y="912"/>
                      <a:pt x="461" y="917"/>
                      <a:pt x="509" y="897"/>
                    </a:cubicBezTo>
                    <a:lnTo>
                      <a:pt x="509" y="897"/>
                    </a:lnTo>
                    <a:cubicBezTo>
                      <a:pt x="591" y="865"/>
                      <a:pt x="623" y="735"/>
                      <a:pt x="637" y="603"/>
                    </a:cubicBezTo>
                    <a:lnTo>
                      <a:pt x="637" y="603"/>
                    </a:lnTo>
                    <a:cubicBezTo>
                      <a:pt x="640" y="579"/>
                      <a:pt x="720" y="576"/>
                      <a:pt x="707" y="555"/>
                    </a:cubicBezTo>
                  </a:path>
                </a:pathLst>
              </a:custGeom>
              <a:solidFill>
                <a:srgbClr val="C4C8CE">
                  <a:alpha val="15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95" name="Freeform 30">
                <a:extLst>
                  <a:ext uri="{FF2B5EF4-FFF2-40B4-BE49-F238E27FC236}">
                    <a16:creationId xmlns:a16="http://schemas.microsoft.com/office/drawing/2014/main" id="{65CC2ECA-2E28-412D-B044-5EEC741C6A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72553" y="4278527"/>
                <a:ext cx="216243" cy="235549"/>
              </a:xfrm>
              <a:custGeom>
                <a:avLst/>
                <a:gdLst>
                  <a:gd name="T0" fmla="*/ 6 w 249"/>
                  <a:gd name="T1" fmla="*/ 0 h 270"/>
                  <a:gd name="T2" fmla="*/ 0 w 249"/>
                  <a:gd name="T3" fmla="*/ 1 h 270"/>
                  <a:gd name="T4" fmla="*/ 0 w 249"/>
                  <a:gd name="T5" fmla="*/ 1 h 270"/>
                  <a:gd name="T6" fmla="*/ 248 w 249"/>
                  <a:gd name="T7" fmla="*/ 269 h 270"/>
                  <a:gd name="T8" fmla="*/ 246 w 249"/>
                  <a:gd name="T9" fmla="*/ 217 h 270"/>
                  <a:gd name="T10" fmla="*/ 246 w 249"/>
                  <a:gd name="T11" fmla="*/ 217 h 270"/>
                  <a:gd name="T12" fmla="*/ 6 w 249"/>
                  <a:gd name="T13" fmla="*/ 0 h 2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49" h="270">
                    <a:moveTo>
                      <a:pt x="6" y="0"/>
                    </a:moveTo>
                    <a:lnTo>
                      <a:pt x="0" y="1"/>
                    </a:lnTo>
                    <a:lnTo>
                      <a:pt x="0" y="1"/>
                    </a:lnTo>
                    <a:cubicBezTo>
                      <a:pt x="7" y="85"/>
                      <a:pt x="46" y="235"/>
                      <a:pt x="248" y="269"/>
                    </a:cubicBezTo>
                    <a:lnTo>
                      <a:pt x="246" y="217"/>
                    </a:lnTo>
                    <a:lnTo>
                      <a:pt x="246" y="217"/>
                    </a:lnTo>
                    <a:cubicBezTo>
                      <a:pt x="153" y="181"/>
                      <a:pt x="65" y="93"/>
                      <a:pt x="6" y="0"/>
                    </a:cubicBezTo>
                  </a:path>
                </a:pathLst>
              </a:custGeom>
              <a:solidFill>
                <a:srgbClr val="C4C8CE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96" name="Freeform 31">
                <a:extLst>
                  <a:ext uri="{FF2B5EF4-FFF2-40B4-BE49-F238E27FC236}">
                    <a16:creationId xmlns:a16="http://schemas.microsoft.com/office/drawing/2014/main" id="{A445D38A-6D3E-45A1-91DA-0B6F8BD19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40067" y="3440583"/>
                <a:ext cx="1007849" cy="949926"/>
              </a:xfrm>
              <a:custGeom>
                <a:avLst/>
                <a:gdLst>
                  <a:gd name="T0" fmla="*/ 453 w 1150"/>
                  <a:gd name="T1" fmla="*/ 1085 h 1086"/>
                  <a:gd name="T2" fmla="*/ 453 w 1150"/>
                  <a:gd name="T3" fmla="*/ 1085 h 1086"/>
                  <a:gd name="T4" fmla="*/ 586 w 1150"/>
                  <a:gd name="T5" fmla="*/ 872 h 1086"/>
                  <a:gd name="T6" fmla="*/ 586 w 1150"/>
                  <a:gd name="T7" fmla="*/ 872 h 1086"/>
                  <a:gd name="T8" fmla="*/ 489 w 1150"/>
                  <a:gd name="T9" fmla="*/ 712 h 1086"/>
                  <a:gd name="T10" fmla="*/ 489 w 1150"/>
                  <a:gd name="T11" fmla="*/ 712 h 1086"/>
                  <a:gd name="T12" fmla="*/ 640 w 1150"/>
                  <a:gd name="T13" fmla="*/ 825 h 1086"/>
                  <a:gd name="T14" fmla="*/ 640 w 1150"/>
                  <a:gd name="T15" fmla="*/ 825 h 1086"/>
                  <a:gd name="T16" fmla="*/ 711 w 1150"/>
                  <a:gd name="T17" fmla="*/ 455 h 1086"/>
                  <a:gd name="T18" fmla="*/ 711 w 1150"/>
                  <a:gd name="T19" fmla="*/ 455 h 1086"/>
                  <a:gd name="T20" fmla="*/ 1123 w 1150"/>
                  <a:gd name="T21" fmla="*/ 279 h 1086"/>
                  <a:gd name="T22" fmla="*/ 1123 w 1150"/>
                  <a:gd name="T23" fmla="*/ 279 h 1086"/>
                  <a:gd name="T24" fmla="*/ 1018 w 1150"/>
                  <a:gd name="T25" fmla="*/ 224 h 1086"/>
                  <a:gd name="T26" fmla="*/ 1018 w 1150"/>
                  <a:gd name="T27" fmla="*/ 224 h 1086"/>
                  <a:gd name="T28" fmla="*/ 1059 w 1150"/>
                  <a:gd name="T29" fmla="*/ 28 h 1086"/>
                  <a:gd name="T30" fmla="*/ 1059 w 1150"/>
                  <a:gd name="T31" fmla="*/ 28 h 1086"/>
                  <a:gd name="T32" fmla="*/ 827 w 1150"/>
                  <a:gd name="T33" fmla="*/ 145 h 1086"/>
                  <a:gd name="T34" fmla="*/ 827 w 1150"/>
                  <a:gd name="T35" fmla="*/ 145 h 1086"/>
                  <a:gd name="T36" fmla="*/ 826 w 1150"/>
                  <a:gd name="T37" fmla="*/ 37 h 1086"/>
                  <a:gd name="T38" fmla="*/ 826 w 1150"/>
                  <a:gd name="T39" fmla="*/ 37 h 1086"/>
                  <a:gd name="T40" fmla="*/ 561 w 1150"/>
                  <a:gd name="T41" fmla="*/ 161 h 1086"/>
                  <a:gd name="T42" fmla="*/ 561 w 1150"/>
                  <a:gd name="T43" fmla="*/ 161 h 1086"/>
                  <a:gd name="T44" fmla="*/ 195 w 1150"/>
                  <a:gd name="T45" fmla="*/ 402 h 1086"/>
                  <a:gd name="T46" fmla="*/ 195 w 1150"/>
                  <a:gd name="T47" fmla="*/ 402 h 1086"/>
                  <a:gd name="T48" fmla="*/ 191 w 1150"/>
                  <a:gd name="T49" fmla="*/ 759 h 1086"/>
                  <a:gd name="T50" fmla="*/ 191 w 1150"/>
                  <a:gd name="T51" fmla="*/ 759 h 1086"/>
                  <a:gd name="T52" fmla="*/ 453 w 1150"/>
                  <a:gd name="T53" fmla="*/ 1085 h 10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150" h="1086">
                    <a:moveTo>
                      <a:pt x="453" y="1085"/>
                    </a:moveTo>
                    <a:lnTo>
                      <a:pt x="453" y="1085"/>
                    </a:lnTo>
                    <a:cubicBezTo>
                      <a:pt x="453" y="1085"/>
                      <a:pt x="569" y="1053"/>
                      <a:pt x="586" y="872"/>
                    </a:cubicBezTo>
                    <a:lnTo>
                      <a:pt x="586" y="872"/>
                    </a:lnTo>
                    <a:cubicBezTo>
                      <a:pt x="586" y="872"/>
                      <a:pt x="420" y="832"/>
                      <a:pt x="489" y="712"/>
                    </a:cubicBezTo>
                    <a:lnTo>
                      <a:pt x="489" y="712"/>
                    </a:lnTo>
                    <a:cubicBezTo>
                      <a:pt x="558" y="593"/>
                      <a:pt x="590" y="831"/>
                      <a:pt x="640" y="825"/>
                    </a:cubicBezTo>
                    <a:lnTo>
                      <a:pt x="640" y="825"/>
                    </a:lnTo>
                    <a:cubicBezTo>
                      <a:pt x="690" y="819"/>
                      <a:pt x="597" y="459"/>
                      <a:pt x="711" y="455"/>
                    </a:cubicBezTo>
                    <a:lnTo>
                      <a:pt x="711" y="455"/>
                    </a:lnTo>
                    <a:cubicBezTo>
                      <a:pt x="827" y="450"/>
                      <a:pt x="1081" y="449"/>
                      <a:pt x="1123" y="279"/>
                    </a:cubicBezTo>
                    <a:lnTo>
                      <a:pt x="1123" y="279"/>
                    </a:lnTo>
                    <a:cubicBezTo>
                      <a:pt x="1149" y="171"/>
                      <a:pt x="1018" y="224"/>
                      <a:pt x="1018" y="224"/>
                    </a:cubicBezTo>
                    <a:lnTo>
                      <a:pt x="1018" y="224"/>
                    </a:lnTo>
                    <a:cubicBezTo>
                      <a:pt x="1018" y="224"/>
                      <a:pt x="1134" y="71"/>
                      <a:pt x="1059" y="28"/>
                    </a:cubicBezTo>
                    <a:lnTo>
                      <a:pt x="1059" y="28"/>
                    </a:lnTo>
                    <a:cubicBezTo>
                      <a:pt x="1008" y="0"/>
                      <a:pt x="827" y="145"/>
                      <a:pt x="827" y="145"/>
                    </a:cubicBezTo>
                    <a:lnTo>
                      <a:pt x="827" y="145"/>
                    </a:lnTo>
                    <a:cubicBezTo>
                      <a:pt x="827" y="145"/>
                      <a:pt x="897" y="70"/>
                      <a:pt x="826" y="37"/>
                    </a:cubicBezTo>
                    <a:lnTo>
                      <a:pt x="826" y="37"/>
                    </a:lnTo>
                    <a:cubicBezTo>
                      <a:pt x="767" y="8"/>
                      <a:pt x="627" y="159"/>
                      <a:pt x="561" y="161"/>
                    </a:cubicBezTo>
                    <a:lnTo>
                      <a:pt x="561" y="161"/>
                    </a:lnTo>
                    <a:cubicBezTo>
                      <a:pt x="494" y="164"/>
                      <a:pt x="193" y="94"/>
                      <a:pt x="195" y="402"/>
                    </a:cubicBezTo>
                    <a:lnTo>
                      <a:pt x="195" y="402"/>
                    </a:lnTo>
                    <a:cubicBezTo>
                      <a:pt x="195" y="402"/>
                      <a:pt x="0" y="522"/>
                      <a:pt x="191" y="759"/>
                    </a:cubicBezTo>
                    <a:lnTo>
                      <a:pt x="191" y="759"/>
                    </a:lnTo>
                    <a:cubicBezTo>
                      <a:pt x="382" y="996"/>
                      <a:pt x="453" y="1085"/>
                      <a:pt x="453" y="1085"/>
                    </a:cubicBezTo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97" name="Freeform 32">
                <a:extLst>
                  <a:ext uri="{FF2B5EF4-FFF2-40B4-BE49-F238E27FC236}">
                    <a16:creationId xmlns:a16="http://schemas.microsoft.com/office/drawing/2014/main" id="{02400D4F-4BD4-4E57-A492-AAA717F986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07058" y="6661063"/>
                <a:ext cx="648730" cy="1289736"/>
              </a:xfrm>
              <a:custGeom>
                <a:avLst/>
                <a:gdLst>
                  <a:gd name="T0" fmla="*/ 713 w 739"/>
                  <a:gd name="T1" fmla="*/ 70 h 1474"/>
                  <a:gd name="T2" fmla="*/ 532 w 739"/>
                  <a:gd name="T3" fmla="*/ 0 h 1474"/>
                  <a:gd name="T4" fmla="*/ 0 w 739"/>
                  <a:gd name="T5" fmla="*/ 1394 h 1474"/>
                  <a:gd name="T6" fmla="*/ 183 w 739"/>
                  <a:gd name="T7" fmla="*/ 1464 h 1474"/>
                  <a:gd name="T8" fmla="*/ 206 w 739"/>
                  <a:gd name="T9" fmla="*/ 1473 h 1474"/>
                  <a:gd name="T10" fmla="*/ 738 w 739"/>
                  <a:gd name="T11" fmla="*/ 78 h 1474"/>
                  <a:gd name="T12" fmla="*/ 713 w 739"/>
                  <a:gd name="T13" fmla="*/ 70 h 1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9" h="1474">
                    <a:moveTo>
                      <a:pt x="713" y="70"/>
                    </a:moveTo>
                    <a:lnTo>
                      <a:pt x="532" y="0"/>
                    </a:lnTo>
                    <a:lnTo>
                      <a:pt x="0" y="1394"/>
                    </a:lnTo>
                    <a:lnTo>
                      <a:pt x="183" y="1464"/>
                    </a:lnTo>
                    <a:lnTo>
                      <a:pt x="206" y="1473"/>
                    </a:lnTo>
                    <a:lnTo>
                      <a:pt x="738" y="78"/>
                    </a:lnTo>
                    <a:lnTo>
                      <a:pt x="713" y="70"/>
                    </a:lnTo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98" name="Freeform 33">
                <a:extLst>
                  <a:ext uri="{FF2B5EF4-FFF2-40B4-BE49-F238E27FC236}">
                    <a16:creationId xmlns:a16="http://schemas.microsoft.com/office/drawing/2014/main" id="{7DDBE2F1-29E7-4C78-B2C8-D8BBE05349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69240" y="6722847"/>
                <a:ext cx="486547" cy="1227953"/>
              </a:xfrm>
              <a:custGeom>
                <a:avLst/>
                <a:gdLst>
                  <a:gd name="T0" fmla="*/ 0 w 556"/>
                  <a:gd name="T1" fmla="*/ 1394 h 1404"/>
                  <a:gd name="T2" fmla="*/ 23 w 556"/>
                  <a:gd name="T3" fmla="*/ 1403 h 1404"/>
                  <a:gd name="T4" fmla="*/ 555 w 556"/>
                  <a:gd name="T5" fmla="*/ 9 h 1404"/>
                  <a:gd name="T6" fmla="*/ 530 w 556"/>
                  <a:gd name="T7" fmla="*/ 0 h 1404"/>
                  <a:gd name="T8" fmla="*/ 0 w 556"/>
                  <a:gd name="T9" fmla="*/ 1394 h 14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6" h="1404">
                    <a:moveTo>
                      <a:pt x="0" y="1394"/>
                    </a:moveTo>
                    <a:lnTo>
                      <a:pt x="23" y="1403"/>
                    </a:lnTo>
                    <a:lnTo>
                      <a:pt x="555" y="9"/>
                    </a:lnTo>
                    <a:lnTo>
                      <a:pt x="530" y="0"/>
                    </a:lnTo>
                    <a:lnTo>
                      <a:pt x="0" y="1394"/>
                    </a:lnTo>
                  </a:path>
                </a:pathLst>
              </a:custGeom>
              <a:solidFill>
                <a:srgbClr val="111340">
                  <a:alpha val="25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99" name="Freeform 34">
                <a:extLst>
                  <a:ext uri="{FF2B5EF4-FFF2-40B4-BE49-F238E27FC236}">
                    <a16:creationId xmlns:a16="http://schemas.microsoft.com/office/drawing/2014/main" id="{4A148413-20A2-44C6-97D4-C089EE033F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268317" y="6267191"/>
                <a:ext cx="633284" cy="1285876"/>
              </a:xfrm>
              <a:custGeom>
                <a:avLst/>
                <a:gdLst>
                  <a:gd name="T0" fmla="*/ 693 w 723"/>
                  <a:gd name="T1" fmla="*/ 63 h 1468"/>
                  <a:gd name="T2" fmla="*/ 531 w 723"/>
                  <a:gd name="T3" fmla="*/ 0 h 1468"/>
                  <a:gd name="T4" fmla="*/ 0 w 723"/>
                  <a:gd name="T5" fmla="*/ 1394 h 1468"/>
                  <a:gd name="T6" fmla="*/ 163 w 723"/>
                  <a:gd name="T7" fmla="*/ 1457 h 1468"/>
                  <a:gd name="T8" fmla="*/ 191 w 723"/>
                  <a:gd name="T9" fmla="*/ 1467 h 1468"/>
                  <a:gd name="T10" fmla="*/ 722 w 723"/>
                  <a:gd name="T11" fmla="*/ 73 h 1468"/>
                  <a:gd name="T12" fmla="*/ 693 w 723"/>
                  <a:gd name="T13" fmla="*/ 63 h 14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3" h="1468">
                    <a:moveTo>
                      <a:pt x="693" y="63"/>
                    </a:moveTo>
                    <a:lnTo>
                      <a:pt x="531" y="0"/>
                    </a:lnTo>
                    <a:lnTo>
                      <a:pt x="0" y="1394"/>
                    </a:lnTo>
                    <a:lnTo>
                      <a:pt x="163" y="1457"/>
                    </a:lnTo>
                    <a:lnTo>
                      <a:pt x="191" y="1467"/>
                    </a:lnTo>
                    <a:lnTo>
                      <a:pt x="722" y="73"/>
                    </a:lnTo>
                    <a:lnTo>
                      <a:pt x="693" y="63"/>
                    </a:lnTo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00" name="Freeform 35">
                <a:extLst>
                  <a:ext uri="{FF2B5EF4-FFF2-40B4-BE49-F238E27FC236}">
                    <a16:creationId xmlns:a16="http://schemas.microsoft.com/office/drawing/2014/main" id="{C2859E14-2115-4214-909C-8B23C94129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411193" y="6321252"/>
                <a:ext cx="490408" cy="1231815"/>
              </a:xfrm>
              <a:custGeom>
                <a:avLst/>
                <a:gdLst>
                  <a:gd name="T0" fmla="*/ 0 w 560"/>
                  <a:gd name="T1" fmla="*/ 1394 h 1405"/>
                  <a:gd name="T2" fmla="*/ 28 w 560"/>
                  <a:gd name="T3" fmla="*/ 1404 h 1405"/>
                  <a:gd name="T4" fmla="*/ 559 w 560"/>
                  <a:gd name="T5" fmla="*/ 10 h 1405"/>
                  <a:gd name="T6" fmla="*/ 530 w 560"/>
                  <a:gd name="T7" fmla="*/ 0 h 1405"/>
                  <a:gd name="T8" fmla="*/ 0 w 560"/>
                  <a:gd name="T9" fmla="*/ 1394 h 14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60" h="1405">
                    <a:moveTo>
                      <a:pt x="0" y="1394"/>
                    </a:moveTo>
                    <a:lnTo>
                      <a:pt x="28" y="1404"/>
                    </a:lnTo>
                    <a:lnTo>
                      <a:pt x="559" y="10"/>
                    </a:lnTo>
                    <a:lnTo>
                      <a:pt x="530" y="0"/>
                    </a:lnTo>
                    <a:lnTo>
                      <a:pt x="0" y="1394"/>
                    </a:lnTo>
                  </a:path>
                </a:pathLst>
              </a:custGeom>
              <a:solidFill>
                <a:srgbClr val="111340">
                  <a:alpha val="25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01" name="Freeform 36">
                <a:extLst>
                  <a:ext uri="{FF2B5EF4-FFF2-40B4-BE49-F238E27FC236}">
                    <a16:creationId xmlns:a16="http://schemas.microsoft.com/office/drawing/2014/main" id="{F26F2774-F1C3-4E60-8027-82E9A89E4F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017945" y="8576360"/>
                <a:ext cx="366842" cy="378426"/>
              </a:xfrm>
              <a:custGeom>
                <a:avLst/>
                <a:gdLst>
                  <a:gd name="T0" fmla="*/ 417 w 418"/>
                  <a:gd name="T1" fmla="*/ 277 h 432"/>
                  <a:gd name="T2" fmla="*/ 184 w 418"/>
                  <a:gd name="T3" fmla="*/ 431 h 432"/>
                  <a:gd name="T4" fmla="*/ 0 w 418"/>
                  <a:gd name="T5" fmla="*/ 154 h 432"/>
                  <a:gd name="T6" fmla="*/ 232 w 418"/>
                  <a:gd name="T7" fmla="*/ 0 h 432"/>
                  <a:gd name="T8" fmla="*/ 417 w 418"/>
                  <a:gd name="T9" fmla="*/ 277 h 4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18" h="432">
                    <a:moveTo>
                      <a:pt x="417" y="277"/>
                    </a:moveTo>
                    <a:lnTo>
                      <a:pt x="184" y="431"/>
                    </a:lnTo>
                    <a:lnTo>
                      <a:pt x="0" y="154"/>
                    </a:lnTo>
                    <a:lnTo>
                      <a:pt x="232" y="0"/>
                    </a:lnTo>
                    <a:lnTo>
                      <a:pt x="417" y="277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02" name="Freeform 37">
                <a:extLst>
                  <a:ext uri="{FF2B5EF4-FFF2-40B4-BE49-F238E27FC236}">
                    <a16:creationId xmlns:a16="http://schemas.microsoft.com/office/drawing/2014/main" id="{9FB3B760-20D0-4B9A-BAE2-57125C50DB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017945" y="8576360"/>
                <a:ext cx="366842" cy="378426"/>
              </a:xfrm>
              <a:custGeom>
                <a:avLst/>
                <a:gdLst>
                  <a:gd name="T0" fmla="*/ 417 w 418"/>
                  <a:gd name="T1" fmla="*/ 277 h 432"/>
                  <a:gd name="T2" fmla="*/ 184 w 418"/>
                  <a:gd name="T3" fmla="*/ 431 h 432"/>
                  <a:gd name="T4" fmla="*/ 0 w 418"/>
                  <a:gd name="T5" fmla="*/ 154 h 432"/>
                  <a:gd name="T6" fmla="*/ 232 w 418"/>
                  <a:gd name="T7" fmla="*/ 0 h 432"/>
                  <a:gd name="T8" fmla="*/ 417 w 418"/>
                  <a:gd name="T9" fmla="*/ 277 h 4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18" h="432">
                    <a:moveTo>
                      <a:pt x="417" y="277"/>
                    </a:moveTo>
                    <a:lnTo>
                      <a:pt x="184" y="431"/>
                    </a:lnTo>
                    <a:lnTo>
                      <a:pt x="0" y="154"/>
                    </a:lnTo>
                    <a:lnTo>
                      <a:pt x="232" y="0"/>
                    </a:lnTo>
                    <a:lnTo>
                      <a:pt x="417" y="277"/>
                    </a:lnTo>
                  </a:path>
                </a:pathLst>
              </a:custGeom>
              <a:solidFill>
                <a:srgbClr val="C4C8CE">
                  <a:alpha val="50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03" name="Freeform 38">
                <a:extLst>
                  <a:ext uri="{FF2B5EF4-FFF2-40B4-BE49-F238E27FC236}">
                    <a16:creationId xmlns:a16="http://schemas.microsoft.com/office/drawing/2014/main" id="{9F1AD0DC-2B1F-4F61-A7A9-22B8726CED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079729" y="8703791"/>
                <a:ext cx="741405" cy="420901"/>
              </a:xfrm>
              <a:custGeom>
                <a:avLst/>
                <a:gdLst>
                  <a:gd name="T0" fmla="*/ 844 w 845"/>
                  <a:gd name="T1" fmla="*/ 85 h 479"/>
                  <a:gd name="T2" fmla="*/ 159 w 845"/>
                  <a:gd name="T3" fmla="*/ 478 h 479"/>
                  <a:gd name="T4" fmla="*/ 10 w 845"/>
                  <a:gd name="T5" fmla="*/ 220 h 479"/>
                  <a:gd name="T6" fmla="*/ 10 w 845"/>
                  <a:gd name="T7" fmla="*/ 220 h 479"/>
                  <a:gd name="T8" fmla="*/ 22 w 845"/>
                  <a:gd name="T9" fmla="*/ 171 h 479"/>
                  <a:gd name="T10" fmla="*/ 22 w 845"/>
                  <a:gd name="T11" fmla="*/ 171 h 479"/>
                  <a:gd name="T12" fmla="*/ 63 w 845"/>
                  <a:gd name="T13" fmla="*/ 176 h 479"/>
                  <a:gd name="T14" fmla="*/ 63 w 845"/>
                  <a:gd name="T15" fmla="*/ 176 h 479"/>
                  <a:gd name="T16" fmla="*/ 149 w 845"/>
                  <a:gd name="T17" fmla="*/ 198 h 479"/>
                  <a:gd name="T18" fmla="*/ 149 w 845"/>
                  <a:gd name="T19" fmla="*/ 198 h 479"/>
                  <a:gd name="T20" fmla="*/ 159 w 845"/>
                  <a:gd name="T21" fmla="*/ 171 h 479"/>
                  <a:gd name="T22" fmla="*/ 159 w 845"/>
                  <a:gd name="T23" fmla="*/ 171 h 479"/>
                  <a:gd name="T24" fmla="*/ 215 w 845"/>
                  <a:gd name="T25" fmla="*/ 64 h 479"/>
                  <a:gd name="T26" fmla="*/ 278 w 845"/>
                  <a:gd name="T27" fmla="*/ 30 h 479"/>
                  <a:gd name="T28" fmla="*/ 278 w 845"/>
                  <a:gd name="T29" fmla="*/ 30 h 479"/>
                  <a:gd name="T30" fmla="*/ 582 w 845"/>
                  <a:gd name="T31" fmla="*/ 39 h 479"/>
                  <a:gd name="T32" fmla="*/ 582 w 845"/>
                  <a:gd name="T33" fmla="*/ 39 h 479"/>
                  <a:gd name="T34" fmla="*/ 775 w 845"/>
                  <a:gd name="T35" fmla="*/ 0 h 479"/>
                  <a:gd name="T36" fmla="*/ 775 w 845"/>
                  <a:gd name="T37" fmla="*/ 0 h 479"/>
                  <a:gd name="T38" fmla="*/ 844 w 845"/>
                  <a:gd name="T39" fmla="*/ 85 h 4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845" h="479">
                    <a:moveTo>
                      <a:pt x="844" y="85"/>
                    </a:moveTo>
                    <a:lnTo>
                      <a:pt x="159" y="478"/>
                    </a:lnTo>
                    <a:lnTo>
                      <a:pt x="10" y="220"/>
                    </a:lnTo>
                    <a:lnTo>
                      <a:pt x="10" y="220"/>
                    </a:lnTo>
                    <a:cubicBezTo>
                      <a:pt x="0" y="202"/>
                      <a:pt x="6" y="181"/>
                      <a:pt x="22" y="171"/>
                    </a:cubicBezTo>
                    <a:lnTo>
                      <a:pt x="22" y="171"/>
                    </a:lnTo>
                    <a:cubicBezTo>
                      <a:pt x="35" y="164"/>
                      <a:pt x="52" y="165"/>
                      <a:pt x="63" y="176"/>
                    </a:cubicBezTo>
                    <a:lnTo>
                      <a:pt x="63" y="176"/>
                    </a:lnTo>
                    <a:cubicBezTo>
                      <a:pt x="84" y="194"/>
                      <a:pt x="121" y="217"/>
                      <a:pt x="149" y="198"/>
                    </a:cubicBezTo>
                    <a:lnTo>
                      <a:pt x="149" y="198"/>
                    </a:lnTo>
                    <a:cubicBezTo>
                      <a:pt x="158" y="192"/>
                      <a:pt x="160" y="183"/>
                      <a:pt x="159" y="171"/>
                    </a:cubicBezTo>
                    <a:lnTo>
                      <a:pt x="159" y="171"/>
                    </a:lnTo>
                    <a:cubicBezTo>
                      <a:pt x="155" y="128"/>
                      <a:pt x="178" y="87"/>
                      <a:pt x="215" y="64"/>
                    </a:cubicBezTo>
                    <a:lnTo>
                      <a:pt x="278" y="30"/>
                    </a:lnTo>
                    <a:lnTo>
                      <a:pt x="278" y="30"/>
                    </a:lnTo>
                    <a:cubicBezTo>
                      <a:pt x="278" y="30"/>
                      <a:pt x="457" y="76"/>
                      <a:pt x="582" y="39"/>
                    </a:cubicBezTo>
                    <a:lnTo>
                      <a:pt x="582" y="39"/>
                    </a:lnTo>
                    <a:cubicBezTo>
                      <a:pt x="649" y="18"/>
                      <a:pt x="722" y="0"/>
                      <a:pt x="775" y="0"/>
                    </a:cubicBezTo>
                    <a:lnTo>
                      <a:pt x="775" y="0"/>
                    </a:lnTo>
                    <a:cubicBezTo>
                      <a:pt x="844" y="0"/>
                      <a:pt x="844" y="85"/>
                      <a:pt x="844" y="85"/>
                    </a:cubicBezTo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04" name="Freeform 39">
                <a:extLst>
                  <a:ext uri="{FF2B5EF4-FFF2-40B4-BE49-F238E27FC236}">
                    <a16:creationId xmlns:a16="http://schemas.microsoft.com/office/drawing/2014/main" id="{AE5FA84F-BB30-44EC-BDC9-71E8E0B9CF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07182" y="6672649"/>
                <a:ext cx="3081466" cy="2135401"/>
              </a:xfrm>
              <a:custGeom>
                <a:avLst/>
                <a:gdLst>
                  <a:gd name="T0" fmla="*/ 171 w 3517"/>
                  <a:gd name="T1" fmla="*/ 48 h 2438"/>
                  <a:gd name="T2" fmla="*/ 171 w 3517"/>
                  <a:gd name="T3" fmla="*/ 48 h 2438"/>
                  <a:gd name="T4" fmla="*/ 1977 w 3517"/>
                  <a:gd name="T5" fmla="*/ 975 h 2438"/>
                  <a:gd name="T6" fmla="*/ 3058 w 3517"/>
                  <a:gd name="T7" fmla="*/ 2437 h 2438"/>
                  <a:gd name="T8" fmla="*/ 3516 w 3517"/>
                  <a:gd name="T9" fmla="*/ 2174 h 2438"/>
                  <a:gd name="T10" fmla="*/ 2384 w 3517"/>
                  <a:gd name="T11" fmla="*/ 459 h 2438"/>
                  <a:gd name="T12" fmla="*/ 1538 w 3517"/>
                  <a:gd name="T13" fmla="*/ 0 h 2438"/>
                  <a:gd name="T14" fmla="*/ 171 w 3517"/>
                  <a:gd name="T15" fmla="*/ 48 h 24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517" h="2438">
                    <a:moveTo>
                      <a:pt x="171" y="48"/>
                    </a:moveTo>
                    <a:lnTo>
                      <a:pt x="171" y="48"/>
                    </a:lnTo>
                    <a:cubicBezTo>
                      <a:pt x="171" y="48"/>
                      <a:pt x="0" y="1142"/>
                      <a:pt x="1977" y="975"/>
                    </a:cubicBezTo>
                    <a:lnTo>
                      <a:pt x="3058" y="2437"/>
                    </a:lnTo>
                    <a:lnTo>
                      <a:pt x="3516" y="2174"/>
                    </a:lnTo>
                    <a:lnTo>
                      <a:pt x="2384" y="459"/>
                    </a:lnTo>
                    <a:lnTo>
                      <a:pt x="1538" y="0"/>
                    </a:lnTo>
                    <a:lnTo>
                      <a:pt x="171" y="48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05" name="Freeform 40">
                <a:extLst>
                  <a:ext uri="{FF2B5EF4-FFF2-40B4-BE49-F238E27FC236}">
                    <a16:creationId xmlns:a16="http://schemas.microsoft.com/office/drawing/2014/main" id="{230511FF-D635-4978-A766-AAA1DB7149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63236" y="6699678"/>
                <a:ext cx="2301446" cy="2015696"/>
              </a:xfrm>
              <a:custGeom>
                <a:avLst/>
                <a:gdLst>
                  <a:gd name="T0" fmla="*/ 2601 w 2629"/>
                  <a:gd name="T1" fmla="*/ 2303 h 2304"/>
                  <a:gd name="T2" fmla="*/ 1461 w 2629"/>
                  <a:gd name="T3" fmla="*/ 701 h 2304"/>
                  <a:gd name="T4" fmla="*/ 1461 w 2629"/>
                  <a:gd name="T5" fmla="*/ 701 h 2304"/>
                  <a:gd name="T6" fmla="*/ 225 w 2629"/>
                  <a:gd name="T7" fmla="*/ 387 h 2304"/>
                  <a:gd name="T8" fmla="*/ 225 w 2629"/>
                  <a:gd name="T9" fmla="*/ 387 h 2304"/>
                  <a:gd name="T10" fmla="*/ 0 w 2629"/>
                  <a:gd name="T11" fmla="*/ 3 h 2304"/>
                  <a:gd name="T12" fmla="*/ 26 w 2629"/>
                  <a:gd name="T13" fmla="*/ 0 h 2304"/>
                  <a:gd name="T14" fmla="*/ 26 w 2629"/>
                  <a:gd name="T15" fmla="*/ 0 h 2304"/>
                  <a:gd name="T16" fmla="*/ 244 w 2629"/>
                  <a:gd name="T17" fmla="*/ 369 h 2304"/>
                  <a:gd name="T18" fmla="*/ 244 w 2629"/>
                  <a:gd name="T19" fmla="*/ 369 h 2304"/>
                  <a:gd name="T20" fmla="*/ 1466 w 2629"/>
                  <a:gd name="T21" fmla="*/ 675 h 2304"/>
                  <a:gd name="T22" fmla="*/ 1473 w 2629"/>
                  <a:gd name="T23" fmla="*/ 674 h 2304"/>
                  <a:gd name="T24" fmla="*/ 1477 w 2629"/>
                  <a:gd name="T25" fmla="*/ 680 h 2304"/>
                  <a:gd name="T26" fmla="*/ 2628 w 2629"/>
                  <a:gd name="T27" fmla="*/ 2288 h 2304"/>
                  <a:gd name="T28" fmla="*/ 2601 w 2629"/>
                  <a:gd name="T29" fmla="*/ 2303 h 2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2629" h="2304">
                    <a:moveTo>
                      <a:pt x="2601" y="2303"/>
                    </a:moveTo>
                    <a:lnTo>
                      <a:pt x="1461" y="701"/>
                    </a:lnTo>
                    <a:lnTo>
                      <a:pt x="1461" y="701"/>
                    </a:lnTo>
                    <a:cubicBezTo>
                      <a:pt x="1074" y="726"/>
                      <a:pt x="547" y="691"/>
                      <a:pt x="225" y="387"/>
                    </a:cubicBezTo>
                    <a:lnTo>
                      <a:pt x="225" y="387"/>
                    </a:lnTo>
                    <a:cubicBezTo>
                      <a:pt x="28" y="203"/>
                      <a:pt x="2" y="11"/>
                      <a:pt x="0" y="3"/>
                    </a:cubicBezTo>
                    <a:lnTo>
                      <a:pt x="26" y="0"/>
                    </a:lnTo>
                    <a:lnTo>
                      <a:pt x="26" y="0"/>
                    </a:lnTo>
                    <a:cubicBezTo>
                      <a:pt x="26" y="1"/>
                      <a:pt x="54" y="192"/>
                      <a:pt x="244" y="369"/>
                    </a:cubicBezTo>
                    <a:lnTo>
                      <a:pt x="244" y="369"/>
                    </a:lnTo>
                    <a:cubicBezTo>
                      <a:pt x="562" y="668"/>
                      <a:pt x="1084" y="700"/>
                      <a:pt x="1466" y="675"/>
                    </a:cubicBezTo>
                    <a:lnTo>
                      <a:pt x="1473" y="674"/>
                    </a:lnTo>
                    <a:lnTo>
                      <a:pt x="1477" y="680"/>
                    </a:lnTo>
                    <a:lnTo>
                      <a:pt x="2628" y="2288"/>
                    </a:lnTo>
                    <a:lnTo>
                      <a:pt x="2601" y="2303"/>
                    </a:lnTo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354534AF-775E-4539-900F-DF7AB24012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54716" y="4680122"/>
                <a:ext cx="798285" cy="1910559"/>
              </a:xfrm>
              <a:custGeom>
                <a:avLst/>
                <a:gdLst>
                  <a:gd name="connsiteX0" fmla="*/ 790730 w 798285"/>
                  <a:gd name="connsiteY0" fmla="*/ 0 h 1910559"/>
                  <a:gd name="connsiteX1" fmla="*/ 778484 w 798285"/>
                  <a:gd name="connsiteY1" fmla="*/ 123901 h 1910559"/>
                  <a:gd name="connsiteX2" fmla="*/ 772006 w 798285"/>
                  <a:gd name="connsiteY2" fmla="*/ 145756 h 1910559"/>
                  <a:gd name="connsiteX3" fmla="*/ 763100 w 798285"/>
                  <a:gd name="connsiteY3" fmla="*/ 157573 h 1910559"/>
                  <a:gd name="connsiteX4" fmla="*/ 781938 w 798285"/>
                  <a:gd name="connsiteY4" fmla="*/ 292799 h 1910559"/>
                  <a:gd name="connsiteX5" fmla="*/ 688126 w 798285"/>
                  <a:gd name="connsiteY5" fmla="*/ 803964 h 1910559"/>
                  <a:gd name="connsiteX6" fmla="*/ 513030 w 798285"/>
                  <a:gd name="connsiteY6" fmla="*/ 960673 h 1910559"/>
                  <a:gd name="connsiteX7" fmla="*/ 527912 w 798285"/>
                  <a:gd name="connsiteY7" fmla="*/ 1159405 h 1910559"/>
                  <a:gd name="connsiteX8" fmla="*/ 279276 w 798285"/>
                  <a:gd name="connsiteY8" fmla="*/ 1817759 h 1910559"/>
                  <a:gd name="connsiteX9" fmla="*/ 11380 w 798285"/>
                  <a:gd name="connsiteY9" fmla="*/ 1910559 h 1910559"/>
                  <a:gd name="connsiteX10" fmla="*/ 0 w 798285"/>
                  <a:gd name="connsiteY10" fmla="*/ 1601518 h 1910559"/>
                  <a:gd name="connsiteX11" fmla="*/ 269646 w 798285"/>
                  <a:gd name="connsiteY11" fmla="*/ 1149775 h 1910559"/>
                  <a:gd name="connsiteX12" fmla="*/ 299412 w 798285"/>
                  <a:gd name="connsiteY12" fmla="*/ 881005 h 1910559"/>
                  <a:gd name="connsiteX13" fmla="*/ 675526 w 798285"/>
                  <a:gd name="connsiteY13" fmla="*/ 249532 h 1910559"/>
                  <a:gd name="connsiteX14" fmla="*/ 675744 w 798285"/>
                  <a:gd name="connsiteY14" fmla="*/ 164586 h 1910559"/>
                  <a:gd name="connsiteX15" fmla="*/ 662162 w 798285"/>
                  <a:gd name="connsiteY15" fmla="*/ 148946 h 1910559"/>
                  <a:gd name="connsiteX16" fmla="*/ 654276 w 798285"/>
                  <a:gd name="connsiteY16" fmla="*/ 127392 h 1910559"/>
                  <a:gd name="connsiteX17" fmla="*/ 633284 w 798285"/>
                  <a:gd name="connsiteY17" fmla="*/ 5235 h 19105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798285" h="1910559">
                    <a:moveTo>
                      <a:pt x="790730" y="0"/>
                    </a:moveTo>
                    <a:lnTo>
                      <a:pt x="778484" y="123901"/>
                    </a:lnTo>
                    <a:cubicBezTo>
                      <a:pt x="777610" y="131754"/>
                      <a:pt x="775368" y="139116"/>
                      <a:pt x="772006" y="145756"/>
                    </a:cubicBezTo>
                    <a:lnTo>
                      <a:pt x="763100" y="157573"/>
                    </a:lnTo>
                    <a:lnTo>
                      <a:pt x="781938" y="292799"/>
                    </a:lnTo>
                    <a:cubicBezTo>
                      <a:pt x="807300" y="475006"/>
                      <a:pt x="820104" y="666078"/>
                      <a:pt x="688126" y="803964"/>
                    </a:cubicBezTo>
                    <a:cubicBezTo>
                      <a:pt x="635596" y="865247"/>
                      <a:pt x="535792" y="889760"/>
                      <a:pt x="513030" y="960673"/>
                    </a:cubicBezTo>
                    <a:cubicBezTo>
                      <a:pt x="504274" y="1017579"/>
                      <a:pt x="531414" y="1098998"/>
                      <a:pt x="527912" y="1159405"/>
                    </a:cubicBezTo>
                    <a:cubicBezTo>
                      <a:pt x="529664" y="1438680"/>
                      <a:pt x="454372" y="1610272"/>
                      <a:pt x="279276" y="1817759"/>
                    </a:cubicBezTo>
                    <a:lnTo>
                      <a:pt x="11380" y="1910559"/>
                    </a:lnTo>
                    <a:lnTo>
                      <a:pt x="0" y="1601518"/>
                    </a:lnTo>
                    <a:cubicBezTo>
                      <a:pt x="142702" y="1471948"/>
                      <a:pt x="242506" y="1343254"/>
                      <a:pt x="269646" y="1149775"/>
                    </a:cubicBezTo>
                    <a:cubicBezTo>
                      <a:pt x="278402" y="1059601"/>
                      <a:pt x="259140" y="969428"/>
                      <a:pt x="299412" y="881005"/>
                    </a:cubicBezTo>
                    <a:cubicBezTo>
                      <a:pt x="520198" y="537110"/>
                      <a:pt x="664806" y="850330"/>
                      <a:pt x="675526" y="249532"/>
                    </a:cubicBezTo>
                    <a:lnTo>
                      <a:pt x="675744" y="164586"/>
                    </a:lnTo>
                    <a:lnTo>
                      <a:pt x="662162" y="148946"/>
                    </a:lnTo>
                    <a:cubicBezTo>
                      <a:pt x="658322" y="142498"/>
                      <a:pt x="655588" y="135245"/>
                      <a:pt x="654276" y="127392"/>
                    </a:cubicBezTo>
                    <a:lnTo>
                      <a:pt x="633284" y="5235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square" anchor="ctr">
                <a:noAutofit/>
              </a:bodyPr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10" name="Freeform 47">
                <a:extLst>
                  <a:ext uri="{FF2B5EF4-FFF2-40B4-BE49-F238E27FC236}">
                    <a16:creationId xmlns:a16="http://schemas.microsoft.com/office/drawing/2014/main" id="{BBF60041-A6A8-46DC-B7FC-AB353FD85E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245274" y="5575986"/>
                <a:ext cx="695068" cy="884279"/>
              </a:xfrm>
              <a:custGeom>
                <a:avLst/>
                <a:gdLst>
                  <a:gd name="T0" fmla="*/ 195 w 792"/>
                  <a:gd name="T1" fmla="*/ 542 h 1010"/>
                  <a:gd name="T2" fmla="*/ 120 w 792"/>
                  <a:gd name="T3" fmla="*/ 600 h 1010"/>
                  <a:gd name="T4" fmla="*/ 120 w 792"/>
                  <a:gd name="T5" fmla="*/ 600 h 1010"/>
                  <a:gd name="T6" fmla="*/ 2 w 792"/>
                  <a:gd name="T7" fmla="*/ 819 h 1010"/>
                  <a:gd name="T8" fmla="*/ 2 w 792"/>
                  <a:gd name="T9" fmla="*/ 819 h 1010"/>
                  <a:gd name="T10" fmla="*/ 18 w 792"/>
                  <a:gd name="T11" fmla="*/ 875 h 1010"/>
                  <a:gd name="T12" fmla="*/ 18 w 792"/>
                  <a:gd name="T13" fmla="*/ 875 h 1010"/>
                  <a:gd name="T14" fmla="*/ 299 w 792"/>
                  <a:gd name="T15" fmla="*/ 972 h 1010"/>
                  <a:gd name="T16" fmla="*/ 299 w 792"/>
                  <a:gd name="T17" fmla="*/ 972 h 1010"/>
                  <a:gd name="T18" fmla="*/ 394 w 792"/>
                  <a:gd name="T19" fmla="*/ 787 h 1010"/>
                  <a:gd name="T20" fmla="*/ 485 w 792"/>
                  <a:gd name="T21" fmla="*/ 822 h 1010"/>
                  <a:gd name="T22" fmla="*/ 485 w 792"/>
                  <a:gd name="T23" fmla="*/ 822 h 1010"/>
                  <a:gd name="T24" fmla="*/ 452 w 792"/>
                  <a:gd name="T25" fmla="*/ 682 h 1010"/>
                  <a:gd name="T26" fmla="*/ 791 w 792"/>
                  <a:gd name="T27" fmla="*/ 194 h 1010"/>
                  <a:gd name="T28" fmla="*/ 480 w 792"/>
                  <a:gd name="T29" fmla="*/ 0 h 1010"/>
                  <a:gd name="T30" fmla="*/ 195 w 792"/>
                  <a:gd name="T31" fmla="*/ 542 h 10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792" h="1010">
                    <a:moveTo>
                      <a:pt x="195" y="542"/>
                    </a:moveTo>
                    <a:lnTo>
                      <a:pt x="120" y="600"/>
                    </a:lnTo>
                    <a:lnTo>
                      <a:pt x="120" y="600"/>
                    </a:lnTo>
                    <a:cubicBezTo>
                      <a:pt x="51" y="653"/>
                      <a:pt x="7" y="733"/>
                      <a:pt x="2" y="819"/>
                    </a:cubicBezTo>
                    <a:lnTo>
                      <a:pt x="2" y="819"/>
                    </a:lnTo>
                    <a:cubicBezTo>
                      <a:pt x="0" y="849"/>
                      <a:pt x="4" y="871"/>
                      <a:pt x="18" y="875"/>
                    </a:cubicBezTo>
                    <a:lnTo>
                      <a:pt x="18" y="875"/>
                    </a:lnTo>
                    <a:cubicBezTo>
                      <a:pt x="61" y="888"/>
                      <a:pt x="264" y="1009"/>
                      <a:pt x="299" y="972"/>
                    </a:cubicBezTo>
                    <a:lnTo>
                      <a:pt x="299" y="972"/>
                    </a:lnTo>
                    <a:cubicBezTo>
                      <a:pt x="332" y="935"/>
                      <a:pt x="394" y="787"/>
                      <a:pt x="394" y="787"/>
                    </a:cubicBezTo>
                    <a:lnTo>
                      <a:pt x="485" y="822"/>
                    </a:lnTo>
                    <a:lnTo>
                      <a:pt x="485" y="822"/>
                    </a:lnTo>
                    <a:cubicBezTo>
                      <a:pt x="485" y="822"/>
                      <a:pt x="511" y="728"/>
                      <a:pt x="452" y="682"/>
                    </a:cubicBezTo>
                    <a:lnTo>
                      <a:pt x="791" y="194"/>
                    </a:lnTo>
                    <a:lnTo>
                      <a:pt x="480" y="0"/>
                    </a:lnTo>
                    <a:lnTo>
                      <a:pt x="195" y="542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11" name="Freeform 48">
                <a:extLst>
                  <a:ext uri="{FF2B5EF4-FFF2-40B4-BE49-F238E27FC236}">
                    <a16:creationId xmlns:a16="http://schemas.microsoft.com/office/drawing/2014/main" id="{CA06DA65-4200-4BFE-AC6E-3996BF35EF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245274" y="5575986"/>
                <a:ext cx="695068" cy="884279"/>
              </a:xfrm>
              <a:custGeom>
                <a:avLst/>
                <a:gdLst>
                  <a:gd name="T0" fmla="*/ 195 w 792"/>
                  <a:gd name="T1" fmla="*/ 542 h 1010"/>
                  <a:gd name="T2" fmla="*/ 120 w 792"/>
                  <a:gd name="T3" fmla="*/ 600 h 1010"/>
                  <a:gd name="T4" fmla="*/ 120 w 792"/>
                  <a:gd name="T5" fmla="*/ 600 h 1010"/>
                  <a:gd name="T6" fmla="*/ 2 w 792"/>
                  <a:gd name="T7" fmla="*/ 819 h 1010"/>
                  <a:gd name="T8" fmla="*/ 2 w 792"/>
                  <a:gd name="T9" fmla="*/ 819 h 1010"/>
                  <a:gd name="T10" fmla="*/ 18 w 792"/>
                  <a:gd name="T11" fmla="*/ 875 h 1010"/>
                  <a:gd name="T12" fmla="*/ 18 w 792"/>
                  <a:gd name="T13" fmla="*/ 875 h 1010"/>
                  <a:gd name="T14" fmla="*/ 299 w 792"/>
                  <a:gd name="T15" fmla="*/ 972 h 1010"/>
                  <a:gd name="T16" fmla="*/ 299 w 792"/>
                  <a:gd name="T17" fmla="*/ 972 h 1010"/>
                  <a:gd name="T18" fmla="*/ 394 w 792"/>
                  <a:gd name="T19" fmla="*/ 787 h 1010"/>
                  <a:gd name="T20" fmla="*/ 485 w 792"/>
                  <a:gd name="T21" fmla="*/ 822 h 1010"/>
                  <a:gd name="T22" fmla="*/ 485 w 792"/>
                  <a:gd name="T23" fmla="*/ 822 h 1010"/>
                  <a:gd name="T24" fmla="*/ 452 w 792"/>
                  <a:gd name="T25" fmla="*/ 682 h 1010"/>
                  <a:gd name="T26" fmla="*/ 791 w 792"/>
                  <a:gd name="T27" fmla="*/ 194 h 1010"/>
                  <a:gd name="T28" fmla="*/ 480 w 792"/>
                  <a:gd name="T29" fmla="*/ 0 h 1010"/>
                  <a:gd name="T30" fmla="*/ 195 w 792"/>
                  <a:gd name="T31" fmla="*/ 542 h 10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792" h="1010">
                    <a:moveTo>
                      <a:pt x="195" y="542"/>
                    </a:moveTo>
                    <a:lnTo>
                      <a:pt x="120" y="600"/>
                    </a:lnTo>
                    <a:lnTo>
                      <a:pt x="120" y="600"/>
                    </a:lnTo>
                    <a:cubicBezTo>
                      <a:pt x="51" y="653"/>
                      <a:pt x="7" y="733"/>
                      <a:pt x="2" y="819"/>
                    </a:cubicBezTo>
                    <a:lnTo>
                      <a:pt x="2" y="819"/>
                    </a:lnTo>
                    <a:cubicBezTo>
                      <a:pt x="0" y="849"/>
                      <a:pt x="4" y="871"/>
                      <a:pt x="18" y="875"/>
                    </a:cubicBezTo>
                    <a:lnTo>
                      <a:pt x="18" y="875"/>
                    </a:lnTo>
                    <a:cubicBezTo>
                      <a:pt x="61" y="888"/>
                      <a:pt x="264" y="1009"/>
                      <a:pt x="299" y="972"/>
                    </a:cubicBezTo>
                    <a:lnTo>
                      <a:pt x="299" y="972"/>
                    </a:lnTo>
                    <a:cubicBezTo>
                      <a:pt x="332" y="935"/>
                      <a:pt x="394" y="787"/>
                      <a:pt x="394" y="787"/>
                    </a:cubicBezTo>
                    <a:lnTo>
                      <a:pt x="485" y="822"/>
                    </a:lnTo>
                    <a:lnTo>
                      <a:pt x="485" y="822"/>
                    </a:lnTo>
                    <a:cubicBezTo>
                      <a:pt x="485" y="822"/>
                      <a:pt x="511" y="728"/>
                      <a:pt x="452" y="682"/>
                    </a:cubicBezTo>
                    <a:lnTo>
                      <a:pt x="791" y="194"/>
                    </a:lnTo>
                    <a:lnTo>
                      <a:pt x="480" y="0"/>
                    </a:lnTo>
                    <a:lnTo>
                      <a:pt x="195" y="542"/>
                    </a:lnTo>
                  </a:path>
                </a:pathLst>
              </a:custGeom>
              <a:solidFill>
                <a:srgbClr val="C4C8CE">
                  <a:alpha val="15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12" name="Freeform 49">
                <a:extLst>
                  <a:ext uri="{FF2B5EF4-FFF2-40B4-BE49-F238E27FC236}">
                    <a16:creationId xmlns:a16="http://schemas.microsoft.com/office/drawing/2014/main" id="{AE06404F-ADDF-4D49-ABC4-83B4D5DDFD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61916" y="4641507"/>
                <a:ext cx="1482811" cy="1216367"/>
              </a:xfrm>
              <a:custGeom>
                <a:avLst/>
                <a:gdLst>
                  <a:gd name="T0" fmla="*/ 1492 w 1694"/>
                  <a:gd name="T1" fmla="*/ 0 h 1388"/>
                  <a:gd name="T2" fmla="*/ 556 w 1694"/>
                  <a:gd name="T3" fmla="*/ 484 h 1388"/>
                  <a:gd name="T4" fmla="*/ 556 w 1694"/>
                  <a:gd name="T5" fmla="*/ 484 h 1388"/>
                  <a:gd name="T6" fmla="*/ 280 w 1694"/>
                  <a:gd name="T7" fmla="*/ 758 h 1388"/>
                  <a:gd name="T8" fmla="*/ 162 w 1694"/>
                  <a:gd name="T9" fmla="*/ 982 h 1388"/>
                  <a:gd name="T10" fmla="*/ 98 w 1694"/>
                  <a:gd name="T11" fmla="*/ 942 h 1388"/>
                  <a:gd name="T12" fmla="*/ 0 w 1694"/>
                  <a:gd name="T13" fmla="*/ 1100 h 1388"/>
                  <a:gd name="T14" fmla="*/ 461 w 1694"/>
                  <a:gd name="T15" fmla="*/ 1387 h 1388"/>
                  <a:gd name="T16" fmla="*/ 559 w 1694"/>
                  <a:gd name="T17" fmla="*/ 1229 h 1388"/>
                  <a:gd name="T18" fmla="*/ 484 w 1694"/>
                  <a:gd name="T19" fmla="*/ 1182 h 1388"/>
                  <a:gd name="T20" fmla="*/ 646 w 1694"/>
                  <a:gd name="T21" fmla="*/ 949 h 1388"/>
                  <a:gd name="T22" fmla="*/ 646 w 1694"/>
                  <a:gd name="T23" fmla="*/ 949 h 1388"/>
                  <a:gd name="T24" fmla="*/ 1586 w 1694"/>
                  <a:gd name="T25" fmla="*/ 575 h 1388"/>
                  <a:gd name="T26" fmla="*/ 1586 w 1694"/>
                  <a:gd name="T27" fmla="*/ 575 h 1388"/>
                  <a:gd name="T28" fmla="*/ 1492 w 1694"/>
                  <a:gd name="T29" fmla="*/ 0 h 13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694" h="1388">
                    <a:moveTo>
                      <a:pt x="1492" y="0"/>
                    </a:moveTo>
                    <a:lnTo>
                      <a:pt x="556" y="484"/>
                    </a:lnTo>
                    <a:lnTo>
                      <a:pt x="556" y="484"/>
                    </a:lnTo>
                    <a:cubicBezTo>
                      <a:pt x="438" y="545"/>
                      <a:pt x="342" y="641"/>
                      <a:pt x="280" y="758"/>
                    </a:cubicBezTo>
                    <a:lnTo>
                      <a:pt x="162" y="982"/>
                    </a:lnTo>
                    <a:lnTo>
                      <a:pt x="98" y="942"/>
                    </a:lnTo>
                    <a:lnTo>
                      <a:pt x="0" y="1100"/>
                    </a:lnTo>
                    <a:lnTo>
                      <a:pt x="461" y="1387"/>
                    </a:lnTo>
                    <a:lnTo>
                      <a:pt x="559" y="1229"/>
                    </a:lnTo>
                    <a:lnTo>
                      <a:pt x="484" y="1182"/>
                    </a:lnTo>
                    <a:lnTo>
                      <a:pt x="646" y="949"/>
                    </a:lnTo>
                    <a:lnTo>
                      <a:pt x="646" y="949"/>
                    </a:lnTo>
                    <a:cubicBezTo>
                      <a:pt x="646" y="949"/>
                      <a:pt x="1447" y="800"/>
                      <a:pt x="1586" y="575"/>
                    </a:cubicBezTo>
                    <a:lnTo>
                      <a:pt x="1586" y="575"/>
                    </a:lnTo>
                    <a:cubicBezTo>
                      <a:pt x="1662" y="448"/>
                      <a:pt x="1693" y="48"/>
                      <a:pt x="1492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13" name="Freeform 50">
                <a:extLst>
                  <a:ext uri="{FF2B5EF4-FFF2-40B4-BE49-F238E27FC236}">
                    <a16:creationId xmlns:a16="http://schemas.microsoft.com/office/drawing/2014/main" id="{88DA50B2-7BDA-46A4-872E-08AF039678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61916" y="5467865"/>
                <a:ext cx="490408" cy="390009"/>
              </a:xfrm>
              <a:custGeom>
                <a:avLst/>
                <a:gdLst>
                  <a:gd name="T0" fmla="*/ 461 w 560"/>
                  <a:gd name="T1" fmla="*/ 445 h 446"/>
                  <a:gd name="T2" fmla="*/ 0 w 560"/>
                  <a:gd name="T3" fmla="*/ 158 h 446"/>
                  <a:gd name="T4" fmla="*/ 98 w 560"/>
                  <a:gd name="T5" fmla="*/ 0 h 446"/>
                  <a:gd name="T6" fmla="*/ 559 w 560"/>
                  <a:gd name="T7" fmla="*/ 287 h 446"/>
                  <a:gd name="T8" fmla="*/ 461 w 560"/>
                  <a:gd name="T9" fmla="*/ 445 h 4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60" h="446">
                    <a:moveTo>
                      <a:pt x="461" y="445"/>
                    </a:moveTo>
                    <a:lnTo>
                      <a:pt x="0" y="158"/>
                    </a:lnTo>
                    <a:lnTo>
                      <a:pt x="98" y="0"/>
                    </a:lnTo>
                    <a:lnTo>
                      <a:pt x="559" y="287"/>
                    </a:lnTo>
                    <a:lnTo>
                      <a:pt x="461" y="445"/>
                    </a:lnTo>
                  </a:path>
                </a:pathLst>
              </a:custGeom>
              <a:solidFill>
                <a:srgbClr val="111340">
                  <a:alpha val="25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AD23605A-0231-49E8-8794-7B3A8F8F8C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54716" y="4680122"/>
                <a:ext cx="798285" cy="1910559"/>
              </a:xfrm>
              <a:custGeom>
                <a:avLst/>
                <a:gdLst>
                  <a:gd name="connsiteX0" fmla="*/ 790730 w 798285"/>
                  <a:gd name="connsiteY0" fmla="*/ 0 h 1910559"/>
                  <a:gd name="connsiteX1" fmla="*/ 778484 w 798285"/>
                  <a:gd name="connsiteY1" fmla="*/ 123901 h 1910559"/>
                  <a:gd name="connsiteX2" fmla="*/ 772006 w 798285"/>
                  <a:gd name="connsiteY2" fmla="*/ 145756 h 1910559"/>
                  <a:gd name="connsiteX3" fmla="*/ 763100 w 798285"/>
                  <a:gd name="connsiteY3" fmla="*/ 157573 h 1910559"/>
                  <a:gd name="connsiteX4" fmla="*/ 781938 w 798285"/>
                  <a:gd name="connsiteY4" fmla="*/ 292799 h 1910559"/>
                  <a:gd name="connsiteX5" fmla="*/ 688126 w 798285"/>
                  <a:gd name="connsiteY5" fmla="*/ 803964 h 1910559"/>
                  <a:gd name="connsiteX6" fmla="*/ 513030 w 798285"/>
                  <a:gd name="connsiteY6" fmla="*/ 960673 h 1910559"/>
                  <a:gd name="connsiteX7" fmla="*/ 527912 w 798285"/>
                  <a:gd name="connsiteY7" fmla="*/ 1159405 h 1910559"/>
                  <a:gd name="connsiteX8" fmla="*/ 279276 w 798285"/>
                  <a:gd name="connsiteY8" fmla="*/ 1817759 h 1910559"/>
                  <a:gd name="connsiteX9" fmla="*/ 11380 w 798285"/>
                  <a:gd name="connsiteY9" fmla="*/ 1910559 h 1910559"/>
                  <a:gd name="connsiteX10" fmla="*/ 0 w 798285"/>
                  <a:gd name="connsiteY10" fmla="*/ 1601518 h 1910559"/>
                  <a:gd name="connsiteX11" fmla="*/ 269646 w 798285"/>
                  <a:gd name="connsiteY11" fmla="*/ 1149775 h 1910559"/>
                  <a:gd name="connsiteX12" fmla="*/ 299412 w 798285"/>
                  <a:gd name="connsiteY12" fmla="*/ 881005 h 1910559"/>
                  <a:gd name="connsiteX13" fmla="*/ 675526 w 798285"/>
                  <a:gd name="connsiteY13" fmla="*/ 249532 h 1910559"/>
                  <a:gd name="connsiteX14" fmla="*/ 675744 w 798285"/>
                  <a:gd name="connsiteY14" fmla="*/ 164586 h 1910559"/>
                  <a:gd name="connsiteX15" fmla="*/ 662162 w 798285"/>
                  <a:gd name="connsiteY15" fmla="*/ 148946 h 1910559"/>
                  <a:gd name="connsiteX16" fmla="*/ 654276 w 798285"/>
                  <a:gd name="connsiteY16" fmla="*/ 127392 h 1910559"/>
                  <a:gd name="connsiteX17" fmla="*/ 633284 w 798285"/>
                  <a:gd name="connsiteY17" fmla="*/ 5236 h 19105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798285" h="1910559">
                    <a:moveTo>
                      <a:pt x="790730" y="0"/>
                    </a:moveTo>
                    <a:lnTo>
                      <a:pt x="778484" y="123901"/>
                    </a:lnTo>
                    <a:cubicBezTo>
                      <a:pt x="777610" y="131754"/>
                      <a:pt x="775368" y="139116"/>
                      <a:pt x="772006" y="145756"/>
                    </a:cubicBezTo>
                    <a:lnTo>
                      <a:pt x="763100" y="157573"/>
                    </a:lnTo>
                    <a:lnTo>
                      <a:pt x="781938" y="292799"/>
                    </a:lnTo>
                    <a:cubicBezTo>
                      <a:pt x="807300" y="475006"/>
                      <a:pt x="820104" y="666078"/>
                      <a:pt x="688126" y="803964"/>
                    </a:cubicBezTo>
                    <a:cubicBezTo>
                      <a:pt x="635596" y="865247"/>
                      <a:pt x="535792" y="889760"/>
                      <a:pt x="513030" y="960673"/>
                    </a:cubicBezTo>
                    <a:cubicBezTo>
                      <a:pt x="504274" y="1017579"/>
                      <a:pt x="531414" y="1098998"/>
                      <a:pt x="527912" y="1159405"/>
                    </a:cubicBezTo>
                    <a:cubicBezTo>
                      <a:pt x="529664" y="1438680"/>
                      <a:pt x="454372" y="1610272"/>
                      <a:pt x="279276" y="1817759"/>
                    </a:cubicBezTo>
                    <a:lnTo>
                      <a:pt x="11380" y="1910559"/>
                    </a:lnTo>
                    <a:lnTo>
                      <a:pt x="0" y="1601518"/>
                    </a:lnTo>
                    <a:cubicBezTo>
                      <a:pt x="142702" y="1471948"/>
                      <a:pt x="242506" y="1343254"/>
                      <a:pt x="269646" y="1149775"/>
                    </a:cubicBezTo>
                    <a:cubicBezTo>
                      <a:pt x="278402" y="1059601"/>
                      <a:pt x="259140" y="969428"/>
                      <a:pt x="299412" y="881005"/>
                    </a:cubicBezTo>
                    <a:cubicBezTo>
                      <a:pt x="520198" y="537110"/>
                      <a:pt x="664806" y="850330"/>
                      <a:pt x="675526" y="249532"/>
                    </a:cubicBezTo>
                    <a:lnTo>
                      <a:pt x="675744" y="164586"/>
                    </a:lnTo>
                    <a:lnTo>
                      <a:pt x="662162" y="148946"/>
                    </a:lnTo>
                    <a:cubicBezTo>
                      <a:pt x="658322" y="142498"/>
                      <a:pt x="655588" y="135245"/>
                      <a:pt x="654276" y="127392"/>
                    </a:cubicBezTo>
                    <a:lnTo>
                      <a:pt x="633284" y="5236"/>
                    </a:lnTo>
                    <a:close/>
                  </a:path>
                </a:pathLst>
              </a:custGeom>
              <a:solidFill>
                <a:schemeClr val="accent6">
                  <a:alpha val="10000"/>
                </a:schemeClr>
              </a:solidFill>
              <a:ln>
                <a:noFill/>
              </a:ln>
              <a:effectLst/>
            </p:spPr>
            <p:txBody>
              <a:bodyPr wrap="square" anchor="ctr">
                <a:noAutofit/>
              </a:bodyPr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019743A4-AC64-4994-9829-F61FA4D301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98788" y="4494770"/>
                <a:ext cx="485678" cy="358239"/>
              </a:xfrm>
              <a:custGeom>
                <a:avLst/>
                <a:gdLst>
                  <a:gd name="connsiteX0" fmla="*/ 143234 w 485678"/>
                  <a:gd name="connsiteY0" fmla="*/ 0 h 358239"/>
                  <a:gd name="connsiteX1" fmla="*/ 271852 w 485678"/>
                  <a:gd name="connsiteY1" fmla="*/ 185828 h 358239"/>
                  <a:gd name="connsiteX2" fmla="*/ 387544 w 485678"/>
                  <a:gd name="connsiteY2" fmla="*/ 42475 h 358239"/>
                  <a:gd name="connsiteX3" fmla="*/ 485678 w 485678"/>
                  <a:gd name="connsiteY3" fmla="*/ 192122 h 358239"/>
                  <a:gd name="connsiteX4" fmla="*/ 363228 w 485678"/>
                  <a:gd name="connsiteY4" fmla="*/ 350519 h 358239"/>
                  <a:gd name="connsiteX5" fmla="*/ 271830 w 485678"/>
                  <a:gd name="connsiteY5" fmla="*/ 190420 h 358239"/>
                  <a:gd name="connsiteX6" fmla="*/ 174868 w 485678"/>
                  <a:gd name="connsiteY6" fmla="*/ 358239 h 358239"/>
                  <a:gd name="connsiteX7" fmla="*/ 0 w 485678"/>
                  <a:gd name="connsiteY7" fmla="*/ 57073 h 358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85678" h="358239">
                    <a:moveTo>
                      <a:pt x="143234" y="0"/>
                    </a:moveTo>
                    <a:lnTo>
                      <a:pt x="271852" y="185828"/>
                    </a:lnTo>
                    <a:lnTo>
                      <a:pt x="387544" y="42475"/>
                    </a:lnTo>
                    <a:lnTo>
                      <a:pt x="485678" y="192122"/>
                    </a:lnTo>
                    <a:lnTo>
                      <a:pt x="363228" y="350519"/>
                    </a:lnTo>
                    <a:lnTo>
                      <a:pt x="271830" y="190420"/>
                    </a:lnTo>
                    <a:lnTo>
                      <a:pt x="174868" y="358239"/>
                    </a:lnTo>
                    <a:lnTo>
                      <a:pt x="0" y="570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square" anchor="ctr">
                <a:noAutofit/>
              </a:bodyPr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AD0BDC15-6EA4-42CC-9D2A-59647E2CB5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98788" y="4494770"/>
                <a:ext cx="485678" cy="358239"/>
              </a:xfrm>
              <a:custGeom>
                <a:avLst/>
                <a:gdLst>
                  <a:gd name="connsiteX0" fmla="*/ 143234 w 485678"/>
                  <a:gd name="connsiteY0" fmla="*/ 0 h 358239"/>
                  <a:gd name="connsiteX1" fmla="*/ 271852 w 485678"/>
                  <a:gd name="connsiteY1" fmla="*/ 185828 h 358239"/>
                  <a:gd name="connsiteX2" fmla="*/ 387544 w 485678"/>
                  <a:gd name="connsiteY2" fmla="*/ 42475 h 358239"/>
                  <a:gd name="connsiteX3" fmla="*/ 485678 w 485678"/>
                  <a:gd name="connsiteY3" fmla="*/ 192122 h 358239"/>
                  <a:gd name="connsiteX4" fmla="*/ 363228 w 485678"/>
                  <a:gd name="connsiteY4" fmla="*/ 350519 h 358239"/>
                  <a:gd name="connsiteX5" fmla="*/ 271830 w 485678"/>
                  <a:gd name="connsiteY5" fmla="*/ 190420 h 358239"/>
                  <a:gd name="connsiteX6" fmla="*/ 174868 w 485678"/>
                  <a:gd name="connsiteY6" fmla="*/ 358239 h 358239"/>
                  <a:gd name="connsiteX7" fmla="*/ 0 w 485678"/>
                  <a:gd name="connsiteY7" fmla="*/ 57073 h 3582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85678" h="358239">
                    <a:moveTo>
                      <a:pt x="143234" y="0"/>
                    </a:moveTo>
                    <a:lnTo>
                      <a:pt x="271852" y="185828"/>
                    </a:lnTo>
                    <a:lnTo>
                      <a:pt x="387544" y="42475"/>
                    </a:lnTo>
                    <a:lnTo>
                      <a:pt x="485678" y="192122"/>
                    </a:lnTo>
                    <a:lnTo>
                      <a:pt x="363228" y="350519"/>
                    </a:lnTo>
                    <a:lnTo>
                      <a:pt x="271830" y="190420"/>
                    </a:lnTo>
                    <a:lnTo>
                      <a:pt x="174868" y="358239"/>
                    </a:lnTo>
                    <a:lnTo>
                      <a:pt x="0" y="57073"/>
                    </a:lnTo>
                    <a:close/>
                  </a:path>
                </a:pathLst>
              </a:custGeom>
              <a:solidFill>
                <a:srgbClr val="111340">
                  <a:alpha val="25000"/>
                </a:srgbClr>
              </a:solidFill>
              <a:ln>
                <a:noFill/>
              </a:ln>
              <a:effectLst/>
            </p:spPr>
            <p:txBody>
              <a:bodyPr wrap="square" anchor="ctr">
                <a:noAutofit/>
              </a:bodyPr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</p:grpSp>
      </p:grpSp>
      <p:sp>
        <p:nvSpPr>
          <p:cNvPr id="114" name="Freeform 55">
            <a:extLst>
              <a:ext uri="{FF2B5EF4-FFF2-40B4-BE49-F238E27FC236}">
                <a16:creationId xmlns:a16="http://schemas.microsoft.com/office/drawing/2014/main" id="{72253E23-9A44-4975-B7F7-DAF0EFCD78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6578" y="3954162"/>
            <a:ext cx="1606378" cy="1428750"/>
          </a:xfrm>
          <a:custGeom>
            <a:avLst/>
            <a:gdLst>
              <a:gd name="T0" fmla="*/ 1254 w 1834"/>
              <a:gd name="T1" fmla="*/ 0 h 1631"/>
              <a:gd name="T2" fmla="*/ 578 w 1834"/>
              <a:gd name="T3" fmla="*/ 0 h 1631"/>
              <a:gd name="T4" fmla="*/ 578 w 1834"/>
              <a:gd name="T5" fmla="*/ 0 h 1631"/>
              <a:gd name="T6" fmla="*/ 379 w 1834"/>
              <a:gd name="T7" fmla="*/ 114 h 1631"/>
              <a:gd name="T8" fmla="*/ 41 w 1834"/>
              <a:gd name="T9" fmla="*/ 700 h 1631"/>
              <a:gd name="T10" fmla="*/ 41 w 1834"/>
              <a:gd name="T11" fmla="*/ 700 h 1631"/>
              <a:gd name="T12" fmla="*/ 41 w 1834"/>
              <a:gd name="T13" fmla="*/ 930 h 1631"/>
              <a:gd name="T14" fmla="*/ 379 w 1834"/>
              <a:gd name="T15" fmla="*/ 1516 h 1631"/>
              <a:gd name="T16" fmla="*/ 379 w 1834"/>
              <a:gd name="T17" fmla="*/ 1516 h 1631"/>
              <a:gd name="T18" fmla="*/ 578 w 1834"/>
              <a:gd name="T19" fmla="*/ 1630 h 1631"/>
              <a:gd name="T20" fmla="*/ 1254 w 1834"/>
              <a:gd name="T21" fmla="*/ 1630 h 1631"/>
              <a:gd name="T22" fmla="*/ 1254 w 1834"/>
              <a:gd name="T23" fmla="*/ 1630 h 1631"/>
              <a:gd name="T24" fmla="*/ 1453 w 1834"/>
              <a:gd name="T25" fmla="*/ 1516 h 1631"/>
              <a:gd name="T26" fmla="*/ 1792 w 1834"/>
              <a:gd name="T27" fmla="*/ 930 h 1631"/>
              <a:gd name="T28" fmla="*/ 1792 w 1834"/>
              <a:gd name="T29" fmla="*/ 930 h 1631"/>
              <a:gd name="T30" fmla="*/ 1792 w 1834"/>
              <a:gd name="T31" fmla="*/ 700 h 1631"/>
              <a:gd name="T32" fmla="*/ 1453 w 1834"/>
              <a:gd name="T33" fmla="*/ 114 h 1631"/>
              <a:gd name="T34" fmla="*/ 1453 w 1834"/>
              <a:gd name="T35" fmla="*/ 114 h 1631"/>
              <a:gd name="T36" fmla="*/ 1254 w 1834"/>
              <a:gd name="T37" fmla="*/ 0 h 16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834" h="1631">
                <a:moveTo>
                  <a:pt x="1254" y="0"/>
                </a:moveTo>
                <a:lnTo>
                  <a:pt x="578" y="0"/>
                </a:lnTo>
                <a:lnTo>
                  <a:pt x="578" y="0"/>
                </a:lnTo>
                <a:cubicBezTo>
                  <a:pt x="496" y="0"/>
                  <a:pt x="420" y="43"/>
                  <a:pt x="379" y="114"/>
                </a:cubicBezTo>
                <a:lnTo>
                  <a:pt x="41" y="700"/>
                </a:lnTo>
                <a:lnTo>
                  <a:pt x="41" y="700"/>
                </a:lnTo>
                <a:cubicBezTo>
                  <a:pt x="0" y="771"/>
                  <a:pt x="0" y="858"/>
                  <a:pt x="41" y="930"/>
                </a:cubicBezTo>
                <a:lnTo>
                  <a:pt x="379" y="1516"/>
                </a:lnTo>
                <a:lnTo>
                  <a:pt x="379" y="1516"/>
                </a:lnTo>
                <a:cubicBezTo>
                  <a:pt x="420" y="1587"/>
                  <a:pt x="496" y="1630"/>
                  <a:pt x="578" y="1630"/>
                </a:cubicBezTo>
                <a:lnTo>
                  <a:pt x="1254" y="1630"/>
                </a:lnTo>
                <a:lnTo>
                  <a:pt x="1254" y="1630"/>
                </a:lnTo>
                <a:cubicBezTo>
                  <a:pt x="1337" y="1630"/>
                  <a:pt x="1412" y="1587"/>
                  <a:pt x="1453" y="1516"/>
                </a:cubicBezTo>
                <a:lnTo>
                  <a:pt x="1792" y="930"/>
                </a:lnTo>
                <a:lnTo>
                  <a:pt x="1792" y="930"/>
                </a:lnTo>
                <a:cubicBezTo>
                  <a:pt x="1833" y="858"/>
                  <a:pt x="1833" y="771"/>
                  <a:pt x="1792" y="700"/>
                </a:cubicBezTo>
                <a:lnTo>
                  <a:pt x="1453" y="114"/>
                </a:lnTo>
                <a:lnTo>
                  <a:pt x="1453" y="114"/>
                </a:lnTo>
                <a:cubicBezTo>
                  <a:pt x="1412" y="43"/>
                  <a:pt x="1337" y="0"/>
                  <a:pt x="1254" y="0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15" name="Freeform 56">
            <a:extLst>
              <a:ext uri="{FF2B5EF4-FFF2-40B4-BE49-F238E27FC236}">
                <a16:creationId xmlns:a16="http://schemas.microsoft.com/office/drawing/2014/main" id="{EFEEE5FB-18D4-403D-AAF0-8EA16C881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6578" y="6440959"/>
            <a:ext cx="1606378" cy="1428750"/>
          </a:xfrm>
          <a:custGeom>
            <a:avLst/>
            <a:gdLst>
              <a:gd name="T0" fmla="*/ 1254 w 1834"/>
              <a:gd name="T1" fmla="*/ 0 h 1631"/>
              <a:gd name="T2" fmla="*/ 578 w 1834"/>
              <a:gd name="T3" fmla="*/ 0 h 1631"/>
              <a:gd name="T4" fmla="*/ 578 w 1834"/>
              <a:gd name="T5" fmla="*/ 0 h 1631"/>
              <a:gd name="T6" fmla="*/ 379 w 1834"/>
              <a:gd name="T7" fmla="*/ 115 h 1631"/>
              <a:gd name="T8" fmla="*/ 41 w 1834"/>
              <a:gd name="T9" fmla="*/ 701 h 1631"/>
              <a:gd name="T10" fmla="*/ 41 w 1834"/>
              <a:gd name="T11" fmla="*/ 701 h 1631"/>
              <a:gd name="T12" fmla="*/ 41 w 1834"/>
              <a:gd name="T13" fmla="*/ 929 h 1631"/>
              <a:gd name="T14" fmla="*/ 379 w 1834"/>
              <a:gd name="T15" fmla="*/ 1516 h 1631"/>
              <a:gd name="T16" fmla="*/ 379 w 1834"/>
              <a:gd name="T17" fmla="*/ 1516 h 1631"/>
              <a:gd name="T18" fmla="*/ 578 w 1834"/>
              <a:gd name="T19" fmla="*/ 1630 h 1631"/>
              <a:gd name="T20" fmla="*/ 1254 w 1834"/>
              <a:gd name="T21" fmla="*/ 1630 h 1631"/>
              <a:gd name="T22" fmla="*/ 1254 w 1834"/>
              <a:gd name="T23" fmla="*/ 1630 h 1631"/>
              <a:gd name="T24" fmla="*/ 1453 w 1834"/>
              <a:gd name="T25" fmla="*/ 1516 h 1631"/>
              <a:gd name="T26" fmla="*/ 1792 w 1834"/>
              <a:gd name="T27" fmla="*/ 929 h 1631"/>
              <a:gd name="T28" fmla="*/ 1792 w 1834"/>
              <a:gd name="T29" fmla="*/ 929 h 1631"/>
              <a:gd name="T30" fmla="*/ 1792 w 1834"/>
              <a:gd name="T31" fmla="*/ 701 h 1631"/>
              <a:gd name="T32" fmla="*/ 1453 w 1834"/>
              <a:gd name="T33" fmla="*/ 115 h 1631"/>
              <a:gd name="T34" fmla="*/ 1453 w 1834"/>
              <a:gd name="T35" fmla="*/ 115 h 1631"/>
              <a:gd name="T36" fmla="*/ 1254 w 1834"/>
              <a:gd name="T37" fmla="*/ 0 h 16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834" h="1631">
                <a:moveTo>
                  <a:pt x="1254" y="0"/>
                </a:moveTo>
                <a:lnTo>
                  <a:pt x="578" y="0"/>
                </a:lnTo>
                <a:lnTo>
                  <a:pt x="578" y="0"/>
                </a:lnTo>
                <a:cubicBezTo>
                  <a:pt x="496" y="0"/>
                  <a:pt x="420" y="45"/>
                  <a:pt x="379" y="115"/>
                </a:cubicBezTo>
                <a:lnTo>
                  <a:pt x="41" y="701"/>
                </a:lnTo>
                <a:lnTo>
                  <a:pt x="41" y="701"/>
                </a:lnTo>
                <a:cubicBezTo>
                  <a:pt x="0" y="771"/>
                  <a:pt x="0" y="859"/>
                  <a:pt x="41" y="929"/>
                </a:cubicBezTo>
                <a:lnTo>
                  <a:pt x="379" y="1516"/>
                </a:lnTo>
                <a:lnTo>
                  <a:pt x="379" y="1516"/>
                </a:lnTo>
                <a:cubicBezTo>
                  <a:pt x="420" y="1586"/>
                  <a:pt x="496" y="1630"/>
                  <a:pt x="578" y="1630"/>
                </a:cubicBezTo>
                <a:lnTo>
                  <a:pt x="1254" y="1630"/>
                </a:lnTo>
                <a:lnTo>
                  <a:pt x="1254" y="1630"/>
                </a:lnTo>
                <a:cubicBezTo>
                  <a:pt x="1337" y="1630"/>
                  <a:pt x="1412" y="1586"/>
                  <a:pt x="1453" y="1516"/>
                </a:cubicBezTo>
                <a:lnTo>
                  <a:pt x="1792" y="929"/>
                </a:lnTo>
                <a:lnTo>
                  <a:pt x="1792" y="929"/>
                </a:lnTo>
                <a:cubicBezTo>
                  <a:pt x="1833" y="859"/>
                  <a:pt x="1833" y="771"/>
                  <a:pt x="1792" y="701"/>
                </a:cubicBezTo>
                <a:lnTo>
                  <a:pt x="1453" y="115"/>
                </a:lnTo>
                <a:lnTo>
                  <a:pt x="1453" y="115"/>
                </a:lnTo>
                <a:cubicBezTo>
                  <a:pt x="1412" y="45"/>
                  <a:pt x="1337" y="0"/>
                  <a:pt x="1254" y="0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16" name="Freeform 57">
            <a:extLst>
              <a:ext uri="{FF2B5EF4-FFF2-40B4-BE49-F238E27FC236}">
                <a16:creationId xmlns:a16="http://schemas.microsoft.com/office/drawing/2014/main" id="{BCACC5A4-7568-4439-9360-0277CAFFB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6578" y="8927757"/>
            <a:ext cx="1606378" cy="1428750"/>
          </a:xfrm>
          <a:custGeom>
            <a:avLst/>
            <a:gdLst>
              <a:gd name="T0" fmla="*/ 1254 w 1834"/>
              <a:gd name="T1" fmla="*/ 0 h 1632"/>
              <a:gd name="T2" fmla="*/ 578 w 1834"/>
              <a:gd name="T3" fmla="*/ 0 h 1632"/>
              <a:gd name="T4" fmla="*/ 578 w 1834"/>
              <a:gd name="T5" fmla="*/ 0 h 1632"/>
              <a:gd name="T6" fmla="*/ 379 w 1834"/>
              <a:gd name="T7" fmla="*/ 114 h 1632"/>
              <a:gd name="T8" fmla="*/ 41 w 1834"/>
              <a:gd name="T9" fmla="*/ 700 h 1632"/>
              <a:gd name="T10" fmla="*/ 41 w 1834"/>
              <a:gd name="T11" fmla="*/ 700 h 1632"/>
              <a:gd name="T12" fmla="*/ 41 w 1834"/>
              <a:gd name="T13" fmla="*/ 929 h 1632"/>
              <a:gd name="T14" fmla="*/ 379 w 1834"/>
              <a:gd name="T15" fmla="*/ 1516 h 1632"/>
              <a:gd name="T16" fmla="*/ 379 w 1834"/>
              <a:gd name="T17" fmla="*/ 1516 h 1632"/>
              <a:gd name="T18" fmla="*/ 578 w 1834"/>
              <a:gd name="T19" fmla="*/ 1631 h 1632"/>
              <a:gd name="T20" fmla="*/ 1254 w 1834"/>
              <a:gd name="T21" fmla="*/ 1631 h 1632"/>
              <a:gd name="T22" fmla="*/ 1254 w 1834"/>
              <a:gd name="T23" fmla="*/ 1631 h 1632"/>
              <a:gd name="T24" fmla="*/ 1453 w 1834"/>
              <a:gd name="T25" fmla="*/ 1516 h 1632"/>
              <a:gd name="T26" fmla="*/ 1792 w 1834"/>
              <a:gd name="T27" fmla="*/ 929 h 1632"/>
              <a:gd name="T28" fmla="*/ 1792 w 1834"/>
              <a:gd name="T29" fmla="*/ 929 h 1632"/>
              <a:gd name="T30" fmla="*/ 1792 w 1834"/>
              <a:gd name="T31" fmla="*/ 700 h 1632"/>
              <a:gd name="T32" fmla="*/ 1453 w 1834"/>
              <a:gd name="T33" fmla="*/ 114 h 1632"/>
              <a:gd name="T34" fmla="*/ 1453 w 1834"/>
              <a:gd name="T35" fmla="*/ 114 h 1632"/>
              <a:gd name="T36" fmla="*/ 1254 w 1834"/>
              <a:gd name="T37" fmla="*/ 0 h 16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834" h="1632">
                <a:moveTo>
                  <a:pt x="1254" y="0"/>
                </a:moveTo>
                <a:lnTo>
                  <a:pt x="578" y="0"/>
                </a:lnTo>
                <a:lnTo>
                  <a:pt x="578" y="0"/>
                </a:lnTo>
                <a:cubicBezTo>
                  <a:pt x="496" y="0"/>
                  <a:pt x="420" y="43"/>
                  <a:pt x="379" y="114"/>
                </a:cubicBezTo>
                <a:lnTo>
                  <a:pt x="41" y="700"/>
                </a:lnTo>
                <a:lnTo>
                  <a:pt x="41" y="700"/>
                </a:lnTo>
                <a:cubicBezTo>
                  <a:pt x="0" y="771"/>
                  <a:pt x="0" y="859"/>
                  <a:pt x="41" y="929"/>
                </a:cubicBezTo>
                <a:lnTo>
                  <a:pt x="379" y="1516"/>
                </a:lnTo>
                <a:lnTo>
                  <a:pt x="379" y="1516"/>
                </a:lnTo>
                <a:cubicBezTo>
                  <a:pt x="420" y="1586"/>
                  <a:pt x="496" y="1631"/>
                  <a:pt x="578" y="1631"/>
                </a:cubicBezTo>
                <a:lnTo>
                  <a:pt x="1254" y="1631"/>
                </a:lnTo>
                <a:lnTo>
                  <a:pt x="1254" y="1631"/>
                </a:lnTo>
                <a:cubicBezTo>
                  <a:pt x="1337" y="1631"/>
                  <a:pt x="1412" y="1586"/>
                  <a:pt x="1453" y="1516"/>
                </a:cubicBezTo>
                <a:lnTo>
                  <a:pt x="1792" y="929"/>
                </a:lnTo>
                <a:lnTo>
                  <a:pt x="1792" y="929"/>
                </a:lnTo>
                <a:cubicBezTo>
                  <a:pt x="1833" y="859"/>
                  <a:pt x="1833" y="771"/>
                  <a:pt x="1792" y="700"/>
                </a:cubicBezTo>
                <a:lnTo>
                  <a:pt x="1453" y="114"/>
                </a:lnTo>
                <a:lnTo>
                  <a:pt x="1453" y="114"/>
                </a:lnTo>
                <a:cubicBezTo>
                  <a:pt x="1412" y="43"/>
                  <a:pt x="1337" y="0"/>
                  <a:pt x="1254" y="0"/>
                </a:cubicBez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17" name="Freeform 58">
            <a:extLst>
              <a:ext uri="{FF2B5EF4-FFF2-40B4-BE49-F238E27FC236}">
                <a16:creationId xmlns:a16="http://schemas.microsoft.com/office/drawing/2014/main" id="{13FBFE12-4C8F-4AB9-B80A-C4CD2BA53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6578" y="11414554"/>
            <a:ext cx="1606378" cy="1428750"/>
          </a:xfrm>
          <a:custGeom>
            <a:avLst/>
            <a:gdLst>
              <a:gd name="T0" fmla="*/ 1254 w 1834"/>
              <a:gd name="T1" fmla="*/ 0 h 1632"/>
              <a:gd name="T2" fmla="*/ 578 w 1834"/>
              <a:gd name="T3" fmla="*/ 0 h 1632"/>
              <a:gd name="T4" fmla="*/ 578 w 1834"/>
              <a:gd name="T5" fmla="*/ 0 h 1632"/>
              <a:gd name="T6" fmla="*/ 379 w 1834"/>
              <a:gd name="T7" fmla="*/ 115 h 1632"/>
              <a:gd name="T8" fmla="*/ 41 w 1834"/>
              <a:gd name="T9" fmla="*/ 700 h 1632"/>
              <a:gd name="T10" fmla="*/ 41 w 1834"/>
              <a:gd name="T11" fmla="*/ 700 h 1632"/>
              <a:gd name="T12" fmla="*/ 41 w 1834"/>
              <a:gd name="T13" fmla="*/ 930 h 1632"/>
              <a:gd name="T14" fmla="*/ 379 w 1834"/>
              <a:gd name="T15" fmla="*/ 1515 h 1632"/>
              <a:gd name="T16" fmla="*/ 379 w 1834"/>
              <a:gd name="T17" fmla="*/ 1515 h 1632"/>
              <a:gd name="T18" fmla="*/ 578 w 1834"/>
              <a:gd name="T19" fmla="*/ 1631 h 1632"/>
              <a:gd name="T20" fmla="*/ 1254 w 1834"/>
              <a:gd name="T21" fmla="*/ 1631 h 1632"/>
              <a:gd name="T22" fmla="*/ 1254 w 1834"/>
              <a:gd name="T23" fmla="*/ 1631 h 1632"/>
              <a:gd name="T24" fmla="*/ 1453 w 1834"/>
              <a:gd name="T25" fmla="*/ 1515 h 1632"/>
              <a:gd name="T26" fmla="*/ 1792 w 1834"/>
              <a:gd name="T27" fmla="*/ 930 h 1632"/>
              <a:gd name="T28" fmla="*/ 1792 w 1834"/>
              <a:gd name="T29" fmla="*/ 930 h 1632"/>
              <a:gd name="T30" fmla="*/ 1792 w 1834"/>
              <a:gd name="T31" fmla="*/ 700 h 1632"/>
              <a:gd name="T32" fmla="*/ 1453 w 1834"/>
              <a:gd name="T33" fmla="*/ 115 h 1632"/>
              <a:gd name="T34" fmla="*/ 1453 w 1834"/>
              <a:gd name="T35" fmla="*/ 115 h 1632"/>
              <a:gd name="T36" fmla="*/ 1254 w 1834"/>
              <a:gd name="T37" fmla="*/ 0 h 16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834" h="1632">
                <a:moveTo>
                  <a:pt x="1254" y="0"/>
                </a:moveTo>
                <a:lnTo>
                  <a:pt x="578" y="0"/>
                </a:lnTo>
                <a:lnTo>
                  <a:pt x="578" y="0"/>
                </a:lnTo>
                <a:cubicBezTo>
                  <a:pt x="496" y="0"/>
                  <a:pt x="420" y="43"/>
                  <a:pt x="379" y="115"/>
                </a:cubicBezTo>
                <a:lnTo>
                  <a:pt x="41" y="700"/>
                </a:lnTo>
                <a:lnTo>
                  <a:pt x="41" y="700"/>
                </a:lnTo>
                <a:cubicBezTo>
                  <a:pt x="0" y="772"/>
                  <a:pt x="0" y="858"/>
                  <a:pt x="41" y="930"/>
                </a:cubicBezTo>
                <a:lnTo>
                  <a:pt x="379" y="1515"/>
                </a:lnTo>
                <a:lnTo>
                  <a:pt x="379" y="1515"/>
                </a:lnTo>
                <a:cubicBezTo>
                  <a:pt x="420" y="1587"/>
                  <a:pt x="496" y="1631"/>
                  <a:pt x="578" y="1631"/>
                </a:cubicBezTo>
                <a:lnTo>
                  <a:pt x="1254" y="1631"/>
                </a:lnTo>
                <a:lnTo>
                  <a:pt x="1254" y="1631"/>
                </a:lnTo>
                <a:cubicBezTo>
                  <a:pt x="1337" y="1631"/>
                  <a:pt x="1412" y="1587"/>
                  <a:pt x="1453" y="1515"/>
                </a:cubicBezTo>
                <a:lnTo>
                  <a:pt x="1792" y="930"/>
                </a:lnTo>
                <a:lnTo>
                  <a:pt x="1792" y="930"/>
                </a:lnTo>
                <a:cubicBezTo>
                  <a:pt x="1833" y="858"/>
                  <a:pt x="1833" y="772"/>
                  <a:pt x="1792" y="700"/>
                </a:cubicBezTo>
                <a:lnTo>
                  <a:pt x="1453" y="115"/>
                </a:lnTo>
                <a:lnTo>
                  <a:pt x="1453" y="115"/>
                </a:lnTo>
                <a:cubicBezTo>
                  <a:pt x="1412" y="43"/>
                  <a:pt x="1337" y="0"/>
                  <a:pt x="1254" y="0"/>
                </a:cubicBezTo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1F12B29-F501-41FE-BD97-56FD658F7A23}"/>
              </a:ext>
            </a:extLst>
          </p:cNvPr>
          <p:cNvSpPr txBox="1"/>
          <p:nvPr/>
        </p:nvSpPr>
        <p:spPr>
          <a:xfrm>
            <a:off x="1520825" y="750700"/>
            <a:ext cx="21336000" cy="116955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7000" b="1" spc="-29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CHALLENGES SLIDE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C85D4E3-04D1-46BD-BE4C-FA41083E933D}"/>
              </a:ext>
            </a:extLst>
          </p:cNvPr>
          <p:cNvSpPr txBox="1"/>
          <p:nvPr/>
        </p:nvSpPr>
        <p:spPr>
          <a:xfrm>
            <a:off x="1520827" y="1886522"/>
            <a:ext cx="213359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spc="-120" dirty="0">
                <a:latin typeface="Montserrat" pitchFamily="2" charset="77"/>
                <a:cs typeface="Poppins" pitchFamily="2" charset="77"/>
              </a:rPr>
              <a:t>Make a big impact with our professional slides and charts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90EA2F4-D7B3-4262-B2E4-1C72FAB5687D}"/>
              </a:ext>
            </a:extLst>
          </p:cNvPr>
          <p:cNvSpPr txBox="1"/>
          <p:nvPr/>
        </p:nvSpPr>
        <p:spPr>
          <a:xfrm>
            <a:off x="3749726" y="3798247"/>
            <a:ext cx="6528128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 01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767811F-7963-480A-980E-14FA9DBB6FBE}"/>
              </a:ext>
            </a:extLst>
          </p:cNvPr>
          <p:cNvSpPr txBox="1"/>
          <p:nvPr/>
        </p:nvSpPr>
        <p:spPr>
          <a:xfrm>
            <a:off x="3749727" y="4479589"/>
            <a:ext cx="6528130" cy="976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BC94A03-FF55-4EB4-9608-58842B377D92}"/>
              </a:ext>
            </a:extLst>
          </p:cNvPr>
          <p:cNvSpPr txBox="1"/>
          <p:nvPr/>
        </p:nvSpPr>
        <p:spPr>
          <a:xfrm>
            <a:off x="3749729" y="6272348"/>
            <a:ext cx="6528128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 02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1B99B34-742C-44B1-AFD2-61A0A26C46F7}"/>
              </a:ext>
            </a:extLst>
          </p:cNvPr>
          <p:cNvSpPr txBox="1"/>
          <p:nvPr/>
        </p:nvSpPr>
        <p:spPr>
          <a:xfrm>
            <a:off x="3749730" y="6953690"/>
            <a:ext cx="6528130" cy="976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C8CDCD5-5780-4F62-B396-86B7A201C2A8}"/>
              </a:ext>
            </a:extLst>
          </p:cNvPr>
          <p:cNvSpPr txBox="1"/>
          <p:nvPr/>
        </p:nvSpPr>
        <p:spPr>
          <a:xfrm>
            <a:off x="3749723" y="8769599"/>
            <a:ext cx="6528128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 03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33F0048-83AF-4E79-8B24-BFCD8189FF3F}"/>
              </a:ext>
            </a:extLst>
          </p:cNvPr>
          <p:cNvSpPr txBox="1"/>
          <p:nvPr/>
        </p:nvSpPr>
        <p:spPr>
          <a:xfrm>
            <a:off x="3749724" y="9450941"/>
            <a:ext cx="6528130" cy="976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E67A043-7524-43B3-B54D-EBADC9539255}"/>
              </a:ext>
            </a:extLst>
          </p:cNvPr>
          <p:cNvSpPr txBox="1"/>
          <p:nvPr/>
        </p:nvSpPr>
        <p:spPr>
          <a:xfrm>
            <a:off x="3749723" y="11258061"/>
            <a:ext cx="6528128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 04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7EC7199-3459-4CDE-BAB6-E780213953AB}"/>
              </a:ext>
            </a:extLst>
          </p:cNvPr>
          <p:cNvSpPr txBox="1"/>
          <p:nvPr/>
        </p:nvSpPr>
        <p:spPr>
          <a:xfrm>
            <a:off x="3749724" y="11939403"/>
            <a:ext cx="6528130" cy="976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704BF1D-6BAD-4364-B9B7-96B810CF8E5E}"/>
              </a:ext>
            </a:extLst>
          </p:cNvPr>
          <p:cNvSpPr txBox="1"/>
          <p:nvPr/>
        </p:nvSpPr>
        <p:spPr>
          <a:xfrm>
            <a:off x="1809662" y="4080751"/>
            <a:ext cx="1263992" cy="116955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NI" sz="7000" b="1" spc="-29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A</a:t>
            </a:r>
            <a:endParaRPr lang="en-US" sz="7000" b="1" spc="-290" dirty="0">
              <a:solidFill>
                <a:schemeClr val="bg1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DDCB764-6B9F-470D-942C-92DF0A0C3C9E}"/>
              </a:ext>
            </a:extLst>
          </p:cNvPr>
          <p:cNvSpPr txBox="1"/>
          <p:nvPr/>
        </p:nvSpPr>
        <p:spPr>
          <a:xfrm>
            <a:off x="1809662" y="6558657"/>
            <a:ext cx="1263992" cy="116955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NI" sz="7000" b="1" spc="-29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B</a:t>
            </a:r>
            <a:endParaRPr lang="en-US" sz="7000" b="1" spc="-290" dirty="0">
              <a:solidFill>
                <a:schemeClr val="bg1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ED660DB-4FD0-4064-B36B-D45008EC4639}"/>
              </a:ext>
            </a:extLst>
          </p:cNvPr>
          <p:cNvSpPr txBox="1"/>
          <p:nvPr/>
        </p:nvSpPr>
        <p:spPr>
          <a:xfrm>
            <a:off x="1809662" y="9036563"/>
            <a:ext cx="1263992" cy="116955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NI" sz="7000" b="1" spc="-29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C</a:t>
            </a:r>
            <a:endParaRPr lang="en-US" sz="7000" b="1" spc="-290" dirty="0">
              <a:solidFill>
                <a:schemeClr val="bg1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00741FF-55F0-49C9-A965-A18E11A22D9D}"/>
              </a:ext>
            </a:extLst>
          </p:cNvPr>
          <p:cNvSpPr txBox="1"/>
          <p:nvPr/>
        </p:nvSpPr>
        <p:spPr>
          <a:xfrm>
            <a:off x="1809662" y="11526064"/>
            <a:ext cx="1263992" cy="116955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NI" sz="7000" b="1" spc="-29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D</a:t>
            </a:r>
            <a:endParaRPr lang="en-US" sz="7000" b="1" spc="-290" dirty="0">
              <a:solidFill>
                <a:schemeClr val="bg1"/>
              </a:solidFill>
              <a:latin typeface="Montserrat" pitchFamily="2" charset="77"/>
              <a:cs typeface="Poppins" pitchFamily="2" charset="77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roup 89">
            <a:extLst>
              <a:ext uri="{FF2B5EF4-FFF2-40B4-BE49-F238E27FC236}">
                <a16:creationId xmlns:a16="http://schemas.microsoft.com/office/drawing/2014/main" id="{3EC2BD5E-8C51-4CE3-913E-2333CFAB92F0}"/>
              </a:ext>
            </a:extLst>
          </p:cNvPr>
          <p:cNvGrpSpPr/>
          <p:nvPr/>
        </p:nvGrpSpPr>
        <p:grpSpPr>
          <a:xfrm>
            <a:off x="6274916" y="4850027"/>
            <a:ext cx="11839317" cy="6568390"/>
            <a:chOff x="6274916" y="4850027"/>
            <a:chExt cx="11839317" cy="6568390"/>
          </a:xfrm>
        </p:grpSpPr>
        <p:sp>
          <p:nvSpPr>
            <p:cNvPr id="91" name="Freeform 2">
              <a:extLst>
                <a:ext uri="{FF2B5EF4-FFF2-40B4-BE49-F238E27FC236}">
                  <a16:creationId xmlns:a16="http://schemas.microsoft.com/office/drawing/2014/main" id="{819FFA1B-8EB6-4B94-80F2-F7A04CF624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5533" y="5792230"/>
              <a:ext cx="1131417" cy="4691707"/>
            </a:xfrm>
            <a:custGeom>
              <a:avLst/>
              <a:gdLst>
                <a:gd name="T0" fmla="*/ 1293 w 1294"/>
                <a:gd name="T1" fmla="*/ 5359 h 5360"/>
                <a:gd name="T2" fmla="*/ 1293 w 1294"/>
                <a:gd name="T3" fmla="*/ 5359 h 5360"/>
                <a:gd name="T4" fmla="*/ 0 w 1294"/>
                <a:gd name="T5" fmla="*/ 2670 h 5360"/>
                <a:gd name="T6" fmla="*/ 0 w 1294"/>
                <a:gd name="T7" fmla="*/ 2670 h 5360"/>
                <a:gd name="T8" fmla="*/ 1271 w 1294"/>
                <a:gd name="T9" fmla="*/ 0 h 5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4" h="5360">
                  <a:moveTo>
                    <a:pt x="1293" y="5359"/>
                  </a:moveTo>
                  <a:lnTo>
                    <a:pt x="1293" y="5359"/>
                  </a:lnTo>
                  <a:cubicBezTo>
                    <a:pt x="505" y="4729"/>
                    <a:pt x="0" y="3759"/>
                    <a:pt x="0" y="2670"/>
                  </a:cubicBezTo>
                  <a:lnTo>
                    <a:pt x="0" y="2670"/>
                  </a:lnTo>
                  <a:cubicBezTo>
                    <a:pt x="0" y="1592"/>
                    <a:pt x="495" y="631"/>
                    <a:pt x="1271" y="0"/>
                  </a:cubicBezTo>
                </a:path>
              </a:pathLst>
            </a:custGeom>
            <a:noFill/>
            <a:ln w="25400" cap="flat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92" name="Line 3">
              <a:extLst>
                <a:ext uri="{FF2B5EF4-FFF2-40B4-BE49-F238E27FC236}">
                  <a16:creationId xmlns:a16="http://schemas.microsoft.com/office/drawing/2014/main" id="{46C43790-0B74-4209-8703-A4B3C4A623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01673" y="8132291"/>
              <a:ext cx="3019682" cy="0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93" name="Line 4">
              <a:extLst>
                <a:ext uri="{FF2B5EF4-FFF2-40B4-BE49-F238E27FC236}">
                  <a16:creationId xmlns:a16="http://schemas.microsoft.com/office/drawing/2014/main" id="{FBB06AAC-85FB-4A48-9310-366B8418C0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336950" y="5772924"/>
              <a:ext cx="1884405" cy="2363230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94" name="Line 5">
              <a:extLst>
                <a:ext uri="{FF2B5EF4-FFF2-40B4-BE49-F238E27FC236}">
                  <a16:creationId xmlns:a16="http://schemas.microsoft.com/office/drawing/2014/main" id="{08D81985-A4B8-4CBF-8EDC-87CFC5226A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336950" y="8132291"/>
              <a:ext cx="1884405" cy="2355507"/>
            </a:xfrm>
            <a:prstGeom prst="line">
              <a:avLst/>
            </a:prstGeom>
            <a:noFill/>
            <a:ln w="25400" cap="flat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95" name="Freeform 6">
              <a:extLst>
                <a:ext uri="{FF2B5EF4-FFF2-40B4-BE49-F238E27FC236}">
                  <a16:creationId xmlns:a16="http://schemas.microsoft.com/office/drawing/2014/main" id="{73E1343B-8EE0-49D8-8B5C-795B94B932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48337" y="5792230"/>
              <a:ext cx="1131417" cy="4691707"/>
            </a:xfrm>
            <a:custGeom>
              <a:avLst/>
              <a:gdLst>
                <a:gd name="T0" fmla="*/ 0 w 1294"/>
                <a:gd name="T1" fmla="*/ 5359 h 5360"/>
                <a:gd name="T2" fmla="*/ 0 w 1294"/>
                <a:gd name="T3" fmla="*/ 5359 h 5360"/>
                <a:gd name="T4" fmla="*/ 1293 w 1294"/>
                <a:gd name="T5" fmla="*/ 2670 h 5360"/>
                <a:gd name="T6" fmla="*/ 1293 w 1294"/>
                <a:gd name="T7" fmla="*/ 2670 h 5360"/>
                <a:gd name="T8" fmla="*/ 22 w 1294"/>
                <a:gd name="T9" fmla="*/ 0 h 5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4" h="5360">
                  <a:moveTo>
                    <a:pt x="0" y="5359"/>
                  </a:moveTo>
                  <a:lnTo>
                    <a:pt x="0" y="5359"/>
                  </a:lnTo>
                  <a:cubicBezTo>
                    <a:pt x="788" y="4729"/>
                    <a:pt x="1293" y="3759"/>
                    <a:pt x="1293" y="2670"/>
                  </a:cubicBezTo>
                  <a:lnTo>
                    <a:pt x="1293" y="2670"/>
                  </a:lnTo>
                  <a:cubicBezTo>
                    <a:pt x="1293" y="1592"/>
                    <a:pt x="798" y="631"/>
                    <a:pt x="22" y="0"/>
                  </a:cubicBezTo>
                </a:path>
              </a:pathLst>
            </a:custGeom>
            <a:noFill/>
            <a:ln w="25400" cap="flat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96" name="Line 7">
              <a:extLst>
                <a:ext uri="{FF2B5EF4-FFF2-40B4-BE49-F238E27FC236}">
                  <a16:creationId xmlns:a16="http://schemas.microsoft.com/office/drawing/2014/main" id="{9FFBE0DD-9914-4972-96C3-492F469E65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71655" y="8132291"/>
              <a:ext cx="3011960" cy="0"/>
            </a:xfrm>
            <a:prstGeom prst="line">
              <a:avLst/>
            </a:prstGeom>
            <a:noFill/>
            <a:ln w="25400" cap="flat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97" name="Line 8">
              <a:extLst>
                <a:ext uri="{FF2B5EF4-FFF2-40B4-BE49-F238E27FC236}">
                  <a16:creationId xmlns:a16="http://schemas.microsoft.com/office/drawing/2014/main" id="{A99FA478-6591-47CA-BE65-342E2A4E9C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171655" y="5772924"/>
              <a:ext cx="1876682" cy="2363230"/>
            </a:xfrm>
            <a:prstGeom prst="line">
              <a:avLst/>
            </a:prstGeom>
            <a:noFill/>
            <a:ln w="25400" cap="flat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98" name="Line 9">
              <a:extLst>
                <a:ext uri="{FF2B5EF4-FFF2-40B4-BE49-F238E27FC236}">
                  <a16:creationId xmlns:a16="http://schemas.microsoft.com/office/drawing/2014/main" id="{F67FD1CB-0379-47FA-9C0D-2F6490FDAC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71655" y="8132291"/>
              <a:ext cx="1876682" cy="2355507"/>
            </a:xfrm>
            <a:prstGeom prst="line">
              <a:avLst/>
            </a:prstGeom>
            <a:noFill/>
            <a:ln w="25400" cap="flat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99" name="Freeform 10">
              <a:extLst>
                <a:ext uri="{FF2B5EF4-FFF2-40B4-BE49-F238E27FC236}">
                  <a16:creationId xmlns:a16="http://schemas.microsoft.com/office/drawing/2014/main" id="{C43C6E1F-E27D-457F-8D6C-E22ECD7459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5763" y="6340561"/>
              <a:ext cx="3583460" cy="3587322"/>
            </a:xfrm>
            <a:custGeom>
              <a:avLst/>
              <a:gdLst>
                <a:gd name="T0" fmla="*/ 4093 w 4094"/>
                <a:gd name="T1" fmla="*/ 2046 h 4095"/>
                <a:gd name="T2" fmla="*/ 4093 w 4094"/>
                <a:gd name="T3" fmla="*/ 2046 h 4095"/>
                <a:gd name="T4" fmla="*/ 2046 w 4094"/>
                <a:gd name="T5" fmla="*/ 4094 h 4095"/>
                <a:gd name="T6" fmla="*/ 2046 w 4094"/>
                <a:gd name="T7" fmla="*/ 4094 h 4095"/>
                <a:gd name="T8" fmla="*/ 0 w 4094"/>
                <a:gd name="T9" fmla="*/ 2046 h 4095"/>
                <a:gd name="T10" fmla="*/ 0 w 4094"/>
                <a:gd name="T11" fmla="*/ 2046 h 4095"/>
                <a:gd name="T12" fmla="*/ 2046 w 4094"/>
                <a:gd name="T13" fmla="*/ 0 h 4095"/>
                <a:gd name="T14" fmla="*/ 2046 w 4094"/>
                <a:gd name="T15" fmla="*/ 0 h 4095"/>
                <a:gd name="T16" fmla="*/ 4093 w 4094"/>
                <a:gd name="T17" fmla="*/ 2046 h 4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94" h="4095">
                  <a:moveTo>
                    <a:pt x="4093" y="2046"/>
                  </a:moveTo>
                  <a:lnTo>
                    <a:pt x="4093" y="2046"/>
                  </a:lnTo>
                  <a:cubicBezTo>
                    <a:pt x="4093" y="3177"/>
                    <a:pt x="3177" y="4094"/>
                    <a:pt x="2046" y="4094"/>
                  </a:cubicBezTo>
                  <a:lnTo>
                    <a:pt x="2046" y="4094"/>
                  </a:lnTo>
                  <a:cubicBezTo>
                    <a:pt x="916" y="4094"/>
                    <a:pt x="0" y="3177"/>
                    <a:pt x="0" y="2046"/>
                  </a:cubicBezTo>
                  <a:lnTo>
                    <a:pt x="0" y="2046"/>
                  </a:lnTo>
                  <a:cubicBezTo>
                    <a:pt x="0" y="916"/>
                    <a:pt x="916" y="0"/>
                    <a:pt x="2046" y="0"/>
                  </a:cubicBezTo>
                  <a:lnTo>
                    <a:pt x="2046" y="0"/>
                  </a:lnTo>
                  <a:cubicBezTo>
                    <a:pt x="3177" y="0"/>
                    <a:pt x="4093" y="916"/>
                    <a:pt x="4093" y="2046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100" name="Freeform 21">
              <a:extLst>
                <a:ext uri="{FF2B5EF4-FFF2-40B4-BE49-F238E27FC236}">
                  <a16:creationId xmlns:a16="http://schemas.microsoft.com/office/drawing/2014/main" id="{3C5D9DCA-B6BB-46E0-8F60-1234EE6AB9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76065" y="6340561"/>
              <a:ext cx="3587320" cy="3587322"/>
            </a:xfrm>
            <a:custGeom>
              <a:avLst/>
              <a:gdLst>
                <a:gd name="T0" fmla="*/ 4094 w 4095"/>
                <a:gd name="T1" fmla="*/ 2046 h 4095"/>
                <a:gd name="T2" fmla="*/ 4094 w 4095"/>
                <a:gd name="T3" fmla="*/ 2046 h 4095"/>
                <a:gd name="T4" fmla="*/ 2047 w 4095"/>
                <a:gd name="T5" fmla="*/ 4094 h 4095"/>
                <a:gd name="T6" fmla="*/ 2047 w 4095"/>
                <a:gd name="T7" fmla="*/ 4094 h 4095"/>
                <a:gd name="T8" fmla="*/ 0 w 4095"/>
                <a:gd name="T9" fmla="*/ 2046 h 4095"/>
                <a:gd name="T10" fmla="*/ 0 w 4095"/>
                <a:gd name="T11" fmla="*/ 2046 h 4095"/>
                <a:gd name="T12" fmla="*/ 2047 w 4095"/>
                <a:gd name="T13" fmla="*/ 0 h 4095"/>
                <a:gd name="T14" fmla="*/ 2047 w 4095"/>
                <a:gd name="T15" fmla="*/ 0 h 4095"/>
                <a:gd name="T16" fmla="*/ 4094 w 4095"/>
                <a:gd name="T17" fmla="*/ 2046 h 4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95" h="4095">
                  <a:moveTo>
                    <a:pt x="4094" y="2046"/>
                  </a:moveTo>
                  <a:lnTo>
                    <a:pt x="4094" y="2046"/>
                  </a:lnTo>
                  <a:cubicBezTo>
                    <a:pt x="4094" y="3177"/>
                    <a:pt x="3178" y="4094"/>
                    <a:pt x="2047" y="4094"/>
                  </a:cubicBezTo>
                  <a:lnTo>
                    <a:pt x="2047" y="4094"/>
                  </a:lnTo>
                  <a:cubicBezTo>
                    <a:pt x="917" y="4094"/>
                    <a:pt x="0" y="3177"/>
                    <a:pt x="0" y="2046"/>
                  </a:cubicBezTo>
                  <a:lnTo>
                    <a:pt x="0" y="2046"/>
                  </a:lnTo>
                  <a:cubicBezTo>
                    <a:pt x="0" y="916"/>
                    <a:pt x="917" y="0"/>
                    <a:pt x="2047" y="0"/>
                  </a:cubicBezTo>
                  <a:lnTo>
                    <a:pt x="2047" y="0"/>
                  </a:lnTo>
                  <a:cubicBezTo>
                    <a:pt x="3178" y="0"/>
                    <a:pt x="4094" y="916"/>
                    <a:pt x="4094" y="2046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grpSp>
          <p:nvGrpSpPr>
            <p:cNvPr id="101" name="Group 100">
              <a:extLst>
                <a:ext uri="{FF2B5EF4-FFF2-40B4-BE49-F238E27FC236}">
                  <a16:creationId xmlns:a16="http://schemas.microsoft.com/office/drawing/2014/main" id="{516901F9-4F13-458F-9434-5136C30EF71D}"/>
                </a:ext>
              </a:extLst>
            </p:cNvPr>
            <p:cNvGrpSpPr/>
            <p:nvPr/>
          </p:nvGrpSpPr>
          <p:grpSpPr>
            <a:xfrm>
              <a:off x="7410193" y="4850027"/>
              <a:ext cx="1857374" cy="1857376"/>
              <a:chOff x="7410193" y="4850027"/>
              <a:chExt cx="1857374" cy="1857376"/>
            </a:xfrm>
          </p:grpSpPr>
          <p:sp>
            <p:nvSpPr>
              <p:cNvPr id="116" name="Freeform 31">
                <a:extLst>
                  <a:ext uri="{FF2B5EF4-FFF2-40B4-BE49-F238E27FC236}">
                    <a16:creationId xmlns:a16="http://schemas.microsoft.com/office/drawing/2014/main" id="{545ED647-F683-45F3-8A3F-E9AE19F29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10193" y="4850027"/>
                <a:ext cx="1857374" cy="1857376"/>
              </a:xfrm>
              <a:custGeom>
                <a:avLst/>
                <a:gdLst>
                  <a:gd name="T0" fmla="*/ 2118 w 2119"/>
                  <a:gd name="T1" fmla="*/ 1060 h 2121"/>
                  <a:gd name="T2" fmla="*/ 2118 w 2119"/>
                  <a:gd name="T3" fmla="*/ 1060 h 2121"/>
                  <a:gd name="T4" fmla="*/ 1059 w 2119"/>
                  <a:gd name="T5" fmla="*/ 2120 h 2121"/>
                  <a:gd name="T6" fmla="*/ 1059 w 2119"/>
                  <a:gd name="T7" fmla="*/ 2120 h 2121"/>
                  <a:gd name="T8" fmla="*/ 0 w 2119"/>
                  <a:gd name="T9" fmla="*/ 1060 h 2121"/>
                  <a:gd name="T10" fmla="*/ 0 w 2119"/>
                  <a:gd name="T11" fmla="*/ 1060 h 2121"/>
                  <a:gd name="T12" fmla="*/ 1059 w 2119"/>
                  <a:gd name="T13" fmla="*/ 0 h 2121"/>
                  <a:gd name="T14" fmla="*/ 1059 w 2119"/>
                  <a:gd name="T15" fmla="*/ 0 h 2121"/>
                  <a:gd name="T16" fmla="*/ 2118 w 2119"/>
                  <a:gd name="T17" fmla="*/ 1060 h 2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119" h="2121">
                    <a:moveTo>
                      <a:pt x="2118" y="1060"/>
                    </a:moveTo>
                    <a:lnTo>
                      <a:pt x="2118" y="1060"/>
                    </a:lnTo>
                    <a:cubicBezTo>
                      <a:pt x="2118" y="1645"/>
                      <a:pt x="1644" y="2120"/>
                      <a:pt x="1059" y="2120"/>
                    </a:cubicBezTo>
                    <a:lnTo>
                      <a:pt x="1059" y="2120"/>
                    </a:lnTo>
                    <a:cubicBezTo>
                      <a:pt x="474" y="2120"/>
                      <a:pt x="0" y="1645"/>
                      <a:pt x="0" y="1060"/>
                    </a:cubicBezTo>
                    <a:lnTo>
                      <a:pt x="0" y="1060"/>
                    </a:lnTo>
                    <a:cubicBezTo>
                      <a:pt x="0" y="475"/>
                      <a:pt x="474" y="0"/>
                      <a:pt x="1059" y="0"/>
                    </a:cubicBezTo>
                    <a:lnTo>
                      <a:pt x="1059" y="0"/>
                    </a:lnTo>
                    <a:cubicBezTo>
                      <a:pt x="1644" y="0"/>
                      <a:pt x="2118" y="475"/>
                      <a:pt x="2118" y="106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2D96DC1D-B70F-43B6-9BBB-6FA3C6A64F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78525" y="5321128"/>
                <a:ext cx="917060" cy="914302"/>
              </a:xfrm>
              <a:custGeom>
                <a:avLst/>
                <a:gdLst>
                  <a:gd name="connsiteX0" fmla="*/ 54095 w 917060"/>
                  <a:gd name="connsiteY0" fmla="*/ 735987 h 914302"/>
                  <a:gd name="connsiteX1" fmla="*/ 29317 w 917060"/>
                  <a:gd name="connsiteY1" fmla="*/ 760581 h 914302"/>
                  <a:gd name="connsiteX2" fmla="*/ 29317 w 917060"/>
                  <a:gd name="connsiteY2" fmla="*/ 873013 h 914302"/>
                  <a:gd name="connsiteX3" fmla="*/ 45245 w 917060"/>
                  <a:gd name="connsiteY3" fmla="*/ 888823 h 914302"/>
                  <a:gd name="connsiteX4" fmla="*/ 130198 w 917060"/>
                  <a:gd name="connsiteY4" fmla="*/ 888823 h 914302"/>
                  <a:gd name="connsiteX5" fmla="*/ 147012 w 917060"/>
                  <a:gd name="connsiteY5" fmla="*/ 873013 h 914302"/>
                  <a:gd name="connsiteX6" fmla="*/ 147012 w 917060"/>
                  <a:gd name="connsiteY6" fmla="*/ 760581 h 914302"/>
                  <a:gd name="connsiteX7" fmla="*/ 121349 w 917060"/>
                  <a:gd name="connsiteY7" fmla="*/ 735987 h 914302"/>
                  <a:gd name="connsiteX8" fmla="*/ 54095 w 917060"/>
                  <a:gd name="connsiteY8" fmla="*/ 710514 h 914302"/>
                  <a:gd name="connsiteX9" fmla="*/ 121349 w 917060"/>
                  <a:gd name="connsiteY9" fmla="*/ 710514 h 914302"/>
                  <a:gd name="connsiteX10" fmla="*/ 171789 w 917060"/>
                  <a:gd name="connsiteY10" fmla="*/ 760581 h 914302"/>
                  <a:gd name="connsiteX11" fmla="*/ 171789 w 917060"/>
                  <a:gd name="connsiteY11" fmla="*/ 873013 h 914302"/>
                  <a:gd name="connsiteX12" fmla="*/ 130198 w 917060"/>
                  <a:gd name="connsiteY12" fmla="*/ 914296 h 914302"/>
                  <a:gd name="connsiteX13" fmla="*/ 45245 w 917060"/>
                  <a:gd name="connsiteY13" fmla="*/ 914296 h 914302"/>
                  <a:gd name="connsiteX14" fmla="*/ 2769 w 917060"/>
                  <a:gd name="connsiteY14" fmla="*/ 873013 h 914302"/>
                  <a:gd name="connsiteX15" fmla="*/ 2769 w 917060"/>
                  <a:gd name="connsiteY15" fmla="*/ 760581 h 914302"/>
                  <a:gd name="connsiteX16" fmla="*/ 54095 w 917060"/>
                  <a:gd name="connsiteY16" fmla="*/ 710514 h 914302"/>
                  <a:gd name="connsiteX17" fmla="*/ 301230 w 917060"/>
                  <a:gd name="connsiteY17" fmla="*/ 524307 h 914302"/>
                  <a:gd name="connsiteX18" fmla="*/ 275567 w 917060"/>
                  <a:gd name="connsiteY18" fmla="*/ 549609 h 914302"/>
                  <a:gd name="connsiteX19" fmla="*/ 275567 w 917060"/>
                  <a:gd name="connsiteY19" fmla="*/ 873296 h 914302"/>
                  <a:gd name="connsiteX20" fmla="*/ 291496 w 917060"/>
                  <a:gd name="connsiteY20" fmla="*/ 889000 h 914302"/>
                  <a:gd name="connsiteX21" fmla="*/ 377333 w 917060"/>
                  <a:gd name="connsiteY21" fmla="*/ 889000 h 914302"/>
                  <a:gd name="connsiteX22" fmla="*/ 393262 w 917060"/>
                  <a:gd name="connsiteY22" fmla="*/ 873296 h 914302"/>
                  <a:gd name="connsiteX23" fmla="*/ 393262 w 917060"/>
                  <a:gd name="connsiteY23" fmla="*/ 549609 h 914302"/>
                  <a:gd name="connsiteX24" fmla="*/ 368484 w 917060"/>
                  <a:gd name="connsiteY24" fmla="*/ 524307 h 914302"/>
                  <a:gd name="connsiteX25" fmla="*/ 301230 w 917060"/>
                  <a:gd name="connsiteY25" fmla="*/ 498133 h 914302"/>
                  <a:gd name="connsiteX26" fmla="*/ 368484 w 917060"/>
                  <a:gd name="connsiteY26" fmla="*/ 498133 h 914302"/>
                  <a:gd name="connsiteX27" fmla="*/ 418924 w 917060"/>
                  <a:gd name="connsiteY27" fmla="*/ 549609 h 914302"/>
                  <a:gd name="connsiteX28" fmla="*/ 418924 w 917060"/>
                  <a:gd name="connsiteY28" fmla="*/ 873296 h 914302"/>
                  <a:gd name="connsiteX29" fmla="*/ 377333 w 917060"/>
                  <a:gd name="connsiteY29" fmla="*/ 914302 h 914302"/>
                  <a:gd name="connsiteX30" fmla="*/ 291496 w 917060"/>
                  <a:gd name="connsiteY30" fmla="*/ 914302 h 914302"/>
                  <a:gd name="connsiteX31" fmla="*/ 249904 w 917060"/>
                  <a:gd name="connsiteY31" fmla="*/ 873296 h 914302"/>
                  <a:gd name="connsiteX32" fmla="*/ 249904 w 917060"/>
                  <a:gd name="connsiteY32" fmla="*/ 549609 h 914302"/>
                  <a:gd name="connsiteX33" fmla="*/ 301230 w 917060"/>
                  <a:gd name="connsiteY33" fmla="*/ 498133 h 914302"/>
                  <a:gd name="connsiteX34" fmla="*/ 552840 w 917060"/>
                  <a:gd name="connsiteY34" fmla="*/ 272560 h 914302"/>
                  <a:gd name="connsiteX35" fmla="*/ 527310 w 917060"/>
                  <a:gd name="connsiteY35" fmla="*/ 297984 h 914302"/>
                  <a:gd name="connsiteX36" fmla="*/ 527310 w 917060"/>
                  <a:gd name="connsiteY36" fmla="*/ 873093 h 914302"/>
                  <a:gd name="connsiteX37" fmla="*/ 543156 w 917060"/>
                  <a:gd name="connsiteY37" fmla="*/ 888874 h 914302"/>
                  <a:gd name="connsiteX38" fmla="*/ 627669 w 917060"/>
                  <a:gd name="connsiteY38" fmla="*/ 888874 h 914302"/>
                  <a:gd name="connsiteX39" fmla="*/ 644395 w 917060"/>
                  <a:gd name="connsiteY39" fmla="*/ 873093 h 914302"/>
                  <a:gd name="connsiteX40" fmla="*/ 644395 w 917060"/>
                  <a:gd name="connsiteY40" fmla="*/ 297984 h 914302"/>
                  <a:gd name="connsiteX41" fmla="*/ 618865 w 917060"/>
                  <a:gd name="connsiteY41" fmla="*/ 272560 h 914302"/>
                  <a:gd name="connsiteX42" fmla="*/ 552840 w 917060"/>
                  <a:gd name="connsiteY42" fmla="*/ 247136 h 914302"/>
                  <a:gd name="connsiteX43" fmla="*/ 618865 w 917060"/>
                  <a:gd name="connsiteY43" fmla="*/ 247136 h 914302"/>
                  <a:gd name="connsiteX44" fmla="*/ 669925 w 917060"/>
                  <a:gd name="connsiteY44" fmla="*/ 297984 h 914302"/>
                  <a:gd name="connsiteX45" fmla="*/ 669925 w 917060"/>
                  <a:gd name="connsiteY45" fmla="*/ 873093 h 914302"/>
                  <a:gd name="connsiteX46" fmla="*/ 627669 w 917060"/>
                  <a:gd name="connsiteY46" fmla="*/ 914298 h 914302"/>
                  <a:gd name="connsiteX47" fmla="*/ 543156 w 917060"/>
                  <a:gd name="connsiteY47" fmla="*/ 914298 h 914302"/>
                  <a:gd name="connsiteX48" fmla="*/ 500900 w 917060"/>
                  <a:gd name="connsiteY48" fmla="*/ 873093 h 914302"/>
                  <a:gd name="connsiteX49" fmla="*/ 500900 w 917060"/>
                  <a:gd name="connsiteY49" fmla="*/ 297984 h 914302"/>
                  <a:gd name="connsiteX50" fmla="*/ 552840 w 917060"/>
                  <a:gd name="connsiteY50" fmla="*/ 247136 h 914302"/>
                  <a:gd name="connsiteX51" fmla="*/ 799095 w 917060"/>
                  <a:gd name="connsiteY51" fmla="*/ 59236 h 914302"/>
                  <a:gd name="connsiteX52" fmla="*/ 773565 w 917060"/>
                  <a:gd name="connsiteY52" fmla="*/ 84590 h 914302"/>
                  <a:gd name="connsiteX53" fmla="*/ 773565 w 917060"/>
                  <a:gd name="connsiteY53" fmla="*/ 873208 h 914302"/>
                  <a:gd name="connsiteX54" fmla="*/ 790291 w 917060"/>
                  <a:gd name="connsiteY54" fmla="*/ 888945 h 914302"/>
                  <a:gd name="connsiteX55" fmla="*/ 874803 w 917060"/>
                  <a:gd name="connsiteY55" fmla="*/ 888945 h 914302"/>
                  <a:gd name="connsiteX56" fmla="*/ 891530 w 917060"/>
                  <a:gd name="connsiteY56" fmla="*/ 873208 h 914302"/>
                  <a:gd name="connsiteX57" fmla="*/ 891530 w 917060"/>
                  <a:gd name="connsiteY57" fmla="*/ 84590 h 914302"/>
                  <a:gd name="connsiteX58" fmla="*/ 866000 w 917060"/>
                  <a:gd name="connsiteY58" fmla="*/ 59236 h 914302"/>
                  <a:gd name="connsiteX59" fmla="*/ 799095 w 917060"/>
                  <a:gd name="connsiteY59" fmla="*/ 34755 h 914302"/>
                  <a:gd name="connsiteX60" fmla="*/ 866000 w 917060"/>
                  <a:gd name="connsiteY60" fmla="*/ 34755 h 914302"/>
                  <a:gd name="connsiteX61" fmla="*/ 917060 w 917060"/>
                  <a:gd name="connsiteY61" fmla="*/ 84590 h 914302"/>
                  <a:gd name="connsiteX62" fmla="*/ 917060 w 917060"/>
                  <a:gd name="connsiteY62" fmla="*/ 873208 h 914302"/>
                  <a:gd name="connsiteX63" fmla="*/ 874803 w 917060"/>
                  <a:gd name="connsiteY63" fmla="*/ 914300 h 914302"/>
                  <a:gd name="connsiteX64" fmla="*/ 790291 w 917060"/>
                  <a:gd name="connsiteY64" fmla="*/ 914300 h 914302"/>
                  <a:gd name="connsiteX65" fmla="*/ 748035 w 917060"/>
                  <a:gd name="connsiteY65" fmla="*/ 873208 h 914302"/>
                  <a:gd name="connsiteX66" fmla="*/ 748035 w 917060"/>
                  <a:gd name="connsiteY66" fmla="*/ 84590 h 914302"/>
                  <a:gd name="connsiteX67" fmla="*/ 799095 w 917060"/>
                  <a:gd name="connsiteY67" fmla="*/ 34755 h 914302"/>
                  <a:gd name="connsiteX68" fmla="*/ 581254 w 917060"/>
                  <a:gd name="connsiteY68" fmla="*/ 0 h 914302"/>
                  <a:gd name="connsiteX69" fmla="*/ 652955 w 917060"/>
                  <a:gd name="connsiteY69" fmla="*/ 0 h 914302"/>
                  <a:gd name="connsiteX70" fmla="*/ 657327 w 917060"/>
                  <a:gd name="connsiteY70" fmla="*/ 877 h 914302"/>
                  <a:gd name="connsiteX71" fmla="*/ 664322 w 917060"/>
                  <a:gd name="connsiteY71" fmla="*/ 7890 h 914302"/>
                  <a:gd name="connsiteX72" fmla="*/ 666071 w 917060"/>
                  <a:gd name="connsiteY72" fmla="*/ 12274 h 914302"/>
                  <a:gd name="connsiteX73" fmla="*/ 666071 w 917060"/>
                  <a:gd name="connsiteY73" fmla="*/ 84163 h 914302"/>
                  <a:gd name="connsiteX74" fmla="*/ 652955 w 917060"/>
                  <a:gd name="connsiteY74" fmla="*/ 96436 h 914302"/>
                  <a:gd name="connsiteX75" fmla="*/ 639839 w 917060"/>
                  <a:gd name="connsiteY75" fmla="*/ 84163 h 914302"/>
                  <a:gd name="connsiteX76" fmla="*/ 639839 w 917060"/>
                  <a:gd name="connsiteY76" fmla="*/ 42958 h 914302"/>
                  <a:gd name="connsiteX77" fmla="*/ 21642 w 917060"/>
                  <a:gd name="connsiteY77" fmla="*/ 663655 h 914302"/>
                  <a:gd name="connsiteX78" fmla="*/ 12898 w 917060"/>
                  <a:gd name="connsiteY78" fmla="*/ 667162 h 914302"/>
                  <a:gd name="connsiteX79" fmla="*/ 3279 w 917060"/>
                  <a:gd name="connsiteY79" fmla="*/ 663655 h 914302"/>
                  <a:gd name="connsiteX80" fmla="*/ 3279 w 917060"/>
                  <a:gd name="connsiteY80" fmla="*/ 645244 h 914302"/>
                  <a:gd name="connsiteX81" fmla="*/ 622351 w 917060"/>
                  <a:gd name="connsiteY81" fmla="*/ 25424 h 914302"/>
                  <a:gd name="connsiteX82" fmla="*/ 581254 w 917060"/>
                  <a:gd name="connsiteY82" fmla="*/ 25424 h 914302"/>
                  <a:gd name="connsiteX83" fmla="*/ 569013 w 917060"/>
                  <a:gd name="connsiteY83" fmla="*/ 12274 h 914302"/>
                  <a:gd name="connsiteX84" fmla="*/ 581254 w 917060"/>
                  <a:gd name="connsiteY84" fmla="*/ 0 h 9143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</a:cxnLst>
                <a:rect l="l" t="t" r="r" b="b"/>
                <a:pathLst>
                  <a:path w="917060" h="914302">
                    <a:moveTo>
                      <a:pt x="54095" y="735987"/>
                    </a:moveTo>
                    <a:cubicBezTo>
                      <a:pt x="39936" y="735987"/>
                      <a:pt x="29317" y="747406"/>
                      <a:pt x="29317" y="760581"/>
                    </a:cubicBezTo>
                    <a:lnTo>
                      <a:pt x="29317" y="873013"/>
                    </a:lnTo>
                    <a:cubicBezTo>
                      <a:pt x="29317" y="881796"/>
                      <a:pt x="36396" y="888823"/>
                      <a:pt x="45245" y="888823"/>
                    </a:cubicBezTo>
                    <a:lnTo>
                      <a:pt x="130198" y="888823"/>
                    </a:lnTo>
                    <a:cubicBezTo>
                      <a:pt x="139932" y="888823"/>
                      <a:pt x="147012" y="881796"/>
                      <a:pt x="147012" y="873013"/>
                    </a:cubicBezTo>
                    <a:lnTo>
                      <a:pt x="147012" y="760581"/>
                    </a:lnTo>
                    <a:cubicBezTo>
                      <a:pt x="147012" y="747406"/>
                      <a:pt x="135508" y="735987"/>
                      <a:pt x="121349" y="735987"/>
                    </a:cubicBezTo>
                    <a:close/>
                    <a:moveTo>
                      <a:pt x="54095" y="710514"/>
                    </a:moveTo>
                    <a:lnTo>
                      <a:pt x="121349" y="710514"/>
                    </a:lnTo>
                    <a:cubicBezTo>
                      <a:pt x="149666" y="710514"/>
                      <a:pt x="171789" y="733352"/>
                      <a:pt x="171789" y="760581"/>
                    </a:cubicBezTo>
                    <a:lnTo>
                      <a:pt x="171789" y="873013"/>
                    </a:lnTo>
                    <a:cubicBezTo>
                      <a:pt x="171789" y="895850"/>
                      <a:pt x="154091" y="914296"/>
                      <a:pt x="130198" y="914296"/>
                    </a:cubicBezTo>
                    <a:lnTo>
                      <a:pt x="45245" y="914296"/>
                    </a:lnTo>
                    <a:cubicBezTo>
                      <a:pt x="22238" y="914296"/>
                      <a:pt x="2769" y="895850"/>
                      <a:pt x="2769" y="873013"/>
                    </a:cubicBezTo>
                    <a:lnTo>
                      <a:pt x="2769" y="760581"/>
                    </a:lnTo>
                    <a:cubicBezTo>
                      <a:pt x="2769" y="733352"/>
                      <a:pt x="25777" y="710514"/>
                      <a:pt x="54095" y="710514"/>
                    </a:cubicBezTo>
                    <a:close/>
                    <a:moveTo>
                      <a:pt x="301230" y="524307"/>
                    </a:moveTo>
                    <a:cubicBezTo>
                      <a:pt x="286186" y="524307"/>
                      <a:pt x="275567" y="535649"/>
                      <a:pt x="275567" y="549609"/>
                    </a:cubicBezTo>
                    <a:lnTo>
                      <a:pt x="275567" y="873296"/>
                    </a:lnTo>
                    <a:cubicBezTo>
                      <a:pt x="275567" y="882020"/>
                      <a:pt x="282646" y="889000"/>
                      <a:pt x="291496" y="889000"/>
                    </a:cubicBezTo>
                    <a:lnTo>
                      <a:pt x="377333" y="889000"/>
                    </a:lnTo>
                    <a:cubicBezTo>
                      <a:pt x="387067" y="889000"/>
                      <a:pt x="393262" y="882020"/>
                      <a:pt x="393262" y="873296"/>
                    </a:cubicBezTo>
                    <a:lnTo>
                      <a:pt x="393262" y="549609"/>
                    </a:lnTo>
                    <a:cubicBezTo>
                      <a:pt x="393262" y="535649"/>
                      <a:pt x="381758" y="524307"/>
                      <a:pt x="368484" y="524307"/>
                    </a:cubicBezTo>
                    <a:close/>
                    <a:moveTo>
                      <a:pt x="301230" y="498133"/>
                    </a:moveTo>
                    <a:lnTo>
                      <a:pt x="368484" y="498133"/>
                    </a:lnTo>
                    <a:cubicBezTo>
                      <a:pt x="396801" y="498133"/>
                      <a:pt x="418924" y="520817"/>
                      <a:pt x="418924" y="549609"/>
                    </a:cubicBezTo>
                    <a:lnTo>
                      <a:pt x="418924" y="873296"/>
                    </a:lnTo>
                    <a:cubicBezTo>
                      <a:pt x="418924" y="895980"/>
                      <a:pt x="400341" y="914302"/>
                      <a:pt x="377333" y="914302"/>
                    </a:cubicBezTo>
                    <a:lnTo>
                      <a:pt x="291496" y="914302"/>
                    </a:lnTo>
                    <a:cubicBezTo>
                      <a:pt x="268488" y="914302"/>
                      <a:pt x="249904" y="895980"/>
                      <a:pt x="249904" y="873296"/>
                    </a:cubicBezTo>
                    <a:lnTo>
                      <a:pt x="249904" y="549609"/>
                    </a:lnTo>
                    <a:cubicBezTo>
                      <a:pt x="249904" y="520817"/>
                      <a:pt x="272912" y="498133"/>
                      <a:pt x="301230" y="498133"/>
                    </a:cubicBezTo>
                    <a:close/>
                    <a:moveTo>
                      <a:pt x="552840" y="272560"/>
                    </a:moveTo>
                    <a:cubicBezTo>
                      <a:pt x="537874" y="272560"/>
                      <a:pt x="527310" y="283957"/>
                      <a:pt x="527310" y="297984"/>
                    </a:cubicBezTo>
                    <a:lnTo>
                      <a:pt x="527310" y="873093"/>
                    </a:lnTo>
                    <a:cubicBezTo>
                      <a:pt x="527310" y="881860"/>
                      <a:pt x="534353" y="888874"/>
                      <a:pt x="543156" y="888874"/>
                    </a:cubicBezTo>
                    <a:lnTo>
                      <a:pt x="627669" y="888874"/>
                    </a:lnTo>
                    <a:cubicBezTo>
                      <a:pt x="637352" y="888874"/>
                      <a:pt x="644395" y="881860"/>
                      <a:pt x="644395" y="873093"/>
                    </a:cubicBezTo>
                    <a:lnTo>
                      <a:pt x="644395" y="297984"/>
                    </a:lnTo>
                    <a:cubicBezTo>
                      <a:pt x="644395" y="283957"/>
                      <a:pt x="632951" y="272560"/>
                      <a:pt x="618865" y="272560"/>
                    </a:cubicBezTo>
                    <a:close/>
                    <a:moveTo>
                      <a:pt x="552840" y="247136"/>
                    </a:moveTo>
                    <a:lnTo>
                      <a:pt x="618865" y="247136"/>
                    </a:lnTo>
                    <a:cubicBezTo>
                      <a:pt x="647036" y="247136"/>
                      <a:pt x="669925" y="269054"/>
                      <a:pt x="669925" y="297984"/>
                    </a:cubicBezTo>
                    <a:lnTo>
                      <a:pt x="669925" y="873093"/>
                    </a:lnTo>
                    <a:cubicBezTo>
                      <a:pt x="669925" y="895887"/>
                      <a:pt x="651438" y="914298"/>
                      <a:pt x="627669" y="914298"/>
                    </a:cubicBezTo>
                    <a:lnTo>
                      <a:pt x="543156" y="914298"/>
                    </a:lnTo>
                    <a:cubicBezTo>
                      <a:pt x="520267" y="914298"/>
                      <a:pt x="500900" y="895887"/>
                      <a:pt x="500900" y="873093"/>
                    </a:cubicBezTo>
                    <a:lnTo>
                      <a:pt x="500900" y="297984"/>
                    </a:lnTo>
                    <a:cubicBezTo>
                      <a:pt x="500900" y="269054"/>
                      <a:pt x="523789" y="247136"/>
                      <a:pt x="552840" y="247136"/>
                    </a:cubicBezTo>
                    <a:close/>
                    <a:moveTo>
                      <a:pt x="799095" y="59236"/>
                    </a:moveTo>
                    <a:cubicBezTo>
                      <a:pt x="785009" y="59236"/>
                      <a:pt x="773565" y="70602"/>
                      <a:pt x="773565" y="84590"/>
                    </a:cubicBezTo>
                    <a:lnTo>
                      <a:pt x="773565" y="873208"/>
                    </a:lnTo>
                    <a:cubicBezTo>
                      <a:pt x="773565" y="881951"/>
                      <a:pt x="780607" y="888945"/>
                      <a:pt x="790291" y="888945"/>
                    </a:cubicBezTo>
                    <a:lnTo>
                      <a:pt x="874803" y="888945"/>
                    </a:lnTo>
                    <a:cubicBezTo>
                      <a:pt x="884487" y="888945"/>
                      <a:pt x="891530" y="881951"/>
                      <a:pt x="891530" y="873208"/>
                    </a:cubicBezTo>
                    <a:lnTo>
                      <a:pt x="891530" y="84590"/>
                    </a:lnTo>
                    <a:cubicBezTo>
                      <a:pt x="891530" y="70602"/>
                      <a:pt x="879205" y="59236"/>
                      <a:pt x="866000" y="59236"/>
                    </a:cubicBezTo>
                    <a:close/>
                    <a:moveTo>
                      <a:pt x="799095" y="34755"/>
                    </a:moveTo>
                    <a:lnTo>
                      <a:pt x="866000" y="34755"/>
                    </a:lnTo>
                    <a:cubicBezTo>
                      <a:pt x="894171" y="34755"/>
                      <a:pt x="917060" y="56613"/>
                      <a:pt x="917060" y="84590"/>
                    </a:cubicBezTo>
                    <a:lnTo>
                      <a:pt x="917060" y="873208"/>
                    </a:lnTo>
                    <a:cubicBezTo>
                      <a:pt x="917060" y="895940"/>
                      <a:pt x="897692" y="914300"/>
                      <a:pt x="874803" y="914300"/>
                    </a:cubicBezTo>
                    <a:lnTo>
                      <a:pt x="790291" y="914300"/>
                    </a:lnTo>
                    <a:cubicBezTo>
                      <a:pt x="766522" y="914300"/>
                      <a:pt x="748035" y="895940"/>
                      <a:pt x="748035" y="873208"/>
                    </a:cubicBezTo>
                    <a:lnTo>
                      <a:pt x="748035" y="84590"/>
                    </a:lnTo>
                    <a:cubicBezTo>
                      <a:pt x="748035" y="56613"/>
                      <a:pt x="770924" y="34755"/>
                      <a:pt x="799095" y="34755"/>
                    </a:cubicBezTo>
                    <a:close/>
                    <a:moveTo>
                      <a:pt x="581254" y="0"/>
                    </a:moveTo>
                    <a:lnTo>
                      <a:pt x="652955" y="0"/>
                    </a:lnTo>
                    <a:cubicBezTo>
                      <a:pt x="653829" y="0"/>
                      <a:pt x="655578" y="0"/>
                      <a:pt x="657327" y="877"/>
                    </a:cubicBezTo>
                    <a:cubicBezTo>
                      <a:pt x="659950" y="2630"/>
                      <a:pt x="663447" y="4384"/>
                      <a:pt x="664322" y="7890"/>
                    </a:cubicBezTo>
                    <a:cubicBezTo>
                      <a:pt x="665196" y="9644"/>
                      <a:pt x="666071" y="10521"/>
                      <a:pt x="666071" y="12274"/>
                    </a:cubicBezTo>
                    <a:lnTo>
                      <a:pt x="666071" y="84163"/>
                    </a:lnTo>
                    <a:cubicBezTo>
                      <a:pt x="666071" y="91176"/>
                      <a:pt x="659950" y="96436"/>
                      <a:pt x="652955" y="96436"/>
                    </a:cubicBezTo>
                    <a:cubicBezTo>
                      <a:pt x="645959" y="96436"/>
                      <a:pt x="639839" y="91176"/>
                      <a:pt x="639839" y="84163"/>
                    </a:cubicBezTo>
                    <a:lnTo>
                      <a:pt x="639839" y="42958"/>
                    </a:lnTo>
                    <a:lnTo>
                      <a:pt x="21642" y="663655"/>
                    </a:lnTo>
                    <a:cubicBezTo>
                      <a:pt x="19018" y="665408"/>
                      <a:pt x="15521" y="667162"/>
                      <a:pt x="12898" y="667162"/>
                    </a:cubicBezTo>
                    <a:cubicBezTo>
                      <a:pt x="9400" y="667162"/>
                      <a:pt x="5902" y="665408"/>
                      <a:pt x="3279" y="663655"/>
                    </a:cubicBezTo>
                    <a:cubicBezTo>
                      <a:pt x="-1093" y="657518"/>
                      <a:pt x="-1093" y="650504"/>
                      <a:pt x="3279" y="645244"/>
                    </a:cubicBezTo>
                    <a:lnTo>
                      <a:pt x="622351" y="25424"/>
                    </a:lnTo>
                    <a:lnTo>
                      <a:pt x="581254" y="25424"/>
                    </a:lnTo>
                    <a:cubicBezTo>
                      <a:pt x="574259" y="25424"/>
                      <a:pt x="569013" y="19287"/>
                      <a:pt x="569013" y="12274"/>
                    </a:cubicBezTo>
                    <a:cubicBezTo>
                      <a:pt x="569013" y="5260"/>
                      <a:pt x="574259" y="0"/>
                      <a:pt x="58125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square" anchor="ctr">
                <a:noAutofit/>
              </a:bodyPr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</p:grpSp>
        <p:sp>
          <p:nvSpPr>
            <p:cNvPr id="102" name="Freeform 37">
              <a:extLst>
                <a:ext uri="{FF2B5EF4-FFF2-40B4-BE49-F238E27FC236}">
                  <a16:creationId xmlns:a16="http://schemas.microsoft.com/office/drawing/2014/main" id="{142776AD-A9D4-4531-8A3C-F693A6A861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74916" y="7205534"/>
              <a:ext cx="1857374" cy="1857376"/>
            </a:xfrm>
            <a:custGeom>
              <a:avLst/>
              <a:gdLst>
                <a:gd name="T0" fmla="*/ 2118 w 2119"/>
                <a:gd name="T1" fmla="*/ 1060 h 2121"/>
                <a:gd name="T2" fmla="*/ 2118 w 2119"/>
                <a:gd name="T3" fmla="*/ 1060 h 2121"/>
                <a:gd name="T4" fmla="*/ 1059 w 2119"/>
                <a:gd name="T5" fmla="*/ 2120 h 2121"/>
                <a:gd name="T6" fmla="*/ 1059 w 2119"/>
                <a:gd name="T7" fmla="*/ 2120 h 2121"/>
                <a:gd name="T8" fmla="*/ 0 w 2119"/>
                <a:gd name="T9" fmla="*/ 1060 h 2121"/>
                <a:gd name="T10" fmla="*/ 0 w 2119"/>
                <a:gd name="T11" fmla="*/ 1060 h 2121"/>
                <a:gd name="T12" fmla="*/ 1059 w 2119"/>
                <a:gd name="T13" fmla="*/ 0 h 2121"/>
                <a:gd name="T14" fmla="*/ 1059 w 2119"/>
                <a:gd name="T15" fmla="*/ 0 h 2121"/>
                <a:gd name="T16" fmla="*/ 2118 w 2119"/>
                <a:gd name="T17" fmla="*/ 1060 h 2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19" h="2121">
                  <a:moveTo>
                    <a:pt x="2118" y="1060"/>
                  </a:moveTo>
                  <a:lnTo>
                    <a:pt x="2118" y="1060"/>
                  </a:lnTo>
                  <a:cubicBezTo>
                    <a:pt x="2118" y="1645"/>
                    <a:pt x="1644" y="2120"/>
                    <a:pt x="1059" y="2120"/>
                  </a:cubicBezTo>
                  <a:lnTo>
                    <a:pt x="1059" y="2120"/>
                  </a:lnTo>
                  <a:cubicBezTo>
                    <a:pt x="474" y="2120"/>
                    <a:pt x="0" y="1645"/>
                    <a:pt x="0" y="1060"/>
                  </a:cubicBezTo>
                  <a:lnTo>
                    <a:pt x="0" y="1060"/>
                  </a:lnTo>
                  <a:cubicBezTo>
                    <a:pt x="0" y="475"/>
                    <a:pt x="474" y="0"/>
                    <a:pt x="1059" y="0"/>
                  </a:cubicBezTo>
                  <a:lnTo>
                    <a:pt x="1059" y="0"/>
                  </a:lnTo>
                  <a:cubicBezTo>
                    <a:pt x="1644" y="0"/>
                    <a:pt x="2118" y="475"/>
                    <a:pt x="2118" y="106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D6609BE-A044-481B-A8D4-7E3812B128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46017" y="7672775"/>
              <a:ext cx="914297" cy="918159"/>
            </a:xfrm>
            <a:custGeom>
              <a:avLst/>
              <a:gdLst>
                <a:gd name="connsiteX0" fmla="*/ 683047 w 914297"/>
                <a:gd name="connsiteY0" fmla="*/ 409317 h 918159"/>
                <a:gd name="connsiteX1" fmla="*/ 696143 w 914297"/>
                <a:gd name="connsiteY1" fmla="*/ 422413 h 918159"/>
                <a:gd name="connsiteX2" fmla="*/ 696143 w 914297"/>
                <a:gd name="connsiteY2" fmla="*/ 446858 h 918159"/>
                <a:gd name="connsiteX3" fmla="*/ 720588 w 914297"/>
                <a:gd name="connsiteY3" fmla="*/ 446858 h 918159"/>
                <a:gd name="connsiteX4" fmla="*/ 732810 w 914297"/>
                <a:gd name="connsiteY4" fmla="*/ 459080 h 918159"/>
                <a:gd name="connsiteX5" fmla="*/ 720588 w 914297"/>
                <a:gd name="connsiteY5" fmla="*/ 471303 h 918159"/>
                <a:gd name="connsiteX6" fmla="*/ 696143 w 914297"/>
                <a:gd name="connsiteY6" fmla="*/ 471303 h 918159"/>
                <a:gd name="connsiteX7" fmla="*/ 696143 w 914297"/>
                <a:gd name="connsiteY7" fmla="*/ 495748 h 918159"/>
                <a:gd name="connsiteX8" fmla="*/ 683047 w 914297"/>
                <a:gd name="connsiteY8" fmla="*/ 508843 h 918159"/>
                <a:gd name="connsiteX9" fmla="*/ 669952 w 914297"/>
                <a:gd name="connsiteY9" fmla="*/ 495748 h 918159"/>
                <a:gd name="connsiteX10" fmla="*/ 669952 w 914297"/>
                <a:gd name="connsiteY10" fmla="*/ 471303 h 918159"/>
                <a:gd name="connsiteX11" fmla="*/ 645507 w 914297"/>
                <a:gd name="connsiteY11" fmla="*/ 471303 h 918159"/>
                <a:gd name="connsiteX12" fmla="*/ 633284 w 914297"/>
                <a:gd name="connsiteY12" fmla="*/ 459080 h 918159"/>
                <a:gd name="connsiteX13" fmla="*/ 645507 w 914297"/>
                <a:gd name="connsiteY13" fmla="*/ 446858 h 918159"/>
                <a:gd name="connsiteX14" fmla="*/ 669952 w 914297"/>
                <a:gd name="connsiteY14" fmla="*/ 446858 h 918159"/>
                <a:gd name="connsiteX15" fmla="*/ 669952 w 914297"/>
                <a:gd name="connsiteY15" fmla="*/ 422413 h 918159"/>
                <a:gd name="connsiteX16" fmla="*/ 683047 w 914297"/>
                <a:gd name="connsiteY16" fmla="*/ 409317 h 918159"/>
                <a:gd name="connsiteX17" fmla="*/ 293043 w 914297"/>
                <a:gd name="connsiteY17" fmla="*/ 239412 h 918159"/>
                <a:gd name="connsiteX18" fmla="*/ 305915 w 914297"/>
                <a:gd name="connsiteY18" fmla="*/ 252283 h 918159"/>
                <a:gd name="connsiteX19" fmla="*/ 305915 w 914297"/>
                <a:gd name="connsiteY19" fmla="*/ 268588 h 918159"/>
                <a:gd name="connsiteX20" fmla="*/ 322219 w 914297"/>
                <a:gd name="connsiteY20" fmla="*/ 268588 h 918159"/>
                <a:gd name="connsiteX21" fmla="*/ 335091 w 914297"/>
                <a:gd name="connsiteY21" fmla="*/ 281459 h 918159"/>
                <a:gd name="connsiteX22" fmla="*/ 322219 w 914297"/>
                <a:gd name="connsiteY22" fmla="*/ 294331 h 918159"/>
                <a:gd name="connsiteX23" fmla="*/ 305915 w 914297"/>
                <a:gd name="connsiteY23" fmla="*/ 294331 h 918159"/>
                <a:gd name="connsiteX24" fmla="*/ 305915 w 914297"/>
                <a:gd name="connsiteY24" fmla="*/ 310635 h 918159"/>
                <a:gd name="connsiteX25" fmla="*/ 293043 w 914297"/>
                <a:gd name="connsiteY25" fmla="*/ 323507 h 918159"/>
                <a:gd name="connsiteX26" fmla="*/ 280172 w 914297"/>
                <a:gd name="connsiteY26" fmla="*/ 310635 h 918159"/>
                <a:gd name="connsiteX27" fmla="*/ 280172 w 914297"/>
                <a:gd name="connsiteY27" fmla="*/ 294331 h 918159"/>
                <a:gd name="connsiteX28" fmla="*/ 263867 w 914297"/>
                <a:gd name="connsiteY28" fmla="*/ 294331 h 918159"/>
                <a:gd name="connsiteX29" fmla="*/ 250996 w 914297"/>
                <a:gd name="connsiteY29" fmla="*/ 281459 h 918159"/>
                <a:gd name="connsiteX30" fmla="*/ 263867 w 914297"/>
                <a:gd name="connsiteY30" fmla="*/ 268588 h 918159"/>
                <a:gd name="connsiteX31" fmla="*/ 280172 w 914297"/>
                <a:gd name="connsiteY31" fmla="*/ 268588 h 918159"/>
                <a:gd name="connsiteX32" fmla="*/ 280172 w 914297"/>
                <a:gd name="connsiteY32" fmla="*/ 252283 h 918159"/>
                <a:gd name="connsiteX33" fmla="*/ 293043 w 914297"/>
                <a:gd name="connsiteY33" fmla="*/ 239412 h 918159"/>
                <a:gd name="connsiteX34" fmla="*/ 175359 w 914297"/>
                <a:gd name="connsiteY34" fmla="*/ 239412 h 918159"/>
                <a:gd name="connsiteX35" fmla="*/ 187656 w 914297"/>
                <a:gd name="connsiteY35" fmla="*/ 252602 h 918159"/>
                <a:gd name="connsiteX36" fmla="*/ 187656 w 914297"/>
                <a:gd name="connsiteY36" fmla="*/ 569168 h 918159"/>
                <a:gd name="connsiteX37" fmla="*/ 742798 w 914297"/>
                <a:gd name="connsiteY37" fmla="*/ 569168 h 918159"/>
                <a:gd name="connsiteX38" fmla="*/ 755974 w 914297"/>
                <a:gd name="connsiteY38" fmla="*/ 581479 h 918159"/>
                <a:gd name="connsiteX39" fmla="*/ 742798 w 914297"/>
                <a:gd name="connsiteY39" fmla="*/ 593790 h 918159"/>
                <a:gd name="connsiteX40" fmla="*/ 175359 w 914297"/>
                <a:gd name="connsiteY40" fmla="*/ 593790 h 918159"/>
                <a:gd name="connsiteX41" fmla="*/ 162183 w 914297"/>
                <a:gd name="connsiteY41" fmla="*/ 581479 h 918159"/>
                <a:gd name="connsiteX42" fmla="*/ 162183 w 914297"/>
                <a:gd name="connsiteY42" fmla="*/ 252602 h 918159"/>
                <a:gd name="connsiteX43" fmla="*/ 175359 w 914297"/>
                <a:gd name="connsiteY43" fmla="*/ 239412 h 918159"/>
                <a:gd name="connsiteX44" fmla="*/ 592152 w 914297"/>
                <a:gd name="connsiteY44" fmla="*/ 237078 h 918159"/>
                <a:gd name="connsiteX45" fmla="*/ 600452 w 914297"/>
                <a:gd name="connsiteY45" fmla="*/ 241664 h 918159"/>
                <a:gd name="connsiteX46" fmla="*/ 631029 w 914297"/>
                <a:gd name="connsiteY46" fmla="*/ 272239 h 918159"/>
                <a:gd name="connsiteX47" fmla="*/ 631029 w 914297"/>
                <a:gd name="connsiteY47" fmla="*/ 288838 h 918159"/>
                <a:gd name="connsiteX48" fmla="*/ 622293 w 914297"/>
                <a:gd name="connsiteY48" fmla="*/ 293205 h 918159"/>
                <a:gd name="connsiteX49" fmla="*/ 612683 w 914297"/>
                <a:gd name="connsiteY49" fmla="*/ 288838 h 918159"/>
                <a:gd name="connsiteX50" fmla="*/ 603073 w 914297"/>
                <a:gd name="connsiteY50" fmla="*/ 279228 h 918159"/>
                <a:gd name="connsiteX51" fmla="*/ 603073 w 914297"/>
                <a:gd name="connsiteY51" fmla="*/ 280102 h 918159"/>
                <a:gd name="connsiteX52" fmla="*/ 394273 w 914297"/>
                <a:gd name="connsiteY52" fmla="*/ 501120 h 918159"/>
                <a:gd name="connsiteX53" fmla="*/ 264100 w 914297"/>
                <a:gd name="connsiteY53" fmla="*/ 501120 h 918159"/>
                <a:gd name="connsiteX54" fmla="*/ 250996 w 914297"/>
                <a:gd name="connsiteY54" fmla="*/ 488889 h 918159"/>
                <a:gd name="connsiteX55" fmla="*/ 264100 w 914297"/>
                <a:gd name="connsiteY55" fmla="*/ 475786 h 918159"/>
                <a:gd name="connsiteX56" fmla="*/ 394273 w 914297"/>
                <a:gd name="connsiteY56" fmla="*/ 475786 h 918159"/>
                <a:gd name="connsiteX57" fmla="*/ 577737 w 914297"/>
                <a:gd name="connsiteY57" fmla="*/ 281849 h 918159"/>
                <a:gd name="connsiteX58" fmla="*/ 570748 w 914297"/>
                <a:gd name="connsiteY58" fmla="*/ 288838 h 918159"/>
                <a:gd name="connsiteX59" fmla="*/ 553275 w 914297"/>
                <a:gd name="connsiteY59" fmla="*/ 288838 h 918159"/>
                <a:gd name="connsiteX60" fmla="*/ 553275 w 914297"/>
                <a:gd name="connsiteY60" fmla="*/ 272239 h 918159"/>
                <a:gd name="connsiteX61" fmla="*/ 583853 w 914297"/>
                <a:gd name="connsiteY61" fmla="*/ 241664 h 918159"/>
                <a:gd name="connsiteX62" fmla="*/ 592152 w 914297"/>
                <a:gd name="connsiteY62" fmla="*/ 237078 h 918159"/>
                <a:gd name="connsiteX63" fmla="*/ 97898 w 914297"/>
                <a:gd name="connsiteY63" fmla="*/ 173303 h 918159"/>
                <a:gd name="connsiteX64" fmla="*/ 97898 w 914297"/>
                <a:gd name="connsiteY64" fmla="*/ 653827 h 918159"/>
                <a:gd name="connsiteX65" fmla="*/ 816399 w 914297"/>
                <a:gd name="connsiteY65" fmla="*/ 653827 h 918159"/>
                <a:gd name="connsiteX66" fmla="*/ 816399 w 914297"/>
                <a:gd name="connsiteY66" fmla="*/ 547584 h 918159"/>
                <a:gd name="connsiteX67" fmla="*/ 816399 w 914297"/>
                <a:gd name="connsiteY67" fmla="*/ 173303 h 918159"/>
                <a:gd name="connsiteX68" fmla="*/ 517708 w 914297"/>
                <a:gd name="connsiteY68" fmla="*/ 173303 h 918159"/>
                <a:gd name="connsiteX69" fmla="*/ 70801 w 914297"/>
                <a:gd name="connsiteY69" fmla="*/ 84026 h 918159"/>
                <a:gd name="connsiteX70" fmla="*/ 38460 w 914297"/>
                <a:gd name="connsiteY70" fmla="*/ 116411 h 918159"/>
                <a:gd name="connsiteX71" fmla="*/ 70801 w 914297"/>
                <a:gd name="connsiteY71" fmla="*/ 148796 h 918159"/>
                <a:gd name="connsiteX72" fmla="*/ 72549 w 914297"/>
                <a:gd name="connsiteY72" fmla="*/ 148796 h 918159"/>
                <a:gd name="connsiteX73" fmla="*/ 498150 w 914297"/>
                <a:gd name="connsiteY73" fmla="*/ 148796 h 918159"/>
                <a:gd name="connsiteX74" fmla="*/ 840874 w 914297"/>
                <a:gd name="connsiteY74" fmla="*/ 148796 h 918159"/>
                <a:gd name="connsiteX75" fmla="*/ 843496 w 914297"/>
                <a:gd name="connsiteY75" fmla="*/ 148796 h 918159"/>
                <a:gd name="connsiteX76" fmla="*/ 875837 w 914297"/>
                <a:gd name="connsiteY76" fmla="*/ 116411 h 918159"/>
                <a:gd name="connsiteX77" fmla="*/ 843496 w 914297"/>
                <a:gd name="connsiteY77" fmla="*/ 84026 h 918159"/>
                <a:gd name="connsiteX78" fmla="*/ 446460 w 914297"/>
                <a:gd name="connsiteY78" fmla="*/ 84026 h 918159"/>
                <a:gd name="connsiteX79" fmla="*/ 457148 w 914297"/>
                <a:gd name="connsiteY79" fmla="*/ 25383 h 918159"/>
                <a:gd name="connsiteX80" fmla="*/ 424807 w 914297"/>
                <a:gd name="connsiteY80" fmla="*/ 56892 h 918159"/>
                <a:gd name="connsiteX81" fmla="*/ 424807 w 914297"/>
                <a:gd name="connsiteY81" fmla="*/ 59518 h 918159"/>
                <a:gd name="connsiteX82" fmla="*/ 426902 w 914297"/>
                <a:gd name="connsiteY82" fmla="*/ 59518 h 918159"/>
                <a:gd name="connsiteX83" fmla="*/ 488615 w 914297"/>
                <a:gd name="connsiteY83" fmla="*/ 59518 h 918159"/>
                <a:gd name="connsiteX84" fmla="*/ 488615 w 914297"/>
                <a:gd name="connsiteY84" fmla="*/ 56892 h 918159"/>
                <a:gd name="connsiteX85" fmla="*/ 457148 w 914297"/>
                <a:gd name="connsiteY85" fmla="*/ 25383 h 918159"/>
                <a:gd name="connsiteX86" fmla="*/ 457148 w 914297"/>
                <a:gd name="connsiteY86" fmla="*/ 0 h 918159"/>
                <a:gd name="connsiteX87" fmla="*/ 513964 w 914297"/>
                <a:gd name="connsiteY87" fmla="*/ 56892 h 918159"/>
                <a:gd name="connsiteX88" fmla="*/ 513964 w 914297"/>
                <a:gd name="connsiteY88" fmla="*/ 59518 h 918159"/>
                <a:gd name="connsiteX89" fmla="*/ 843496 w 914297"/>
                <a:gd name="connsiteY89" fmla="*/ 59518 h 918159"/>
                <a:gd name="connsiteX90" fmla="*/ 900312 w 914297"/>
                <a:gd name="connsiteY90" fmla="*/ 116411 h 918159"/>
                <a:gd name="connsiteX91" fmla="*/ 843496 w 914297"/>
                <a:gd name="connsiteY91" fmla="*/ 173303 h 918159"/>
                <a:gd name="connsiteX92" fmla="*/ 840874 w 914297"/>
                <a:gd name="connsiteY92" fmla="*/ 173303 h 918159"/>
                <a:gd name="connsiteX93" fmla="*/ 840874 w 914297"/>
                <a:gd name="connsiteY93" fmla="*/ 578252 h 918159"/>
                <a:gd name="connsiteX94" fmla="*/ 840874 w 914297"/>
                <a:gd name="connsiteY94" fmla="*/ 653827 h 918159"/>
                <a:gd name="connsiteX95" fmla="*/ 901186 w 914297"/>
                <a:gd name="connsiteY95" fmla="*/ 653827 h 918159"/>
                <a:gd name="connsiteX96" fmla="*/ 914297 w 914297"/>
                <a:gd name="connsiteY96" fmla="*/ 666956 h 918159"/>
                <a:gd name="connsiteX97" fmla="*/ 901186 w 914297"/>
                <a:gd name="connsiteY97" fmla="*/ 680085 h 918159"/>
                <a:gd name="connsiteX98" fmla="*/ 840874 w 914297"/>
                <a:gd name="connsiteY98" fmla="*/ 680085 h 918159"/>
                <a:gd name="connsiteX99" fmla="*/ 599625 w 914297"/>
                <a:gd name="connsiteY99" fmla="*/ 680085 h 918159"/>
                <a:gd name="connsiteX100" fmla="*/ 654693 w 914297"/>
                <a:gd name="connsiteY100" fmla="*/ 902404 h 918159"/>
                <a:gd name="connsiteX101" fmla="*/ 645952 w 914297"/>
                <a:gd name="connsiteY101" fmla="*/ 918159 h 918159"/>
                <a:gd name="connsiteX102" fmla="*/ 642456 w 914297"/>
                <a:gd name="connsiteY102" fmla="*/ 918159 h 918159"/>
                <a:gd name="connsiteX103" fmla="*/ 630218 w 914297"/>
                <a:gd name="connsiteY103" fmla="*/ 908531 h 918159"/>
                <a:gd name="connsiteX104" fmla="*/ 573402 w 914297"/>
                <a:gd name="connsiteY104" fmla="*/ 680085 h 918159"/>
                <a:gd name="connsiteX105" fmla="*/ 333028 w 914297"/>
                <a:gd name="connsiteY105" fmla="*/ 680085 h 918159"/>
                <a:gd name="connsiteX106" fmla="*/ 276212 w 914297"/>
                <a:gd name="connsiteY106" fmla="*/ 908531 h 918159"/>
                <a:gd name="connsiteX107" fmla="*/ 263975 w 914297"/>
                <a:gd name="connsiteY107" fmla="*/ 918159 h 918159"/>
                <a:gd name="connsiteX108" fmla="*/ 260478 w 914297"/>
                <a:gd name="connsiteY108" fmla="*/ 918159 h 918159"/>
                <a:gd name="connsiteX109" fmla="*/ 251737 w 914297"/>
                <a:gd name="connsiteY109" fmla="*/ 902404 h 918159"/>
                <a:gd name="connsiteX110" fmla="*/ 306805 w 914297"/>
                <a:gd name="connsiteY110" fmla="*/ 680085 h 918159"/>
                <a:gd name="connsiteX111" fmla="*/ 72549 w 914297"/>
                <a:gd name="connsiteY111" fmla="*/ 680085 h 918159"/>
                <a:gd name="connsiteX112" fmla="*/ 13111 w 914297"/>
                <a:gd name="connsiteY112" fmla="*/ 680085 h 918159"/>
                <a:gd name="connsiteX113" fmla="*/ 0 w 914297"/>
                <a:gd name="connsiteY113" fmla="*/ 666956 h 918159"/>
                <a:gd name="connsiteX114" fmla="*/ 13111 w 914297"/>
                <a:gd name="connsiteY114" fmla="*/ 653827 h 918159"/>
                <a:gd name="connsiteX115" fmla="*/ 72549 w 914297"/>
                <a:gd name="connsiteY115" fmla="*/ 653827 h 918159"/>
                <a:gd name="connsiteX116" fmla="*/ 72549 w 914297"/>
                <a:gd name="connsiteY116" fmla="*/ 173303 h 918159"/>
                <a:gd name="connsiteX117" fmla="*/ 70801 w 914297"/>
                <a:gd name="connsiteY117" fmla="*/ 173303 h 918159"/>
                <a:gd name="connsiteX118" fmla="*/ 13111 w 914297"/>
                <a:gd name="connsiteY118" fmla="*/ 116411 h 918159"/>
                <a:gd name="connsiteX119" fmla="*/ 70801 w 914297"/>
                <a:gd name="connsiteY119" fmla="*/ 59518 h 918159"/>
                <a:gd name="connsiteX120" fmla="*/ 400332 w 914297"/>
                <a:gd name="connsiteY120" fmla="*/ 59518 h 918159"/>
                <a:gd name="connsiteX121" fmla="*/ 400332 w 914297"/>
                <a:gd name="connsiteY121" fmla="*/ 56892 h 918159"/>
                <a:gd name="connsiteX122" fmla="*/ 457148 w 914297"/>
                <a:gd name="connsiteY122" fmla="*/ 0 h 918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14297" h="918159">
                  <a:moveTo>
                    <a:pt x="683047" y="409317"/>
                  </a:moveTo>
                  <a:cubicBezTo>
                    <a:pt x="690032" y="409317"/>
                    <a:pt x="696143" y="414555"/>
                    <a:pt x="696143" y="422413"/>
                  </a:cubicBezTo>
                  <a:lnTo>
                    <a:pt x="696143" y="446858"/>
                  </a:lnTo>
                  <a:lnTo>
                    <a:pt x="720588" y="446858"/>
                  </a:lnTo>
                  <a:cubicBezTo>
                    <a:pt x="726699" y="446858"/>
                    <a:pt x="732810" y="452096"/>
                    <a:pt x="732810" y="459080"/>
                  </a:cubicBezTo>
                  <a:cubicBezTo>
                    <a:pt x="732810" y="466065"/>
                    <a:pt x="726699" y="471303"/>
                    <a:pt x="720588" y="471303"/>
                  </a:cubicBezTo>
                  <a:lnTo>
                    <a:pt x="696143" y="471303"/>
                  </a:lnTo>
                  <a:lnTo>
                    <a:pt x="696143" y="495748"/>
                  </a:lnTo>
                  <a:cubicBezTo>
                    <a:pt x="696143" y="503605"/>
                    <a:pt x="690032" y="508843"/>
                    <a:pt x="683047" y="508843"/>
                  </a:cubicBezTo>
                  <a:cubicBezTo>
                    <a:pt x="676063" y="508843"/>
                    <a:pt x="669952" y="503605"/>
                    <a:pt x="669952" y="495748"/>
                  </a:cubicBezTo>
                  <a:lnTo>
                    <a:pt x="669952" y="471303"/>
                  </a:lnTo>
                  <a:lnTo>
                    <a:pt x="645507" y="471303"/>
                  </a:lnTo>
                  <a:cubicBezTo>
                    <a:pt x="639395" y="471303"/>
                    <a:pt x="633284" y="466065"/>
                    <a:pt x="633284" y="459080"/>
                  </a:cubicBezTo>
                  <a:cubicBezTo>
                    <a:pt x="633284" y="452096"/>
                    <a:pt x="639395" y="446858"/>
                    <a:pt x="645507" y="446858"/>
                  </a:cubicBezTo>
                  <a:lnTo>
                    <a:pt x="669952" y="446858"/>
                  </a:lnTo>
                  <a:lnTo>
                    <a:pt x="669952" y="422413"/>
                  </a:lnTo>
                  <a:cubicBezTo>
                    <a:pt x="669952" y="414555"/>
                    <a:pt x="676063" y="409317"/>
                    <a:pt x="683047" y="409317"/>
                  </a:cubicBezTo>
                  <a:close/>
                  <a:moveTo>
                    <a:pt x="293043" y="239412"/>
                  </a:moveTo>
                  <a:cubicBezTo>
                    <a:pt x="299908" y="239412"/>
                    <a:pt x="305915" y="245419"/>
                    <a:pt x="305915" y="252283"/>
                  </a:cubicBezTo>
                  <a:lnTo>
                    <a:pt x="305915" y="268588"/>
                  </a:lnTo>
                  <a:lnTo>
                    <a:pt x="322219" y="268588"/>
                  </a:lnTo>
                  <a:cubicBezTo>
                    <a:pt x="329084" y="268588"/>
                    <a:pt x="335091" y="274594"/>
                    <a:pt x="335091" y="281459"/>
                  </a:cubicBezTo>
                  <a:cubicBezTo>
                    <a:pt x="335091" y="288324"/>
                    <a:pt x="329084" y="294331"/>
                    <a:pt x="322219" y="294331"/>
                  </a:cubicBezTo>
                  <a:lnTo>
                    <a:pt x="305915" y="294331"/>
                  </a:lnTo>
                  <a:lnTo>
                    <a:pt x="305915" y="310635"/>
                  </a:lnTo>
                  <a:cubicBezTo>
                    <a:pt x="305915" y="317500"/>
                    <a:pt x="299908" y="323507"/>
                    <a:pt x="293043" y="323507"/>
                  </a:cubicBezTo>
                  <a:cubicBezTo>
                    <a:pt x="286178" y="323507"/>
                    <a:pt x="280172" y="317500"/>
                    <a:pt x="280172" y="310635"/>
                  </a:cubicBezTo>
                  <a:lnTo>
                    <a:pt x="280172" y="294331"/>
                  </a:lnTo>
                  <a:lnTo>
                    <a:pt x="263867" y="294331"/>
                  </a:lnTo>
                  <a:cubicBezTo>
                    <a:pt x="257003" y="294331"/>
                    <a:pt x="250996" y="288324"/>
                    <a:pt x="250996" y="281459"/>
                  </a:cubicBezTo>
                  <a:cubicBezTo>
                    <a:pt x="250996" y="274594"/>
                    <a:pt x="257003" y="268588"/>
                    <a:pt x="263867" y="268588"/>
                  </a:cubicBezTo>
                  <a:lnTo>
                    <a:pt x="280172" y="268588"/>
                  </a:lnTo>
                  <a:lnTo>
                    <a:pt x="280172" y="252283"/>
                  </a:lnTo>
                  <a:cubicBezTo>
                    <a:pt x="280172" y="245419"/>
                    <a:pt x="286178" y="239412"/>
                    <a:pt x="293043" y="239412"/>
                  </a:cubicBezTo>
                  <a:close/>
                  <a:moveTo>
                    <a:pt x="175359" y="239412"/>
                  </a:moveTo>
                  <a:cubicBezTo>
                    <a:pt x="182386" y="239412"/>
                    <a:pt x="187656" y="245567"/>
                    <a:pt x="187656" y="252602"/>
                  </a:cubicBezTo>
                  <a:lnTo>
                    <a:pt x="187656" y="569168"/>
                  </a:lnTo>
                  <a:lnTo>
                    <a:pt x="742798" y="569168"/>
                  </a:lnTo>
                  <a:cubicBezTo>
                    <a:pt x="749825" y="569168"/>
                    <a:pt x="755974" y="575324"/>
                    <a:pt x="755974" y="581479"/>
                  </a:cubicBezTo>
                  <a:cubicBezTo>
                    <a:pt x="755974" y="588514"/>
                    <a:pt x="749825" y="593790"/>
                    <a:pt x="742798" y="593790"/>
                  </a:cubicBezTo>
                  <a:lnTo>
                    <a:pt x="175359" y="593790"/>
                  </a:lnTo>
                  <a:cubicBezTo>
                    <a:pt x="167453" y="593790"/>
                    <a:pt x="162183" y="588514"/>
                    <a:pt x="162183" y="581479"/>
                  </a:cubicBezTo>
                  <a:lnTo>
                    <a:pt x="162183" y="252602"/>
                  </a:lnTo>
                  <a:cubicBezTo>
                    <a:pt x="162183" y="245567"/>
                    <a:pt x="167453" y="239412"/>
                    <a:pt x="175359" y="239412"/>
                  </a:cubicBezTo>
                  <a:close/>
                  <a:moveTo>
                    <a:pt x="592152" y="237078"/>
                  </a:moveTo>
                  <a:cubicBezTo>
                    <a:pt x="595210" y="237078"/>
                    <a:pt x="598268" y="238606"/>
                    <a:pt x="600452" y="241664"/>
                  </a:cubicBezTo>
                  <a:lnTo>
                    <a:pt x="631029" y="272239"/>
                  </a:lnTo>
                  <a:cubicBezTo>
                    <a:pt x="636272" y="276607"/>
                    <a:pt x="636272" y="284470"/>
                    <a:pt x="631029" y="288838"/>
                  </a:cubicBezTo>
                  <a:cubicBezTo>
                    <a:pt x="629282" y="291458"/>
                    <a:pt x="624914" y="293205"/>
                    <a:pt x="622293" y="293205"/>
                  </a:cubicBezTo>
                  <a:cubicBezTo>
                    <a:pt x="618798" y="293205"/>
                    <a:pt x="616177" y="291458"/>
                    <a:pt x="612683" y="288838"/>
                  </a:cubicBezTo>
                  <a:lnTo>
                    <a:pt x="603073" y="279228"/>
                  </a:lnTo>
                  <a:cubicBezTo>
                    <a:pt x="603073" y="280102"/>
                    <a:pt x="603073" y="280102"/>
                    <a:pt x="603073" y="280102"/>
                  </a:cubicBezTo>
                  <a:cubicBezTo>
                    <a:pt x="603073" y="405898"/>
                    <a:pt x="513088" y="501120"/>
                    <a:pt x="394273" y="501120"/>
                  </a:cubicBezTo>
                  <a:lnTo>
                    <a:pt x="264100" y="501120"/>
                  </a:lnTo>
                  <a:cubicBezTo>
                    <a:pt x="257111" y="501120"/>
                    <a:pt x="250996" y="495005"/>
                    <a:pt x="250996" y="488889"/>
                  </a:cubicBezTo>
                  <a:cubicBezTo>
                    <a:pt x="250996" y="481901"/>
                    <a:pt x="257111" y="475786"/>
                    <a:pt x="264100" y="475786"/>
                  </a:cubicBezTo>
                  <a:lnTo>
                    <a:pt x="394273" y="475786"/>
                  </a:lnTo>
                  <a:cubicBezTo>
                    <a:pt x="499110" y="475786"/>
                    <a:pt x="577737" y="392794"/>
                    <a:pt x="577737" y="281849"/>
                  </a:cubicBezTo>
                  <a:lnTo>
                    <a:pt x="570748" y="288838"/>
                  </a:lnTo>
                  <a:cubicBezTo>
                    <a:pt x="565506" y="294953"/>
                    <a:pt x="557644" y="294953"/>
                    <a:pt x="553275" y="288838"/>
                  </a:cubicBezTo>
                  <a:cubicBezTo>
                    <a:pt x="548033" y="284470"/>
                    <a:pt x="548033" y="276607"/>
                    <a:pt x="553275" y="272239"/>
                  </a:cubicBezTo>
                  <a:lnTo>
                    <a:pt x="583853" y="241664"/>
                  </a:lnTo>
                  <a:cubicBezTo>
                    <a:pt x="586037" y="238606"/>
                    <a:pt x="589095" y="237078"/>
                    <a:pt x="592152" y="237078"/>
                  </a:cubicBezTo>
                  <a:close/>
                  <a:moveTo>
                    <a:pt x="97898" y="173303"/>
                  </a:moveTo>
                  <a:lnTo>
                    <a:pt x="97898" y="653827"/>
                  </a:lnTo>
                  <a:lnTo>
                    <a:pt x="816399" y="653827"/>
                  </a:lnTo>
                  <a:lnTo>
                    <a:pt x="816399" y="547584"/>
                  </a:lnTo>
                  <a:lnTo>
                    <a:pt x="816399" y="173303"/>
                  </a:lnTo>
                  <a:lnTo>
                    <a:pt x="517708" y="173303"/>
                  </a:lnTo>
                  <a:close/>
                  <a:moveTo>
                    <a:pt x="70801" y="84026"/>
                  </a:moveTo>
                  <a:cubicBezTo>
                    <a:pt x="53319" y="84026"/>
                    <a:pt x="38460" y="98905"/>
                    <a:pt x="38460" y="116411"/>
                  </a:cubicBezTo>
                  <a:cubicBezTo>
                    <a:pt x="38460" y="133916"/>
                    <a:pt x="53319" y="148796"/>
                    <a:pt x="70801" y="148796"/>
                  </a:cubicBezTo>
                  <a:lnTo>
                    <a:pt x="72549" y="148796"/>
                  </a:lnTo>
                  <a:lnTo>
                    <a:pt x="498150" y="148796"/>
                  </a:lnTo>
                  <a:lnTo>
                    <a:pt x="840874" y="148796"/>
                  </a:lnTo>
                  <a:lnTo>
                    <a:pt x="843496" y="148796"/>
                  </a:lnTo>
                  <a:cubicBezTo>
                    <a:pt x="860978" y="148796"/>
                    <a:pt x="875837" y="133916"/>
                    <a:pt x="875837" y="116411"/>
                  </a:cubicBezTo>
                  <a:cubicBezTo>
                    <a:pt x="875837" y="98905"/>
                    <a:pt x="860978" y="84026"/>
                    <a:pt x="843496" y="84026"/>
                  </a:cubicBezTo>
                  <a:lnTo>
                    <a:pt x="446460" y="84026"/>
                  </a:lnTo>
                  <a:close/>
                  <a:moveTo>
                    <a:pt x="457148" y="25383"/>
                  </a:moveTo>
                  <a:cubicBezTo>
                    <a:pt x="439666" y="25383"/>
                    <a:pt x="424807" y="39387"/>
                    <a:pt x="424807" y="56892"/>
                  </a:cubicBezTo>
                  <a:cubicBezTo>
                    <a:pt x="424807" y="57768"/>
                    <a:pt x="424807" y="58643"/>
                    <a:pt x="424807" y="59518"/>
                  </a:cubicBezTo>
                  <a:lnTo>
                    <a:pt x="426902" y="59518"/>
                  </a:lnTo>
                  <a:lnTo>
                    <a:pt x="488615" y="59518"/>
                  </a:lnTo>
                  <a:cubicBezTo>
                    <a:pt x="488615" y="58643"/>
                    <a:pt x="488615" y="57768"/>
                    <a:pt x="488615" y="56892"/>
                  </a:cubicBezTo>
                  <a:cubicBezTo>
                    <a:pt x="488615" y="39387"/>
                    <a:pt x="474630" y="25383"/>
                    <a:pt x="457148" y="25383"/>
                  </a:cubicBezTo>
                  <a:close/>
                  <a:moveTo>
                    <a:pt x="457148" y="0"/>
                  </a:moveTo>
                  <a:cubicBezTo>
                    <a:pt x="488615" y="0"/>
                    <a:pt x="513964" y="25383"/>
                    <a:pt x="513964" y="56892"/>
                  </a:cubicBezTo>
                  <a:cubicBezTo>
                    <a:pt x="513964" y="57768"/>
                    <a:pt x="513964" y="58643"/>
                    <a:pt x="513964" y="59518"/>
                  </a:cubicBezTo>
                  <a:lnTo>
                    <a:pt x="843496" y="59518"/>
                  </a:lnTo>
                  <a:cubicBezTo>
                    <a:pt x="874963" y="59518"/>
                    <a:pt x="900312" y="84901"/>
                    <a:pt x="900312" y="116411"/>
                  </a:cubicBezTo>
                  <a:cubicBezTo>
                    <a:pt x="900312" y="148796"/>
                    <a:pt x="874963" y="173303"/>
                    <a:pt x="843496" y="173303"/>
                  </a:cubicBezTo>
                  <a:lnTo>
                    <a:pt x="840874" y="173303"/>
                  </a:lnTo>
                  <a:lnTo>
                    <a:pt x="840874" y="578252"/>
                  </a:lnTo>
                  <a:lnTo>
                    <a:pt x="840874" y="653827"/>
                  </a:lnTo>
                  <a:lnTo>
                    <a:pt x="901186" y="653827"/>
                  </a:lnTo>
                  <a:cubicBezTo>
                    <a:pt x="908179" y="653827"/>
                    <a:pt x="914297" y="659954"/>
                    <a:pt x="914297" y="666956"/>
                  </a:cubicBezTo>
                  <a:cubicBezTo>
                    <a:pt x="914297" y="673958"/>
                    <a:pt x="908179" y="680085"/>
                    <a:pt x="901186" y="680085"/>
                  </a:cubicBezTo>
                  <a:lnTo>
                    <a:pt x="840874" y="680085"/>
                  </a:lnTo>
                  <a:lnTo>
                    <a:pt x="599625" y="680085"/>
                  </a:lnTo>
                  <a:lnTo>
                    <a:pt x="654693" y="902404"/>
                  </a:lnTo>
                  <a:cubicBezTo>
                    <a:pt x="657315" y="909406"/>
                    <a:pt x="652945" y="916408"/>
                    <a:pt x="645952" y="918159"/>
                  </a:cubicBezTo>
                  <a:cubicBezTo>
                    <a:pt x="645078" y="918159"/>
                    <a:pt x="643330" y="918159"/>
                    <a:pt x="642456" y="918159"/>
                  </a:cubicBezTo>
                  <a:cubicBezTo>
                    <a:pt x="637211" y="918159"/>
                    <a:pt x="631966" y="913782"/>
                    <a:pt x="630218" y="908531"/>
                  </a:cubicBezTo>
                  <a:lnTo>
                    <a:pt x="573402" y="680085"/>
                  </a:lnTo>
                  <a:lnTo>
                    <a:pt x="333028" y="680085"/>
                  </a:lnTo>
                  <a:lnTo>
                    <a:pt x="276212" y="908531"/>
                  </a:lnTo>
                  <a:cubicBezTo>
                    <a:pt x="274464" y="913782"/>
                    <a:pt x="269219" y="918159"/>
                    <a:pt x="263975" y="918159"/>
                  </a:cubicBezTo>
                  <a:cubicBezTo>
                    <a:pt x="263101" y="918159"/>
                    <a:pt x="261352" y="918159"/>
                    <a:pt x="260478" y="918159"/>
                  </a:cubicBezTo>
                  <a:cubicBezTo>
                    <a:pt x="254360" y="916408"/>
                    <a:pt x="249989" y="909406"/>
                    <a:pt x="251737" y="902404"/>
                  </a:cubicBezTo>
                  <a:lnTo>
                    <a:pt x="306805" y="680085"/>
                  </a:lnTo>
                  <a:lnTo>
                    <a:pt x="72549" y="680085"/>
                  </a:lnTo>
                  <a:lnTo>
                    <a:pt x="13111" y="680085"/>
                  </a:lnTo>
                  <a:cubicBezTo>
                    <a:pt x="5244" y="680085"/>
                    <a:pt x="0" y="673958"/>
                    <a:pt x="0" y="666956"/>
                  </a:cubicBezTo>
                  <a:cubicBezTo>
                    <a:pt x="0" y="659954"/>
                    <a:pt x="5244" y="653827"/>
                    <a:pt x="13111" y="653827"/>
                  </a:cubicBezTo>
                  <a:lnTo>
                    <a:pt x="72549" y="653827"/>
                  </a:lnTo>
                  <a:lnTo>
                    <a:pt x="72549" y="173303"/>
                  </a:lnTo>
                  <a:lnTo>
                    <a:pt x="70801" y="173303"/>
                  </a:lnTo>
                  <a:cubicBezTo>
                    <a:pt x="38460" y="173303"/>
                    <a:pt x="13111" y="148796"/>
                    <a:pt x="13111" y="116411"/>
                  </a:cubicBezTo>
                  <a:cubicBezTo>
                    <a:pt x="13111" y="84901"/>
                    <a:pt x="38460" y="59518"/>
                    <a:pt x="70801" y="59518"/>
                  </a:cubicBezTo>
                  <a:lnTo>
                    <a:pt x="400332" y="59518"/>
                  </a:lnTo>
                  <a:cubicBezTo>
                    <a:pt x="400332" y="58643"/>
                    <a:pt x="400332" y="57768"/>
                    <a:pt x="400332" y="56892"/>
                  </a:cubicBezTo>
                  <a:cubicBezTo>
                    <a:pt x="400332" y="25383"/>
                    <a:pt x="424807" y="0"/>
                    <a:pt x="45714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104" name="Freeform 43">
              <a:extLst>
                <a:ext uri="{FF2B5EF4-FFF2-40B4-BE49-F238E27FC236}">
                  <a16:creationId xmlns:a16="http://schemas.microsoft.com/office/drawing/2014/main" id="{4D7874A3-BB01-4047-8968-5D0649B2F8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10193" y="9561041"/>
              <a:ext cx="1857374" cy="1857376"/>
            </a:xfrm>
            <a:custGeom>
              <a:avLst/>
              <a:gdLst>
                <a:gd name="T0" fmla="*/ 2118 w 2119"/>
                <a:gd name="T1" fmla="*/ 1059 h 2120"/>
                <a:gd name="T2" fmla="*/ 2118 w 2119"/>
                <a:gd name="T3" fmla="*/ 1059 h 2120"/>
                <a:gd name="T4" fmla="*/ 1059 w 2119"/>
                <a:gd name="T5" fmla="*/ 2119 h 2120"/>
                <a:gd name="T6" fmla="*/ 1059 w 2119"/>
                <a:gd name="T7" fmla="*/ 2119 h 2120"/>
                <a:gd name="T8" fmla="*/ 0 w 2119"/>
                <a:gd name="T9" fmla="*/ 1059 h 2120"/>
                <a:gd name="T10" fmla="*/ 0 w 2119"/>
                <a:gd name="T11" fmla="*/ 1059 h 2120"/>
                <a:gd name="T12" fmla="*/ 1059 w 2119"/>
                <a:gd name="T13" fmla="*/ 0 h 2120"/>
                <a:gd name="T14" fmla="*/ 1059 w 2119"/>
                <a:gd name="T15" fmla="*/ 0 h 2120"/>
                <a:gd name="T16" fmla="*/ 2118 w 2119"/>
                <a:gd name="T17" fmla="*/ 1059 h 2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19" h="2120">
                  <a:moveTo>
                    <a:pt x="2118" y="1059"/>
                  </a:moveTo>
                  <a:lnTo>
                    <a:pt x="2118" y="1059"/>
                  </a:lnTo>
                  <a:cubicBezTo>
                    <a:pt x="2118" y="1644"/>
                    <a:pt x="1644" y="2119"/>
                    <a:pt x="1059" y="2119"/>
                  </a:cubicBezTo>
                  <a:lnTo>
                    <a:pt x="1059" y="2119"/>
                  </a:lnTo>
                  <a:cubicBezTo>
                    <a:pt x="474" y="2119"/>
                    <a:pt x="0" y="1644"/>
                    <a:pt x="0" y="1059"/>
                  </a:cubicBezTo>
                  <a:lnTo>
                    <a:pt x="0" y="1059"/>
                  </a:lnTo>
                  <a:cubicBezTo>
                    <a:pt x="0" y="474"/>
                    <a:pt x="474" y="0"/>
                    <a:pt x="1059" y="0"/>
                  </a:cubicBezTo>
                  <a:lnTo>
                    <a:pt x="1059" y="0"/>
                  </a:lnTo>
                  <a:cubicBezTo>
                    <a:pt x="1644" y="0"/>
                    <a:pt x="2118" y="474"/>
                    <a:pt x="2118" y="1059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631FBB3C-F737-44BA-B7FC-5B0D10EC5D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54263" y="10001250"/>
              <a:ext cx="968359" cy="968359"/>
            </a:xfrm>
            <a:custGeom>
              <a:avLst/>
              <a:gdLst>
                <a:gd name="connsiteX0" fmla="*/ 484181 w 968359"/>
                <a:gd name="connsiteY0" fmla="*/ 768437 h 968359"/>
                <a:gd name="connsiteX1" fmla="*/ 497261 w 968359"/>
                <a:gd name="connsiteY1" fmla="*/ 780812 h 968359"/>
                <a:gd name="connsiteX2" fmla="*/ 497261 w 968359"/>
                <a:gd name="connsiteY2" fmla="*/ 828545 h 968359"/>
                <a:gd name="connsiteX3" fmla="*/ 484181 w 968359"/>
                <a:gd name="connsiteY3" fmla="*/ 840920 h 968359"/>
                <a:gd name="connsiteX4" fmla="*/ 471101 w 968359"/>
                <a:gd name="connsiteY4" fmla="*/ 828545 h 968359"/>
                <a:gd name="connsiteX5" fmla="*/ 471101 w 968359"/>
                <a:gd name="connsiteY5" fmla="*/ 780812 h 968359"/>
                <a:gd name="connsiteX6" fmla="*/ 484181 w 968359"/>
                <a:gd name="connsiteY6" fmla="*/ 768437 h 968359"/>
                <a:gd name="connsiteX7" fmla="*/ 693302 w 968359"/>
                <a:gd name="connsiteY7" fmla="*/ 680965 h 968359"/>
                <a:gd name="connsiteX8" fmla="*/ 702569 w 968359"/>
                <a:gd name="connsiteY8" fmla="*/ 684995 h 968359"/>
                <a:gd name="connsiteX9" fmla="*/ 735227 w 968359"/>
                <a:gd name="connsiteY9" fmla="*/ 718125 h 968359"/>
                <a:gd name="connsiteX10" fmla="*/ 735227 w 968359"/>
                <a:gd name="connsiteY10" fmla="*/ 736929 h 968359"/>
                <a:gd name="connsiteX11" fmla="*/ 727283 w 968359"/>
                <a:gd name="connsiteY11" fmla="*/ 740511 h 968359"/>
                <a:gd name="connsiteX12" fmla="*/ 718457 w 968359"/>
                <a:gd name="connsiteY12" fmla="*/ 736929 h 968359"/>
                <a:gd name="connsiteX13" fmla="*/ 684034 w 968359"/>
                <a:gd name="connsiteY13" fmla="*/ 702903 h 968359"/>
                <a:gd name="connsiteX14" fmla="*/ 684034 w 968359"/>
                <a:gd name="connsiteY14" fmla="*/ 684995 h 968359"/>
                <a:gd name="connsiteX15" fmla="*/ 693302 w 968359"/>
                <a:gd name="connsiteY15" fmla="*/ 680965 h 968359"/>
                <a:gd name="connsiteX16" fmla="*/ 275049 w 968359"/>
                <a:gd name="connsiteY16" fmla="*/ 680965 h 968359"/>
                <a:gd name="connsiteX17" fmla="*/ 284317 w 968359"/>
                <a:gd name="connsiteY17" fmla="*/ 684995 h 968359"/>
                <a:gd name="connsiteX18" fmla="*/ 284317 w 968359"/>
                <a:gd name="connsiteY18" fmla="*/ 702903 h 968359"/>
                <a:gd name="connsiteX19" fmla="*/ 250777 w 968359"/>
                <a:gd name="connsiteY19" fmla="*/ 736929 h 968359"/>
                <a:gd name="connsiteX20" fmla="*/ 241068 w 968359"/>
                <a:gd name="connsiteY20" fmla="*/ 740511 h 968359"/>
                <a:gd name="connsiteX21" fmla="*/ 232242 w 968359"/>
                <a:gd name="connsiteY21" fmla="*/ 736929 h 968359"/>
                <a:gd name="connsiteX22" fmla="*/ 232242 w 968359"/>
                <a:gd name="connsiteY22" fmla="*/ 718125 h 968359"/>
                <a:gd name="connsiteX23" fmla="*/ 265782 w 968359"/>
                <a:gd name="connsiteY23" fmla="*/ 684995 h 968359"/>
                <a:gd name="connsiteX24" fmla="*/ 275049 w 968359"/>
                <a:gd name="connsiteY24" fmla="*/ 680965 h 968359"/>
                <a:gd name="connsiteX25" fmla="*/ 780665 w 968359"/>
                <a:gd name="connsiteY25" fmla="*/ 474964 h 968359"/>
                <a:gd name="connsiteX26" fmla="*/ 827829 w 968359"/>
                <a:gd name="connsiteY26" fmla="*/ 474964 h 968359"/>
                <a:gd name="connsiteX27" fmla="*/ 840931 w 968359"/>
                <a:gd name="connsiteY27" fmla="*/ 487578 h 968359"/>
                <a:gd name="connsiteX28" fmla="*/ 827829 w 968359"/>
                <a:gd name="connsiteY28" fmla="*/ 501092 h 968359"/>
                <a:gd name="connsiteX29" fmla="*/ 780665 w 968359"/>
                <a:gd name="connsiteY29" fmla="*/ 501092 h 968359"/>
                <a:gd name="connsiteX30" fmla="*/ 768437 w 968359"/>
                <a:gd name="connsiteY30" fmla="*/ 487578 h 968359"/>
                <a:gd name="connsiteX31" fmla="*/ 780665 w 968359"/>
                <a:gd name="connsiteY31" fmla="*/ 474964 h 968359"/>
                <a:gd name="connsiteX32" fmla="*/ 140531 w 968359"/>
                <a:gd name="connsiteY32" fmla="*/ 474964 h 968359"/>
                <a:gd name="connsiteX33" fmla="*/ 187696 w 968359"/>
                <a:gd name="connsiteY33" fmla="*/ 474964 h 968359"/>
                <a:gd name="connsiteX34" fmla="*/ 199923 w 968359"/>
                <a:gd name="connsiteY34" fmla="*/ 487578 h 968359"/>
                <a:gd name="connsiteX35" fmla="*/ 187696 w 968359"/>
                <a:gd name="connsiteY35" fmla="*/ 501092 h 968359"/>
                <a:gd name="connsiteX36" fmla="*/ 140531 w 968359"/>
                <a:gd name="connsiteY36" fmla="*/ 501092 h 968359"/>
                <a:gd name="connsiteX37" fmla="*/ 127430 w 968359"/>
                <a:gd name="connsiteY37" fmla="*/ 487578 h 968359"/>
                <a:gd name="connsiteX38" fmla="*/ 140531 w 968359"/>
                <a:gd name="connsiteY38" fmla="*/ 474964 h 968359"/>
                <a:gd name="connsiteX39" fmla="*/ 484411 w 968359"/>
                <a:gd name="connsiteY39" fmla="*/ 464837 h 968359"/>
                <a:gd name="connsiteX40" fmla="*/ 461691 w 968359"/>
                <a:gd name="connsiteY40" fmla="*/ 487638 h 968359"/>
                <a:gd name="connsiteX41" fmla="*/ 484411 w 968359"/>
                <a:gd name="connsiteY41" fmla="*/ 510439 h 968359"/>
                <a:gd name="connsiteX42" fmla="*/ 507131 w 968359"/>
                <a:gd name="connsiteY42" fmla="*/ 487638 h 968359"/>
                <a:gd name="connsiteX43" fmla="*/ 484411 w 968359"/>
                <a:gd name="connsiteY43" fmla="*/ 464837 h 968359"/>
                <a:gd name="connsiteX44" fmla="*/ 484411 w 968359"/>
                <a:gd name="connsiteY44" fmla="*/ 297336 h 968359"/>
                <a:gd name="connsiteX45" fmla="*/ 497519 w 968359"/>
                <a:gd name="connsiteY45" fmla="*/ 310491 h 968359"/>
                <a:gd name="connsiteX46" fmla="*/ 497519 w 968359"/>
                <a:gd name="connsiteY46" fmla="*/ 442036 h 968359"/>
                <a:gd name="connsiteX47" fmla="*/ 530725 w 968359"/>
                <a:gd name="connsiteY47" fmla="*/ 475360 h 968359"/>
                <a:gd name="connsiteX48" fmla="*/ 708117 w 968359"/>
                <a:gd name="connsiteY48" fmla="*/ 475360 h 968359"/>
                <a:gd name="connsiteX49" fmla="*/ 721225 w 968359"/>
                <a:gd name="connsiteY49" fmla="*/ 487638 h 968359"/>
                <a:gd name="connsiteX50" fmla="*/ 708117 w 968359"/>
                <a:gd name="connsiteY50" fmla="*/ 500792 h 968359"/>
                <a:gd name="connsiteX51" fmla="*/ 530725 w 968359"/>
                <a:gd name="connsiteY51" fmla="*/ 500792 h 968359"/>
                <a:gd name="connsiteX52" fmla="*/ 484411 w 968359"/>
                <a:gd name="connsiteY52" fmla="*/ 535871 h 968359"/>
                <a:gd name="connsiteX53" fmla="*/ 436349 w 968359"/>
                <a:gd name="connsiteY53" fmla="*/ 487638 h 968359"/>
                <a:gd name="connsiteX54" fmla="*/ 471303 w 968359"/>
                <a:gd name="connsiteY54" fmla="*/ 442036 h 968359"/>
                <a:gd name="connsiteX55" fmla="*/ 471303 w 968359"/>
                <a:gd name="connsiteY55" fmla="*/ 310491 h 968359"/>
                <a:gd name="connsiteX56" fmla="*/ 484411 w 968359"/>
                <a:gd name="connsiteY56" fmla="*/ 297336 h 968359"/>
                <a:gd name="connsiteX57" fmla="*/ 232242 w 968359"/>
                <a:gd name="connsiteY57" fmla="*/ 236166 h 968359"/>
                <a:gd name="connsiteX58" fmla="*/ 250777 w 968359"/>
                <a:gd name="connsiteY58" fmla="*/ 236166 h 968359"/>
                <a:gd name="connsiteX59" fmla="*/ 284317 w 968359"/>
                <a:gd name="connsiteY59" fmla="*/ 271087 h 968359"/>
                <a:gd name="connsiteX60" fmla="*/ 284317 w 968359"/>
                <a:gd name="connsiteY60" fmla="*/ 288996 h 968359"/>
                <a:gd name="connsiteX61" fmla="*/ 275491 w 968359"/>
                <a:gd name="connsiteY61" fmla="*/ 292578 h 968359"/>
                <a:gd name="connsiteX62" fmla="*/ 265782 w 968359"/>
                <a:gd name="connsiteY62" fmla="*/ 288996 h 968359"/>
                <a:gd name="connsiteX63" fmla="*/ 232242 w 968359"/>
                <a:gd name="connsiteY63" fmla="*/ 254970 h 968359"/>
                <a:gd name="connsiteX64" fmla="*/ 232242 w 968359"/>
                <a:gd name="connsiteY64" fmla="*/ 236166 h 968359"/>
                <a:gd name="connsiteX65" fmla="*/ 726510 w 968359"/>
                <a:gd name="connsiteY65" fmla="*/ 232808 h 968359"/>
                <a:gd name="connsiteX66" fmla="*/ 735227 w 968359"/>
                <a:gd name="connsiteY66" fmla="*/ 236166 h 968359"/>
                <a:gd name="connsiteX67" fmla="*/ 735227 w 968359"/>
                <a:gd name="connsiteY67" fmla="*/ 254970 h 968359"/>
                <a:gd name="connsiteX68" fmla="*/ 702569 w 968359"/>
                <a:gd name="connsiteY68" fmla="*/ 288996 h 968359"/>
                <a:gd name="connsiteX69" fmla="*/ 693743 w 968359"/>
                <a:gd name="connsiteY69" fmla="*/ 292578 h 968359"/>
                <a:gd name="connsiteX70" fmla="*/ 684034 w 968359"/>
                <a:gd name="connsiteY70" fmla="*/ 288996 h 968359"/>
                <a:gd name="connsiteX71" fmla="*/ 684034 w 968359"/>
                <a:gd name="connsiteY71" fmla="*/ 271087 h 968359"/>
                <a:gd name="connsiteX72" fmla="*/ 718457 w 968359"/>
                <a:gd name="connsiteY72" fmla="*/ 236166 h 968359"/>
                <a:gd name="connsiteX73" fmla="*/ 726510 w 968359"/>
                <a:gd name="connsiteY73" fmla="*/ 232808 h 968359"/>
                <a:gd name="connsiteX74" fmla="*/ 484181 w 968359"/>
                <a:gd name="connsiteY74" fmla="*/ 131291 h 968359"/>
                <a:gd name="connsiteX75" fmla="*/ 497261 w 968359"/>
                <a:gd name="connsiteY75" fmla="*/ 144238 h 968359"/>
                <a:gd name="connsiteX76" fmla="*/ 497261 w 968359"/>
                <a:gd name="connsiteY76" fmla="*/ 190849 h 968359"/>
                <a:gd name="connsiteX77" fmla="*/ 484181 w 968359"/>
                <a:gd name="connsiteY77" fmla="*/ 203797 h 968359"/>
                <a:gd name="connsiteX78" fmla="*/ 471101 w 968359"/>
                <a:gd name="connsiteY78" fmla="*/ 190849 h 968359"/>
                <a:gd name="connsiteX79" fmla="*/ 471101 w 968359"/>
                <a:gd name="connsiteY79" fmla="*/ 144238 h 968359"/>
                <a:gd name="connsiteX80" fmla="*/ 484181 w 968359"/>
                <a:gd name="connsiteY80" fmla="*/ 131291 h 968359"/>
                <a:gd name="connsiteX81" fmla="*/ 484617 w 968359"/>
                <a:gd name="connsiteY81" fmla="*/ 107409 h 968359"/>
                <a:gd name="connsiteX82" fmla="*/ 106531 w 968359"/>
                <a:gd name="connsiteY82" fmla="*/ 484616 h 968359"/>
                <a:gd name="connsiteX83" fmla="*/ 484617 w 968359"/>
                <a:gd name="connsiteY83" fmla="*/ 862701 h 968359"/>
                <a:gd name="connsiteX84" fmla="*/ 862701 w 968359"/>
                <a:gd name="connsiteY84" fmla="*/ 484616 h 968359"/>
                <a:gd name="connsiteX85" fmla="*/ 484617 w 968359"/>
                <a:gd name="connsiteY85" fmla="*/ 107409 h 968359"/>
                <a:gd name="connsiteX86" fmla="*/ 484617 w 968359"/>
                <a:gd name="connsiteY86" fmla="*/ 81092 h 968359"/>
                <a:gd name="connsiteX87" fmla="*/ 887264 w 968359"/>
                <a:gd name="connsiteY87" fmla="*/ 484616 h 968359"/>
                <a:gd name="connsiteX88" fmla="*/ 484617 w 968359"/>
                <a:gd name="connsiteY88" fmla="*/ 887264 h 968359"/>
                <a:gd name="connsiteX89" fmla="*/ 81092 w 968359"/>
                <a:gd name="connsiteY89" fmla="*/ 484616 h 968359"/>
                <a:gd name="connsiteX90" fmla="*/ 484617 w 968359"/>
                <a:gd name="connsiteY90" fmla="*/ 81092 h 968359"/>
                <a:gd name="connsiteX91" fmla="*/ 483742 w 968359"/>
                <a:gd name="connsiteY91" fmla="*/ 24493 h 968359"/>
                <a:gd name="connsiteX92" fmla="*/ 24493 w 968359"/>
                <a:gd name="connsiteY92" fmla="*/ 483742 h 968359"/>
                <a:gd name="connsiteX93" fmla="*/ 483742 w 968359"/>
                <a:gd name="connsiteY93" fmla="*/ 942991 h 968359"/>
                <a:gd name="connsiteX94" fmla="*/ 942991 w 968359"/>
                <a:gd name="connsiteY94" fmla="*/ 483742 h 968359"/>
                <a:gd name="connsiteX95" fmla="*/ 483742 w 968359"/>
                <a:gd name="connsiteY95" fmla="*/ 24493 h 968359"/>
                <a:gd name="connsiteX96" fmla="*/ 483742 w 968359"/>
                <a:gd name="connsiteY96" fmla="*/ 0 h 968359"/>
                <a:gd name="connsiteX97" fmla="*/ 968359 w 968359"/>
                <a:gd name="connsiteY97" fmla="*/ 483742 h 968359"/>
                <a:gd name="connsiteX98" fmla="*/ 483742 w 968359"/>
                <a:gd name="connsiteY98" fmla="*/ 968359 h 968359"/>
                <a:gd name="connsiteX99" fmla="*/ 0 w 968359"/>
                <a:gd name="connsiteY99" fmla="*/ 483742 h 968359"/>
                <a:gd name="connsiteX100" fmla="*/ 483742 w 968359"/>
                <a:gd name="connsiteY100" fmla="*/ 0 h 968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968359" h="968359">
                  <a:moveTo>
                    <a:pt x="484181" y="768437"/>
                  </a:moveTo>
                  <a:cubicBezTo>
                    <a:pt x="491157" y="768437"/>
                    <a:pt x="497261" y="774625"/>
                    <a:pt x="497261" y="780812"/>
                  </a:cubicBezTo>
                  <a:lnTo>
                    <a:pt x="497261" y="828545"/>
                  </a:lnTo>
                  <a:cubicBezTo>
                    <a:pt x="497261" y="835616"/>
                    <a:pt x="491157" y="840920"/>
                    <a:pt x="484181" y="840920"/>
                  </a:cubicBezTo>
                  <a:cubicBezTo>
                    <a:pt x="477205" y="840920"/>
                    <a:pt x="471101" y="835616"/>
                    <a:pt x="471101" y="828545"/>
                  </a:cubicBezTo>
                  <a:lnTo>
                    <a:pt x="471101" y="780812"/>
                  </a:lnTo>
                  <a:cubicBezTo>
                    <a:pt x="471101" y="774625"/>
                    <a:pt x="477205" y="768437"/>
                    <a:pt x="484181" y="768437"/>
                  </a:cubicBezTo>
                  <a:close/>
                  <a:moveTo>
                    <a:pt x="693302" y="680965"/>
                  </a:moveTo>
                  <a:cubicBezTo>
                    <a:pt x="696612" y="680965"/>
                    <a:pt x="699922" y="682308"/>
                    <a:pt x="702569" y="684995"/>
                  </a:cubicBezTo>
                  <a:lnTo>
                    <a:pt x="735227" y="718125"/>
                  </a:lnTo>
                  <a:cubicBezTo>
                    <a:pt x="740522" y="723498"/>
                    <a:pt x="740522" y="731556"/>
                    <a:pt x="735227" y="736929"/>
                  </a:cubicBezTo>
                  <a:cubicBezTo>
                    <a:pt x="733461" y="739615"/>
                    <a:pt x="729931" y="740511"/>
                    <a:pt x="727283" y="740511"/>
                  </a:cubicBezTo>
                  <a:cubicBezTo>
                    <a:pt x="722870" y="740511"/>
                    <a:pt x="720222" y="739615"/>
                    <a:pt x="718457" y="736929"/>
                  </a:cubicBezTo>
                  <a:lnTo>
                    <a:pt x="684034" y="702903"/>
                  </a:lnTo>
                  <a:cubicBezTo>
                    <a:pt x="679621" y="697530"/>
                    <a:pt x="679621" y="689472"/>
                    <a:pt x="684034" y="684995"/>
                  </a:cubicBezTo>
                  <a:cubicBezTo>
                    <a:pt x="686682" y="682308"/>
                    <a:pt x="689992" y="680965"/>
                    <a:pt x="693302" y="680965"/>
                  </a:cubicBezTo>
                  <a:close/>
                  <a:moveTo>
                    <a:pt x="275049" y="680965"/>
                  </a:moveTo>
                  <a:cubicBezTo>
                    <a:pt x="278359" y="680965"/>
                    <a:pt x="281669" y="682308"/>
                    <a:pt x="284317" y="684995"/>
                  </a:cubicBezTo>
                  <a:cubicBezTo>
                    <a:pt x="288730" y="689472"/>
                    <a:pt x="288730" y="697530"/>
                    <a:pt x="284317" y="702903"/>
                  </a:cubicBezTo>
                  <a:lnTo>
                    <a:pt x="250777" y="736929"/>
                  </a:lnTo>
                  <a:cubicBezTo>
                    <a:pt x="248129" y="739615"/>
                    <a:pt x="244599" y="740511"/>
                    <a:pt x="241068" y="740511"/>
                  </a:cubicBezTo>
                  <a:cubicBezTo>
                    <a:pt x="238420" y="740511"/>
                    <a:pt x="234890" y="739615"/>
                    <a:pt x="232242" y="736929"/>
                  </a:cubicBezTo>
                  <a:cubicBezTo>
                    <a:pt x="227829" y="731556"/>
                    <a:pt x="227829" y="723498"/>
                    <a:pt x="232242" y="718125"/>
                  </a:cubicBezTo>
                  <a:lnTo>
                    <a:pt x="265782" y="684995"/>
                  </a:lnTo>
                  <a:cubicBezTo>
                    <a:pt x="268430" y="682308"/>
                    <a:pt x="271740" y="680965"/>
                    <a:pt x="275049" y="680965"/>
                  </a:cubicBezTo>
                  <a:close/>
                  <a:moveTo>
                    <a:pt x="780665" y="474964"/>
                  </a:moveTo>
                  <a:lnTo>
                    <a:pt x="827829" y="474964"/>
                  </a:lnTo>
                  <a:cubicBezTo>
                    <a:pt x="834817" y="474964"/>
                    <a:pt x="840931" y="480370"/>
                    <a:pt x="840931" y="487578"/>
                  </a:cubicBezTo>
                  <a:cubicBezTo>
                    <a:pt x="840931" y="495686"/>
                    <a:pt x="834817" y="501092"/>
                    <a:pt x="827829" y="501092"/>
                  </a:cubicBezTo>
                  <a:lnTo>
                    <a:pt x="780665" y="501092"/>
                  </a:lnTo>
                  <a:cubicBezTo>
                    <a:pt x="773677" y="501092"/>
                    <a:pt x="768437" y="495686"/>
                    <a:pt x="768437" y="487578"/>
                  </a:cubicBezTo>
                  <a:cubicBezTo>
                    <a:pt x="768437" y="480370"/>
                    <a:pt x="773677" y="474964"/>
                    <a:pt x="780665" y="474964"/>
                  </a:cubicBezTo>
                  <a:close/>
                  <a:moveTo>
                    <a:pt x="140531" y="474964"/>
                  </a:moveTo>
                  <a:lnTo>
                    <a:pt x="187696" y="474964"/>
                  </a:lnTo>
                  <a:cubicBezTo>
                    <a:pt x="194683" y="474964"/>
                    <a:pt x="199923" y="480370"/>
                    <a:pt x="199923" y="487578"/>
                  </a:cubicBezTo>
                  <a:cubicBezTo>
                    <a:pt x="199923" y="495686"/>
                    <a:pt x="194683" y="501092"/>
                    <a:pt x="187696" y="501092"/>
                  </a:cubicBezTo>
                  <a:lnTo>
                    <a:pt x="140531" y="501092"/>
                  </a:lnTo>
                  <a:cubicBezTo>
                    <a:pt x="132670" y="501092"/>
                    <a:pt x="127430" y="495686"/>
                    <a:pt x="127430" y="487578"/>
                  </a:cubicBezTo>
                  <a:cubicBezTo>
                    <a:pt x="127430" y="480370"/>
                    <a:pt x="132670" y="474964"/>
                    <a:pt x="140531" y="474964"/>
                  </a:cubicBezTo>
                  <a:close/>
                  <a:moveTo>
                    <a:pt x="484411" y="464837"/>
                  </a:moveTo>
                  <a:cubicBezTo>
                    <a:pt x="471303" y="464837"/>
                    <a:pt x="461691" y="475360"/>
                    <a:pt x="461691" y="487638"/>
                  </a:cubicBezTo>
                  <a:cubicBezTo>
                    <a:pt x="461691" y="500792"/>
                    <a:pt x="471303" y="510439"/>
                    <a:pt x="484411" y="510439"/>
                  </a:cubicBezTo>
                  <a:cubicBezTo>
                    <a:pt x="496645" y="510439"/>
                    <a:pt x="507131" y="500792"/>
                    <a:pt x="507131" y="487638"/>
                  </a:cubicBezTo>
                  <a:cubicBezTo>
                    <a:pt x="507131" y="475360"/>
                    <a:pt x="496645" y="464837"/>
                    <a:pt x="484411" y="464837"/>
                  </a:cubicBezTo>
                  <a:close/>
                  <a:moveTo>
                    <a:pt x="484411" y="297336"/>
                  </a:moveTo>
                  <a:cubicBezTo>
                    <a:pt x="491402" y="297336"/>
                    <a:pt x="497519" y="303475"/>
                    <a:pt x="497519" y="310491"/>
                  </a:cubicBezTo>
                  <a:lnTo>
                    <a:pt x="497519" y="442036"/>
                  </a:lnTo>
                  <a:cubicBezTo>
                    <a:pt x="513248" y="445543"/>
                    <a:pt x="526356" y="458698"/>
                    <a:pt x="530725" y="475360"/>
                  </a:cubicBezTo>
                  <a:lnTo>
                    <a:pt x="708117" y="475360"/>
                  </a:lnTo>
                  <a:cubicBezTo>
                    <a:pt x="715108" y="475360"/>
                    <a:pt x="721225" y="480622"/>
                    <a:pt x="721225" y="487638"/>
                  </a:cubicBezTo>
                  <a:cubicBezTo>
                    <a:pt x="721225" y="495531"/>
                    <a:pt x="715108" y="500792"/>
                    <a:pt x="708117" y="500792"/>
                  </a:cubicBezTo>
                  <a:lnTo>
                    <a:pt x="530725" y="500792"/>
                  </a:lnTo>
                  <a:cubicBezTo>
                    <a:pt x="524608" y="520963"/>
                    <a:pt x="506258" y="535871"/>
                    <a:pt x="484411" y="535871"/>
                  </a:cubicBezTo>
                  <a:cubicBezTo>
                    <a:pt x="458196" y="535871"/>
                    <a:pt x="436349" y="513947"/>
                    <a:pt x="436349" y="487638"/>
                  </a:cubicBezTo>
                  <a:cubicBezTo>
                    <a:pt x="436349" y="464837"/>
                    <a:pt x="452079" y="447297"/>
                    <a:pt x="471303" y="442036"/>
                  </a:cubicBezTo>
                  <a:lnTo>
                    <a:pt x="471303" y="310491"/>
                  </a:lnTo>
                  <a:cubicBezTo>
                    <a:pt x="471303" y="303475"/>
                    <a:pt x="477420" y="297336"/>
                    <a:pt x="484411" y="297336"/>
                  </a:cubicBezTo>
                  <a:close/>
                  <a:moveTo>
                    <a:pt x="232242" y="236166"/>
                  </a:moveTo>
                  <a:cubicBezTo>
                    <a:pt x="237538" y="231689"/>
                    <a:pt x="244599" y="231689"/>
                    <a:pt x="250777" y="236166"/>
                  </a:cubicBezTo>
                  <a:lnTo>
                    <a:pt x="284317" y="271087"/>
                  </a:lnTo>
                  <a:cubicBezTo>
                    <a:pt x="288730" y="275565"/>
                    <a:pt x="288730" y="284519"/>
                    <a:pt x="284317" y="288996"/>
                  </a:cubicBezTo>
                  <a:cubicBezTo>
                    <a:pt x="281669" y="291682"/>
                    <a:pt x="278139" y="292578"/>
                    <a:pt x="275491" y="292578"/>
                  </a:cubicBezTo>
                  <a:cubicBezTo>
                    <a:pt x="271960" y="292578"/>
                    <a:pt x="269312" y="291682"/>
                    <a:pt x="265782" y="288996"/>
                  </a:cubicBezTo>
                  <a:lnTo>
                    <a:pt x="232242" y="254970"/>
                  </a:lnTo>
                  <a:cubicBezTo>
                    <a:pt x="227829" y="249597"/>
                    <a:pt x="227829" y="241539"/>
                    <a:pt x="232242" y="236166"/>
                  </a:cubicBezTo>
                  <a:close/>
                  <a:moveTo>
                    <a:pt x="726510" y="232808"/>
                  </a:moveTo>
                  <a:cubicBezTo>
                    <a:pt x="729710" y="232808"/>
                    <a:pt x="733020" y="233928"/>
                    <a:pt x="735227" y="236166"/>
                  </a:cubicBezTo>
                  <a:cubicBezTo>
                    <a:pt x="740522" y="241539"/>
                    <a:pt x="740522" y="249597"/>
                    <a:pt x="735227" y="254970"/>
                  </a:cubicBezTo>
                  <a:lnTo>
                    <a:pt x="702569" y="288996"/>
                  </a:lnTo>
                  <a:cubicBezTo>
                    <a:pt x="699921" y="291682"/>
                    <a:pt x="696391" y="292578"/>
                    <a:pt x="693743" y="292578"/>
                  </a:cubicBezTo>
                  <a:cubicBezTo>
                    <a:pt x="690213" y="292578"/>
                    <a:pt x="686682" y="291682"/>
                    <a:pt x="684034" y="288996"/>
                  </a:cubicBezTo>
                  <a:cubicBezTo>
                    <a:pt x="679621" y="284519"/>
                    <a:pt x="679621" y="275565"/>
                    <a:pt x="684034" y="271087"/>
                  </a:cubicBezTo>
                  <a:lnTo>
                    <a:pt x="718457" y="236166"/>
                  </a:lnTo>
                  <a:cubicBezTo>
                    <a:pt x="720222" y="233928"/>
                    <a:pt x="723311" y="232808"/>
                    <a:pt x="726510" y="232808"/>
                  </a:cubicBezTo>
                  <a:close/>
                  <a:moveTo>
                    <a:pt x="484181" y="131291"/>
                  </a:moveTo>
                  <a:cubicBezTo>
                    <a:pt x="491157" y="131291"/>
                    <a:pt x="497261" y="137333"/>
                    <a:pt x="497261" y="144238"/>
                  </a:cubicBezTo>
                  <a:lnTo>
                    <a:pt x="497261" y="190849"/>
                  </a:lnTo>
                  <a:cubicBezTo>
                    <a:pt x="497261" y="197755"/>
                    <a:pt x="491157" y="203797"/>
                    <a:pt x="484181" y="203797"/>
                  </a:cubicBezTo>
                  <a:cubicBezTo>
                    <a:pt x="477205" y="203797"/>
                    <a:pt x="471101" y="197755"/>
                    <a:pt x="471101" y="190849"/>
                  </a:cubicBezTo>
                  <a:lnTo>
                    <a:pt x="471101" y="144238"/>
                  </a:lnTo>
                  <a:cubicBezTo>
                    <a:pt x="471101" y="137333"/>
                    <a:pt x="477205" y="131291"/>
                    <a:pt x="484181" y="131291"/>
                  </a:cubicBezTo>
                  <a:close/>
                  <a:moveTo>
                    <a:pt x="484617" y="107409"/>
                  </a:moveTo>
                  <a:cubicBezTo>
                    <a:pt x="275836" y="107409"/>
                    <a:pt x="106531" y="276714"/>
                    <a:pt x="106531" y="484616"/>
                  </a:cubicBezTo>
                  <a:cubicBezTo>
                    <a:pt x="106531" y="693397"/>
                    <a:pt x="275836" y="862701"/>
                    <a:pt x="484617" y="862701"/>
                  </a:cubicBezTo>
                  <a:cubicBezTo>
                    <a:pt x="693397" y="862701"/>
                    <a:pt x="862701" y="693397"/>
                    <a:pt x="862701" y="484616"/>
                  </a:cubicBezTo>
                  <a:cubicBezTo>
                    <a:pt x="862701" y="276714"/>
                    <a:pt x="693397" y="107409"/>
                    <a:pt x="484617" y="107409"/>
                  </a:cubicBezTo>
                  <a:close/>
                  <a:moveTo>
                    <a:pt x="484617" y="81092"/>
                  </a:moveTo>
                  <a:cubicBezTo>
                    <a:pt x="706555" y="81092"/>
                    <a:pt x="887264" y="262678"/>
                    <a:pt x="887264" y="484616"/>
                  </a:cubicBezTo>
                  <a:cubicBezTo>
                    <a:pt x="887264" y="706555"/>
                    <a:pt x="706555" y="887264"/>
                    <a:pt x="484617" y="887264"/>
                  </a:cubicBezTo>
                  <a:cubicBezTo>
                    <a:pt x="262678" y="887264"/>
                    <a:pt x="81092" y="706555"/>
                    <a:pt x="81092" y="484616"/>
                  </a:cubicBezTo>
                  <a:cubicBezTo>
                    <a:pt x="81092" y="262678"/>
                    <a:pt x="262678" y="81092"/>
                    <a:pt x="484617" y="81092"/>
                  </a:cubicBezTo>
                  <a:close/>
                  <a:moveTo>
                    <a:pt x="483742" y="24493"/>
                  </a:moveTo>
                  <a:cubicBezTo>
                    <a:pt x="230062" y="24493"/>
                    <a:pt x="24493" y="230937"/>
                    <a:pt x="24493" y="483742"/>
                  </a:cubicBezTo>
                  <a:cubicBezTo>
                    <a:pt x="24493" y="737423"/>
                    <a:pt x="230062" y="942991"/>
                    <a:pt x="483742" y="942991"/>
                  </a:cubicBezTo>
                  <a:cubicBezTo>
                    <a:pt x="737423" y="942991"/>
                    <a:pt x="942991" y="737423"/>
                    <a:pt x="942991" y="483742"/>
                  </a:cubicBezTo>
                  <a:cubicBezTo>
                    <a:pt x="942991" y="230937"/>
                    <a:pt x="737423" y="24493"/>
                    <a:pt x="483742" y="24493"/>
                  </a:cubicBezTo>
                  <a:close/>
                  <a:moveTo>
                    <a:pt x="483742" y="0"/>
                  </a:moveTo>
                  <a:cubicBezTo>
                    <a:pt x="751419" y="0"/>
                    <a:pt x="968359" y="216066"/>
                    <a:pt x="968359" y="483742"/>
                  </a:cubicBezTo>
                  <a:cubicBezTo>
                    <a:pt x="968359" y="750544"/>
                    <a:pt x="751419" y="968359"/>
                    <a:pt x="483742" y="968359"/>
                  </a:cubicBezTo>
                  <a:cubicBezTo>
                    <a:pt x="216940" y="968359"/>
                    <a:pt x="0" y="750544"/>
                    <a:pt x="0" y="483742"/>
                  </a:cubicBezTo>
                  <a:cubicBezTo>
                    <a:pt x="0" y="216066"/>
                    <a:pt x="216940" y="0"/>
                    <a:pt x="48374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106" name="Freeform 55">
              <a:extLst>
                <a:ext uri="{FF2B5EF4-FFF2-40B4-BE49-F238E27FC236}">
                  <a16:creationId xmlns:a16="http://schemas.microsoft.com/office/drawing/2014/main" id="{6C013E82-E8A7-40DA-BD75-12E46D0B11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21580" y="4850027"/>
              <a:ext cx="1857376" cy="1857376"/>
            </a:xfrm>
            <a:custGeom>
              <a:avLst/>
              <a:gdLst>
                <a:gd name="T0" fmla="*/ 2118 w 2119"/>
                <a:gd name="T1" fmla="*/ 1060 h 2121"/>
                <a:gd name="T2" fmla="*/ 2118 w 2119"/>
                <a:gd name="T3" fmla="*/ 1060 h 2121"/>
                <a:gd name="T4" fmla="*/ 1059 w 2119"/>
                <a:gd name="T5" fmla="*/ 2120 h 2121"/>
                <a:gd name="T6" fmla="*/ 1059 w 2119"/>
                <a:gd name="T7" fmla="*/ 2120 h 2121"/>
                <a:gd name="T8" fmla="*/ 0 w 2119"/>
                <a:gd name="T9" fmla="*/ 1060 h 2121"/>
                <a:gd name="T10" fmla="*/ 0 w 2119"/>
                <a:gd name="T11" fmla="*/ 1060 h 2121"/>
                <a:gd name="T12" fmla="*/ 1059 w 2119"/>
                <a:gd name="T13" fmla="*/ 0 h 2121"/>
                <a:gd name="T14" fmla="*/ 1059 w 2119"/>
                <a:gd name="T15" fmla="*/ 0 h 2121"/>
                <a:gd name="T16" fmla="*/ 2118 w 2119"/>
                <a:gd name="T17" fmla="*/ 1060 h 2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19" h="2121">
                  <a:moveTo>
                    <a:pt x="2118" y="1060"/>
                  </a:moveTo>
                  <a:lnTo>
                    <a:pt x="2118" y="1060"/>
                  </a:lnTo>
                  <a:cubicBezTo>
                    <a:pt x="2118" y="1645"/>
                    <a:pt x="1644" y="2120"/>
                    <a:pt x="1059" y="2120"/>
                  </a:cubicBezTo>
                  <a:lnTo>
                    <a:pt x="1059" y="2120"/>
                  </a:lnTo>
                  <a:cubicBezTo>
                    <a:pt x="474" y="2120"/>
                    <a:pt x="0" y="1645"/>
                    <a:pt x="0" y="1060"/>
                  </a:cubicBezTo>
                  <a:lnTo>
                    <a:pt x="0" y="1060"/>
                  </a:lnTo>
                  <a:cubicBezTo>
                    <a:pt x="0" y="475"/>
                    <a:pt x="474" y="0"/>
                    <a:pt x="1059" y="0"/>
                  </a:cubicBezTo>
                  <a:lnTo>
                    <a:pt x="1059" y="0"/>
                  </a:lnTo>
                  <a:cubicBezTo>
                    <a:pt x="1644" y="0"/>
                    <a:pt x="2118" y="475"/>
                    <a:pt x="2118" y="106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E1EBAADB-0FF9-45D6-A518-6A872D4FAC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97723" y="5359742"/>
              <a:ext cx="908598" cy="902714"/>
            </a:xfrm>
            <a:custGeom>
              <a:avLst/>
              <a:gdLst>
                <a:gd name="connsiteX0" fmla="*/ 139040 w 908598"/>
                <a:gd name="connsiteY0" fmla="*/ 708189 h 902714"/>
                <a:gd name="connsiteX1" fmla="*/ 149900 w 908598"/>
                <a:gd name="connsiteY1" fmla="*/ 712796 h 902714"/>
                <a:gd name="connsiteX2" fmla="*/ 149900 w 908598"/>
                <a:gd name="connsiteY2" fmla="*/ 734736 h 902714"/>
                <a:gd name="connsiteX3" fmla="*/ 127274 w 908598"/>
                <a:gd name="connsiteY3" fmla="*/ 757554 h 902714"/>
                <a:gd name="connsiteX4" fmla="*/ 105554 w 908598"/>
                <a:gd name="connsiteY4" fmla="*/ 757554 h 902714"/>
                <a:gd name="connsiteX5" fmla="*/ 105554 w 908598"/>
                <a:gd name="connsiteY5" fmla="*/ 734736 h 902714"/>
                <a:gd name="connsiteX6" fmla="*/ 128180 w 908598"/>
                <a:gd name="connsiteY6" fmla="*/ 712796 h 902714"/>
                <a:gd name="connsiteX7" fmla="*/ 139040 w 908598"/>
                <a:gd name="connsiteY7" fmla="*/ 708189 h 902714"/>
                <a:gd name="connsiteX8" fmla="*/ 92980 w 908598"/>
                <a:gd name="connsiteY8" fmla="*/ 665735 h 902714"/>
                <a:gd name="connsiteX9" fmla="*/ 104564 w 908598"/>
                <a:gd name="connsiteY9" fmla="*/ 670414 h 902714"/>
                <a:gd name="connsiteX10" fmla="*/ 104564 w 908598"/>
                <a:gd name="connsiteY10" fmla="*/ 692692 h 902714"/>
                <a:gd name="connsiteX11" fmla="*/ 81396 w 908598"/>
                <a:gd name="connsiteY11" fmla="*/ 714971 h 902714"/>
                <a:gd name="connsiteX12" fmla="*/ 59119 w 908598"/>
                <a:gd name="connsiteY12" fmla="*/ 714971 h 902714"/>
                <a:gd name="connsiteX13" fmla="*/ 59119 w 908598"/>
                <a:gd name="connsiteY13" fmla="*/ 692692 h 902714"/>
                <a:gd name="connsiteX14" fmla="*/ 81396 w 908598"/>
                <a:gd name="connsiteY14" fmla="*/ 670414 h 902714"/>
                <a:gd name="connsiteX15" fmla="*/ 92980 w 908598"/>
                <a:gd name="connsiteY15" fmla="*/ 665735 h 902714"/>
                <a:gd name="connsiteX16" fmla="*/ 84938 w 908598"/>
                <a:gd name="connsiteY16" fmla="*/ 636837 h 902714"/>
                <a:gd name="connsiteX17" fmla="*/ 66854 w 908598"/>
                <a:gd name="connsiteY17" fmla="*/ 644047 h 902714"/>
                <a:gd name="connsiteX18" fmla="*/ 33536 w 908598"/>
                <a:gd name="connsiteY18" fmla="*/ 677254 h 902714"/>
                <a:gd name="connsiteX19" fmla="*/ 33536 w 908598"/>
                <a:gd name="connsiteY19" fmla="*/ 713957 h 902714"/>
                <a:gd name="connsiteX20" fmla="*/ 189603 w 908598"/>
                <a:gd name="connsiteY20" fmla="*/ 870381 h 902714"/>
                <a:gd name="connsiteX21" fmla="*/ 225551 w 908598"/>
                <a:gd name="connsiteY21" fmla="*/ 870381 h 902714"/>
                <a:gd name="connsiteX22" fmla="*/ 259746 w 908598"/>
                <a:gd name="connsiteY22" fmla="*/ 836300 h 902714"/>
                <a:gd name="connsiteX23" fmla="*/ 267637 w 908598"/>
                <a:gd name="connsiteY23" fmla="*/ 817948 h 902714"/>
                <a:gd name="connsiteX24" fmla="*/ 259746 w 908598"/>
                <a:gd name="connsiteY24" fmla="*/ 799597 h 902714"/>
                <a:gd name="connsiteX25" fmla="*/ 103679 w 908598"/>
                <a:gd name="connsiteY25" fmla="*/ 644047 h 902714"/>
                <a:gd name="connsiteX26" fmla="*/ 84938 w 908598"/>
                <a:gd name="connsiteY26" fmla="*/ 636837 h 902714"/>
                <a:gd name="connsiteX27" fmla="*/ 822653 w 908598"/>
                <a:gd name="connsiteY27" fmla="*/ 489644 h 902714"/>
                <a:gd name="connsiteX28" fmla="*/ 760387 w 908598"/>
                <a:gd name="connsiteY28" fmla="*/ 530443 h 902714"/>
                <a:gd name="connsiteX29" fmla="*/ 656927 w 908598"/>
                <a:gd name="connsiteY29" fmla="*/ 640551 h 902714"/>
                <a:gd name="connsiteX30" fmla="*/ 656927 w 908598"/>
                <a:gd name="connsiteY30" fmla="*/ 648416 h 902714"/>
                <a:gd name="connsiteX31" fmla="*/ 595553 w 908598"/>
                <a:gd name="connsiteY31" fmla="*/ 732308 h 902714"/>
                <a:gd name="connsiteX32" fmla="*/ 378111 w 908598"/>
                <a:gd name="connsiteY32" fmla="*/ 732308 h 902714"/>
                <a:gd name="connsiteX33" fmla="*/ 364959 w 908598"/>
                <a:gd name="connsiteY33" fmla="*/ 719200 h 902714"/>
                <a:gd name="connsiteX34" fmla="*/ 378111 w 908598"/>
                <a:gd name="connsiteY34" fmla="*/ 706966 h 902714"/>
                <a:gd name="connsiteX35" fmla="*/ 595553 w 908598"/>
                <a:gd name="connsiteY35" fmla="*/ 706966 h 902714"/>
                <a:gd name="connsiteX36" fmla="*/ 631501 w 908598"/>
                <a:gd name="connsiteY36" fmla="*/ 648416 h 902714"/>
                <a:gd name="connsiteX37" fmla="*/ 595553 w 908598"/>
                <a:gd name="connsiteY37" fmla="*/ 590740 h 902714"/>
                <a:gd name="connsiteX38" fmla="*/ 387756 w 908598"/>
                <a:gd name="connsiteY38" fmla="*/ 590740 h 902714"/>
                <a:gd name="connsiteX39" fmla="*/ 377234 w 908598"/>
                <a:gd name="connsiteY39" fmla="*/ 584623 h 902714"/>
                <a:gd name="connsiteX40" fmla="*/ 376358 w 908598"/>
                <a:gd name="connsiteY40" fmla="*/ 584623 h 902714"/>
                <a:gd name="connsiteX41" fmla="*/ 309722 w 908598"/>
                <a:gd name="connsiteY41" fmla="*/ 561902 h 902714"/>
                <a:gd name="connsiteX42" fmla="*/ 243087 w 908598"/>
                <a:gd name="connsiteY42" fmla="*/ 561902 h 902714"/>
                <a:gd name="connsiteX43" fmla="*/ 144011 w 908598"/>
                <a:gd name="connsiteY43" fmla="*/ 648416 h 902714"/>
                <a:gd name="connsiteX44" fmla="*/ 277281 w 908598"/>
                <a:gd name="connsiteY44" fmla="*/ 782119 h 902714"/>
                <a:gd name="connsiteX45" fmla="*/ 278158 w 908598"/>
                <a:gd name="connsiteY45" fmla="*/ 782119 h 902714"/>
                <a:gd name="connsiteX46" fmla="*/ 670956 w 908598"/>
                <a:gd name="connsiteY46" fmla="*/ 782119 h 902714"/>
                <a:gd name="connsiteX47" fmla="*/ 874369 w 908598"/>
                <a:gd name="connsiteY47" fmla="*/ 593362 h 902714"/>
                <a:gd name="connsiteX48" fmla="*/ 851573 w 908598"/>
                <a:gd name="connsiteY48" fmla="*/ 498983 h 902714"/>
                <a:gd name="connsiteX49" fmla="*/ 822653 w 908598"/>
                <a:gd name="connsiteY49" fmla="*/ 489644 h 902714"/>
                <a:gd name="connsiteX50" fmla="*/ 140832 w 908598"/>
                <a:gd name="connsiteY50" fmla="*/ 366843 h 902714"/>
                <a:gd name="connsiteX51" fmla="*/ 152924 w 908598"/>
                <a:gd name="connsiteY51" fmla="*/ 378935 h 902714"/>
                <a:gd name="connsiteX52" fmla="*/ 152924 w 908598"/>
                <a:gd name="connsiteY52" fmla="*/ 418668 h 902714"/>
                <a:gd name="connsiteX53" fmla="*/ 193521 w 908598"/>
                <a:gd name="connsiteY53" fmla="*/ 418668 h 902714"/>
                <a:gd name="connsiteX54" fmla="*/ 206477 w 908598"/>
                <a:gd name="connsiteY54" fmla="*/ 431624 h 902714"/>
                <a:gd name="connsiteX55" fmla="*/ 193521 w 908598"/>
                <a:gd name="connsiteY55" fmla="*/ 443717 h 902714"/>
                <a:gd name="connsiteX56" fmla="*/ 152924 w 908598"/>
                <a:gd name="connsiteY56" fmla="*/ 443717 h 902714"/>
                <a:gd name="connsiteX57" fmla="*/ 152924 w 908598"/>
                <a:gd name="connsiteY57" fmla="*/ 484314 h 902714"/>
                <a:gd name="connsiteX58" fmla="*/ 140832 w 908598"/>
                <a:gd name="connsiteY58" fmla="*/ 497270 h 902714"/>
                <a:gd name="connsiteX59" fmla="*/ 128739 w 908598"/>
                <a:gd name="connsiteY59" fmla="*/ 484314 h 902714"/>
                <a:gd name="connsiteX60" fmla="*/ 128739 w 908598"/>
                <a:gd name="connsiteY60" fmla="*/ 443717 h 902714"/>
                <a:gd name="connsiteX61" fmla="*/ 89006 w 908598"/>
                <a:gd name="connsiteY61" fmla="*/ 443717 h 902714"/>
                <a:gd name="connsiteX62" fmla="*/ 76050 w 908598"/>
                <a:gd name="connsiteY62" fmla="*/ 431624 h 902714"/>
                <a:gd name="connsiteX63" fmla="*/ 89006 w 908598"/>
                <a:gd name="connsiteY63" fmla="*/ 418668 h 902714"/>
                <a:gd name="connsiteX64" fmla="*/ 128739 w 908598"/>
                <a:gd name="connsiteY64" fmla="*/ 418668 h 902714"/>
                <a:gd name="connsiteX65" fmla="*/ 128739 w 908598"/>
                <a:gd name="connsiteY65" fmla="*/ 378935 h 902714"/>
                <a:gd name="connsiteX66" fmla="*/ 140832 w 908598"/>
                <a:gd name="connsiteY66" fmla="*/ 366843 h 902714"/>
                <a:gd name="connsiteX67" fmla="*/ 329011 w 908598"/>
                <a:gd name="connsiteY67" fmla="*/ 214973 h 902714"/>
                <a:gd name="connsiteX68" fmla="*/ 303585 w 908598"/>
                <a:gd name="connsiteY68" fmla="*/ 240316 h 902714"/>
                <a:gd name="connsiteX69" fmla="*/ 286926 w 908598"/>
                <a:gd name="connsiteY69" fmla="*/ 536560 h 902714"/>
                <a:gd name="connsiteX70" fmla="*/ 309722 w 908598"/>
                <a:gd name="connsiteY70" fmla="*/ 536560 h 902714"/>
                <a:gd name="connsiteX71" fmla="*/ 393016 w 908598"/>
                <a:gd name="connsiteY71" fmla="*/ 565398 h 902714"/>
                <a:gd name="connsiteX72" fmla="*/ 595553 w 908598"/>
                <a:gd name="connsiteY72" fmla="*/ 565398 h 902714"/>
                <a:gd name="connsiteX73" fmla="*/ 650790 w 908598"/>
                <a:gd name="connsiteY73" fmla="*/ 612587 h 902714"/>
                <a:gd name="connsiteX74" fmla="*/ 712164 w 908598"/>
                <a:gd name="connsiteY74" fmla="*/ 549668 h 902714"/>
                <a:gd name="connsiteX75" fmla="*/ 694629 w 908598"/>
                <a:gd name="connsiteY75" fmla="*/ 240316 h 902714"/>
                <a:gd name="connsiteX76" fmla="*/ 669202 w 908598"/>
                <a:gd name="connsiteY76" fmla="*/ 214973 h 902714"/>
                <a:gd name="connsiteX77" fmla="*/ 622733 w 908598"/>
                <a:gd name="connsiteY77" fmla="*/ 214973 h 902714"/>
                <a:gd name="connsiteX78" fmla="*/ 622733 w 908598"/>
                <a:gd name="connsiteY78" fmla="*/ 250802 h 902714"/>
                <a:gd name="connsiteX79" fmla="*/ 629747 w 908598"/>
                <a:gd name="connsiteY79" fmla="*/ 265658 h 902714"/>
                <a:gd name="connsiteX80" fmla="*/ 609581 w 908598"/>
                <a:gd name="connsiteY80" fmla="*/ 285757 h 902714"/>
                <a:gd name="connsiteX81" fmla="*/ 590292 w 908598"/>
                <a:gd name="connsiteY81" fmla="*/ 265658 h 902714"/>
                <a:gd name="connsiteX82" fmla="*/ 597306 w 908598"/>
                <a:gd name="connsiteY82" fmla="*/ 250802 h 902714"/>
                <a:gd name="connsiteX83" fmla="*/ 597306 w 908598"/>
                <a:gd name="connsiteY83" fmla="*/ 214973 h 902714"/>
                <a:gd name="connsiteX84" fmla="*/ 400031 w 908598"/>
                <a:gd name="connsiteY84" fmla="*/ 214973 h 902714"/>
                <a:gd name="connsiteX85" fmla="*/ 400031 w 908598"/>
                <a:gd name="connsiteY85" fmla="*/ 250802 h 902714"/>
                <a:gd name="connsiteX86" fmla="*/ 407922 w 908598"/>
                <a:gd name="connsiteY86" fmla="*/ 265658 h 902714"/>
                <a:gd name="connsiteX87" fmla="*/ 387756 w 908598"/>
                <a:gd name="connsiteY87" fmla="*/ 285757 h 902714"/>
                <a:gd name="connsiteX88" fmla="*/ 368466 w 908598"/>
                <a:gd name="connsiteY88" fmla="*/ 265658 h 902714"/>
                <a:gd name="connsiteX89" fmla="*/ 374604 w 908598"/>
                <a:gd name="connsiteY89" fmla="*/ 250802 h 902714"/>
                <a:gd name="connsiteX90" fmla="*/ 374604 w 908598"/>
                <a:gd name="connsiteY90" fmla="*/ 214973 h 902714"/>
                <a:gd name="connsiteX91" fmla="*/ 715258 w 908598"/>
                <a:gd name="connsiteY91" fmla="*/ 113327 h 902714"/>
                <a:gd name="connsiteX92" fmla="*/ 724320 w 908598"/>
                <a:gd name="connsiteY92" fmla="*/ 117353 h 902714"/>
                <a:gd name="connsiteX93" fmla="*/ 737421 w 908598"/>
                <a:gd name="connsiteY93" fmla="*/ 130774 h 902714"/>
                <a:gd name="connsiteX94" fmla="*/ 751396 w 908598"/>
                <a:gd name="connsiteY94" fmla="*/ 117353 h 902714"/>
                <a:gd name="connsiteX95" fmla="*/ 768864 w 908598"/>
                <a:gd name="connsiteY95" fmla="*/ 117353 h 902714"/>
                <a:gd name="connsiteX96" fmla="*/ 768864 w 908598"/>
                <a:gd name="connsiteY96" fmla="*/ 134353 h 902714"/>
                <a:gd name="connsiteX97" fmla="*/ 755763 w 908598"/>
                <a:gd name="connsiteY97" fmla="*/ 148668 h 902714"/>
                <a:gd name="connsiteX98" fmla="*/ 768864 w 908598"/>
                <a:gd name="connsiteY98" fmla="*/ 162984 h 902714"/>
                <a:gd name="connsiteX99" fmla="*/ 768864 w 908598"/>
                <a:gd name="connsiteY99" fmla="*/ 180878 h 902714"/>
                <a:gd name="connsiteX100" fmla="*/ 760130 w 908598"/>
                <a:gd name="connsiteY100" fmla="*/ 184457 h 902714"/>
                <a:gd name="connsiteX101" fmla="*/ 751396 w 908598"/>
                <a:gd name="connsiteY101" fmla="*/ 180878 h 902714"/>
                <a:gd name="connsiteX102" fmla="*/ 737421 w 908598"/>
                <a:gd name="connsiteY102" fmla="*/ 167457 h 902714"/>
                <a:gd name="connsiteX103" fmla="*/ 724320 w 908598"/>
                <a:gd name="connsiteY103" fmla="*/ 180878 h 902714"/>
                <a:gd name="connsiteX104" fmla="*/ 715586 w 908598"/>
                <a:gd name="connsiteY104" fmla="*/ 184457 h 902714"/>
                <a:gd name="connsiteX105" fmla="*/ 706852 w 908598"/>
                <a:gd name="connsiteY105" fmla="*/ 180878 h 902714"/>
                <a:gd name="connsiteX106" fmla="*/ 706852 w 908598"/>
                <a:gd name="connsiteY106" fmla="*/ 162984 h 902714"/>
                <a:gd name="connsiteX107" fmla="*/ 719953 w 908598"/>
                <a:gd name="connsiteY107" fmla="*/ 148668 h 902714"/>
                <a:gd name="connsiteX108" fmla="*/ 706852 w 908598"/>
                <a:gd name="connsiteY108" fmla="*/ 134353 h 902714"/>
                <a:gd name="connsiteX109" fmla="*/ 706852 w 908598"/>
                <a:gd name="connsiteY109" fmla="*/ 117353 h 902714"/>
                <a:gd name="connsiteX110" fmla="*/ 715258 w 908598"/>
                <a:gd name="connsiteY110" fmla="*/ 113327 h 902714"/>
                <a:gd name="connsiteX111" fmla="*/ 498230 w 908598"/>
                <a:gd name="connsiteY111" fmla="*/ 25342 h 902714"/>
                <a:gd name="connsiteX112" fmla="*/ 400031 w 908598"/>
                <a:gd name="connsiteY112" fmla="*/ 123216 h 902714"/>
                <a:gd name="connsiteX113" fmla="*/ 400031 w 908598"/>
                <a:gd name="connsiteY113" fmla="*/ 190505 h 902714"/>
                <a:gd name="connsiteX114" fmla="*/ 597306 w 908598"/>
                <a:gd name="connsiteY114" fmla="*/ 190505 h 902714"/>
                <a:gd name="connsiteX115" fmla="*/ 597306 w 908598"/>
                <a:gd name="connsiteY115" fmla="*/ 123216 h 902714"/>
                <a:gd name="connsiteX116" fmla="*/ 498230 w 908598"/>
                <a:gd name="connsiteY116" fmla="*/ 25342 h 902714"/>
                <a:gd name="connsiteX117" fmla="*/ 498230 w 908598"/>
                <a:gd name="connsiteY117" fmla="*/ 0 h 902714"/>
                <a:gd name="connsiteX118" fmla="*/ 622733 w 908598"/>
                <a:gd name="connsiteY118" fmla="*/ 123216 h 902714"/>
                <a:gd name="connsiteX119" fmla="*/ 622733 w 908598"/>
                <a:gd name="connsiteY119" fmla="*/ 190505 h 902714"/>
                <a:gd name="connsiteX120" fmla="*/ 669202 w 908598"/>
                <a:gd name="connsiteY120" fmla="*/ 190505 h 902714"/>
                <a:gd name="connsiteX121" fmla="*/ 720056 w 908598"/>
                <a:gd name="connsiteY121" fmla="*/ 238568 h 902714"/>
                <a:gd name="connsiteX122" fmla="*/ 735838 w 908598"/>
                <a:gd name="connsiteY122" fmla="*/ 520830 h 902714"/>
                <a:gd name="connsiteX123" fmla="*/ 740221 w 908598"/>
                <a:gd name="connsiteY123" fmla="*/ 515587 h 902714"/>
                <a:gd name="connsiteX124" fmla="*/ 865601 w 908598"/>
                <a:gd name="connsiteY124" fmla="*/ 478010 h 902714"/>
                <a:gd name="connsiteX125" fmla="*/ 896288 w 908598"/>
                <a:gd name="connsiteY125" fmla="*/ 605596 h 902714"/>
                <a:gd name="connsiteX126" fmla="*/ 894535 w 908598"/>
                <a:gd name="connsiteY126" fmla="*/ 607344 h 902714"/>
                <a:gd name="connsiteX127" fmla="*/ 670956 w 908598"/>
                <a:gd name="connsiteY127" fmla="*/ 808336 h 902714"/>
                <a:gd name="connsiteX128" fmla="*/ 291310 w 908598"/>
                <a:gd name="connsiteY128" fmla="*/ 808336 h 902714"/>
                <a:gd name="connsiteX129" fmla="*/ 277281 w 908598"/>
                <a:gd name="connsiteY129" fmla="*/ 853777 h 902714"/>
                <a:gd name="connsiteX130" fmla="*/ 243964 w 908598"/>
                <a:gd name="connsiteY130" fmla="*/ 888732 h 902714"/>
                <a:gd name="connsiteX131" fmla="*/ 208016 w 908598"/>
                <a:gd name="connsiteY131" fmla="*/ 902714 h 902714"/>
                <a:gd name="connsiteX132" fmla="*/ 171191 w 908598"/>
                <a:gd name="connsiteY132" fmla="*/ 888732 h 902714"/>
                <a:gd name="connsiteX133" fmla="*/ 15124 w 908598"/>
                <a:gd name="connsiteY133" fmla="*/ 732308 h 902714"/>
                <a:gd name="connsiteX134" fmla="*/ 15124 w 908598"/>
                <a:gd name="connsiteY134" fmla="*/ 660650 h 902714"/>
                <a:gd name="connsiteX135" fmla="*/ 48442 w 908598"/>
                <a:gd name="connsiteY135" fmla="*/ 626569 h 902714"/>
                <a:gd name="connsiteX136" fmla="*/ 121214 w 908598"/>
                <a:gd name="connsiteY136" fmla="*/ 626569 h 902714"/>
                <a:gd name="connsiteX137" fmla="*/ 122968 w 908598"/>
                <a:gd name="connsiteY137" fmla="*/ 628317 h 902714"/>
                <a:gd name="connsiteX138" fmla="*/ 243087 w 908598"/>
                <a:gd name="connsiteY138" fmla="*/ 536560 h 902714"/>
                <a:gd name="connsiteX139" fmla="*/ 261499 w 908598"/>
                <a:gd name="connsiteY139" fmla="*/ 536560 h 902714"/>
                <a:gd name="connsiteX140" fmla="*/ 278158 w 908598"/>
                <a:gd name="connsiteY140" fmla="*/ 238568 h 902714"/>
                <a:gd name="connsiteX141" fmla="*/ 329011 w 908598"/>
                <a:gd name="connsiteY141" fmla="*/ 190505 h 902714"/>
                <a:gd name="connsiteX142" fmla="*/ 374604 w 908598"/>
                <a:gd name="connsiteY142" fmla="*/ 190505 h 902714"/>
                <a:gd name="connsiteX143" fmla="*/ 374604 w 908598"/>
                <a:gd name="connsiteY143" fmla="*/ 123216 h 902714"/>
                <a:gd name="connsiteX144" fmla="*/ 498230 w 908598"/>
                <a:gd name="connsiteY144" fmla="*/ 0 h 902714"/>
                <a:gd name="connsiteX145" fmla="*/ 297214 w 908598"/>
                <a:gd name="connsiteY145" fmla="*/ 0 h 902714"/>
                <a:gd name="connsiteX146" fmla="*/ 309404 w 908598"/>
                <a:gd name="connsiteY146" fmla="*/ 13061 h 902714"/>
                <a:gd name="connsiteX147" fmla="*/ 309404 w 908598"/>
                <a:gd name="connsiteY147" fmla="*/ 31346 h 902714"/>
                <a:gd name="connsiteX148" fmla="*/ 328560 w 908598"/>
                <a:gd name="connsiteY148" fmla="*/ 31346 h 902714"/>
                <a:gd name="connsiteX149" fmla="*/ 341620 w 908598"/>
                <a:gd name="connsiteY149" fmla="*/ 43537 h 902714"/>
                <a:gd name="connsiteX150" fmla="*/ 328560 w 908598"/>
                <a:gd name="connsiteY150" fmla="*/ 56598 h 902714"/>
                <a:gd name="connsiteX151" fmla="*/ 309404 w 908598"/>
                <a:gd name="connsiteY151" fmla="*/ 56598 h 902714"/>
                <a:gd name="connsiteX152" fmla="*/ 309404 w 908598"/>
                <a:gd name="connsiteY152" fmla="*/ 75754 h 902714"/>
                <a:gd name="connsiteX153" fmla="*/ 297214 w 908598"/>
                <a:gd name="connsiteY153" fmla="*/ 87944 h 902714"/>
                <a:gd name="connsiteX154" fmla="*/ 284153 w 908598"/>
                <a:gd name="connsiteY154" fmla="*/ 75754 h 902714"/>
                <a:gd name="connsiteX155" fmla="*/ 284153 w 908598"/>
                <a:gd name="connsiteY155" fmla="*/ 56598 h 902714"/>
                <a:gd name="connsiteX156" fmla="*/ 265868 w 908598"/>
                <a:gd name="connsiteY156" fmla="*/ 56598 h 902714"/>
                <a:gd name="connsiteX157" fmla="*/ 253678 w 908598"/>
                <a:gd name="connsiteY157" fmla="*/ 43537 h 902714"/>
                <a:gd name="connsiteX158" fmla="*/ 265868 w 908598"/>
                <a:gd name="connsiteY158" fmla="*/ 31346 h 902714"/>
                <a:gd name="connsiteX159" fmla="*/ 284153 w 908598"/>
                <a:gd name="connsiteY159" fmla="*/ 31346 h 902714"/>
                <a:gd name="connsiteX160" fmla="*/ 284153 w 908598"/>
                <a:gd name="connsiteY160" fmla="*/ 13061 h 902714"/>
                <a:gd name="connsiteX161" fmla="*/ 297214 w 908598"/>
                <a:gd name="connsiteY161" fmla="*/ 0 h 902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</a:cxnLst>
              <a:rect l="l" t="t" r="r" b="b"/>
              <a:pathLst>
                <a:path w="908598" h="902714">
                  <a:moveTo>
                    <a:pt x="139040" y="708189"/>
                  </a:moveTo>
                  <a:cubicBezTo>
                    <a:pt x="142886" y="708189"/>
                    <a:pt x="146733" y="709725"/>
                    <a:pt x="149900" y="712796"/>
                  </a:cubicBezTo>
                  <a:cubicBezTo>
                    <a:pt x="156235" y="718940"/>
                    <a:pt x="156235" y="728593"/>
                    <a:pt x="149900" y="734736"/>
                  </a:cubicBezTo>
                  <a:lnTo>
                    <a:pt x="127274" y="757554"/>
                  </a:lnTo>
                  <a:cubicBezTo>
                    <a:pt x="120939" y="763697"/>
                    <a:pt x="110984" y="763697"/>
                    <a:pt x="105554" y="757554"/>
                  </a:cubicBezTo>
                  <a:cubicBezTo>
                    <a:pt x="99219" y="751410"/>
                    <a:pt x="99219" y="740879"/>
                    <a:pt x="105554" y="734736"/>
                  </a:cubicBezTo>
                  <a:lnTo>
                    <a:pt x="128180" y="712796"/>
                  </a:lnTo>
                  <a:cubicBezTo>
                    <a:pt x="131348" y="709725"/>
                    <a:pt x="135194" y="708189"/>
                    <a:pt x="139040" y="708189"/>
                  </a:cubicBezTo>
                  <a:close/>
                  <a:moveTo>
                    <a:pt x="92980" y="665735"/>
                  </a:moveTo>
                  <a:cubicBezTo>
                    <a:pt x="97213" y="665735"/>
                    <a:pt x="101446" y="667295"/>
                    <a:pt x="104564" y="670414"/>
                  </a:cubicBezTo>
                  <a:cubicBezTo>
                    <a:pt x="109911" y="676652"/>
                    <a:pt x="109911" y="686454"/>
                    <a:pt x="104564" y="692692"/>
                  </a:cubicBezTo>
                  <a:lnTo>
                    <a:pt x="81396" y="714971"/>
                  </a:lnTo>
                  <a:cubicBezTo>
                    <a:pt x="75158" y="721209"/>
                    <a:pt x="65356" y="721209"/>
                    <a:pt x="59119" y="714971"/>
                  </a:cubicBezTo>
                  <a:cubicBezTo>
                    <a:pt x="52881" y="708733"/>
                    <a:pt x="52881" y="698930"/>
                    <a:pt x="59119" y="692692"/>
                  </a:cubicBezTo>
                  <a:lnTo>
                    <a:pt x="81396" y="670414"/>
                  </a:lnTo>
                  <a:cubicBezTo>
                    <a:pt x="84515" y="667295"/>
                    <a:pt x="88748" y="665735"/>
                    <a:pt x="92980" y="665735"/>
                  </a:cubicBezTo>
                  <a:close/>
                  <a:moveTo>
                    <a:pt x="84938" y="636837"/>
                  </a:moveTo>
                  <a:cubicBezTo>
                    <a:pt x="78252" y="636837"/>
                    <a:pt x="71677" y="639240"/>
                    <a:pt x="66854" y="644047"/>
                  </a:cubicBezTo>
                  <a:lnTo>
                    <a:pt x="33536" y="677254"/>
                  </a:lnTo>
                  <a:cubicBezTo>
                    <a:pt x="22138" y="688614"/>
                    <a:pt x="22138" y="704344"/>
                    <a:pt x="33536" y="713957"/>
                  </a:cubicBezTo>
                  <a:lnTo>
                    <a:pt x="189603" y="870381"/>
                  </a:lnTo>
                  <a:cubicBezTo>
                    <a:pt x="199248" y="879994"/>
                    <a:pt x="215907" y="879994"/>
                    <a:pt x="225551" y="870381"/>
                  </a:cubicBezTo>
                  <a:lnTo>
                    <a:pt x="259746" y="836300"/>
                  </a:lnTo>
                  <a:cubicBezTo>
                    <a:pt x="264130" y="831930"/>
                    <a:pt x="267637" y="824939"/>
                    <a:pt x="267637" y="817948"/>
                  </a:cubicBezTo>
                  <a:cubicBezTo>
                    <a:pt x="267637" y="811831"/>
                    <a:pt x="264130" y="805714"/>
                    <a:pt x="259746" y="799597"/>
                  </a:cubicBezTo>
                  <a:lnTo>
                    <a:pt x="103679" y="644047"/>
                  </a:lnTo>
                  <a:cubicBezTo>
                    <a:pt x="98418" y="639240"/>
                    <a:pt x="91623" y="636837"/>
                    <a:pt x="84938" y="636837"/>
                  </a:cubicBezTo>
                  <a:close/>
                  <a:moveTo>
                    <a:pt x="822653" y="489644"/>
                  </a:moveTo>
                  <a:cubicBezTo>
                    <a:pt x="795240" y="489480"/>
                    <a:pt x="772881" y="513402"/>
                    <a:pt x="760387" y="530443"/>
                  </a:cubicBezTo>
                  <a:cubicBezTo>
                    <a:pt x="752496" y="540055"/>
                    <a:pt x="692875" y="617830"/>
                    <a:pt x="656927" y="640551"/>
                  </a:cubicBezTo>
                  <a:cubicBezTo>
                    <a:pt x="656927" y="643173"/>
                    <a:pt x="656927" y="646668"/>
                    <a:pt x="656927" y="648416"/>
                  </a:cubicBezTo>
                  <a:cubicBezTo>
                    <a:pt x="656927" y="695605"/>
                    <a:pt x="629747" y="732308"/>
                    <a:pt x="595553" y="732308"/>
                  </a:cubicBezTo>
                  <a:lnTo>
                    <a:pt x="378111" y="732308"/>
                  </a:lnTo>
                  <a:cubicBezTo>
                    <a:pt x="370220" y="732308"/>
                    <a:pt x="364959" y="727065"/>
                    <a:pt x="364959" y="719200"/>
                  </a:cubicBezTo>
                  <a:cubicBezTo>
                    <a:pt x="364959" y="713083"/>
                    <a:pt x="370220" y="706966"/>
                    <a:pt x="378111" y="706966"/>
                  </a:cubicBezTo>
                  <a:lnTo>
                    <a:pt x="595553" y="706966"/>
                  </a:lnTo>
                  <a:cubicBezTo>
                    <a:pt x="615719" y="706966"/>
                    <a:pt x="631501" y="680749"/>
                    <a:pt x="631501" y="648416"/>
                  </a:cubicBezTo>
                  <a:cubicBezTo>
                    <a:pt x="631501" y="617830"/>
                    <a:pt x="615719" y="590740"/>
                    <a:pt x="595553" y="590740"/>
                  </a:cubicBezTo>
                  <a:lnTo>
                    <a:pt x="387756" y="590740"/>
                  </a:lnTo>
                  <a:cubicBezTo>
                    <a:pt x="383372" y="590740"/>
                    <a:pt x="379865" y="588992"/>
                    <a:pt x="377234" y="584623"/>
                  </a:cubicBezTo>
                  <a:lnTo>
                    <a:pt x="376358" y="584623"/>
                  </a:lnTo>
                  <a:cubicBezTo>
                    <a:pt x="359699" y="568893"/>
                    <a:pt x="337779" y="561902"/>
                    <a:pt x="309722" y="561902"/>
                  </a:cubicBezTo>
                  <a:lnTo>
                    <a:pt x="243087" y="561902"/>
                  </a:lnTo>
                  <a:cubicBezTo>
                    <a:pt x="174698" y="561902"/>
                    <a:pt x="151025" y="608218"/>
                    <a:pt x="144011" y="648416"/>
                  </a:cubicBezTo>
                  <a:lnTo>
                    <a:pt x="277281" y="782119"/>
                  </a:lnTo>
                  <a:lnTo>
                    <a:pt x="278158" y="782119"/>
                  </a:lnTo>
                  <a:lnTo>
                    <a:pt x="670956" y="782119"/>
                  </a:lnTo>
                  <a:cubicBezTo>
                    <a:pt x="717425" y="782119"/>
                    <a:pt x="820008" y="666767"/>
                    <a:pt x="874369" y="593362"/>
                  </a:cubicBezTo>
                  <a:cubicBezTo>
                    <a:pt x="891904" y="559281"/>
                    <a:pt x="882260" y="519082"/>
                    <a:pt x="851573" y="498983"/>
                  </a:cubicBezTo>
                  <a:cubicBezTo>
                    <a:pt x="841490" y="492429"/>
                    <a:pt x="831791" y="489698"/>
                    <a:pt x="822653" y="489644"/>
                  </a:cubicBezTo>
                  <a:close/>
                  <a:moveTo>
                    <a:pt x="140832" y="366843"/>
                  </a:moveTo>
                  <a:cubicBezTo>
                    <a:pt x="147742" y="366843"/>
                    <a:pt x="152924" y="371162"/>
                    <a:pt x="152924" y="378935"/>
                  </a:cubicBezTo>
                  <a:lnTo>
                    <a:pt x="152924" y="418668"/>
                  </a:lnTo>
                  <a:lnTo>
                    <a:pt x="193521" y="418668"/>
                  </a:lnTo>
                  <a:cubicBezTo>
                    <a:pt x="200431" y="418668"/>
                    <a:pt x="206477" y="424714"/>
                    <a:pt x="206477" y="431624"/>
                  </a:cubicBezTo>
                  <a:cubicBezTo>
                    <a:pt x="206477" y="438535"/>
                    <a:pt x="200431" y="443717"/>
                    <a:pt x="193521" y="443717"/>
                  </a:cubicBezTo>
                  <a:lnTo>
                    <a:pt x="152924" y="443717"/>
                  </a:lnTo>
                  <a:lnTo>
                    <a:pt x="152924" y="484314"/>
                  </a:lnTo>
                  <a:cubicBezTo>
                    <a:pt x="152924" y="491224"/>
                    <a:pt x="147742" y="497270"/>
                    <a:pt x="140832" y="497270"/>
                  </a:cubicBezTo>
                  <a:cubicBezTo>
                    <a:pt x="134785" y="497270"/>
                    <a:pt x="128739" y="491224"/>
                    <a:pt x="128739" y="484314"/>
                  </a:cubicBezTo>
                  <a:lnTo>
                    <a:pt x="128739" y="443717"/>
                  </a:lnTo>
                  <a:lnTo>
                    <a:pt x="89006" y="443717"/>
                  </a:lnTo>
                  <a:cubicBezTo>
                    <a:pt x="81233" y="443717"/>
                    <a:pt x="76050" y="438535"/>
                    <a:pt x="76050" y="431624"/>
                  </a:cubicBezTo>
                  <a:cubicBezTo>
                    <a:pt x="76050" y="424714"/>
                    <a:pt x="81233" y="418668"/>
                    <a:pt x="89006" y="418668"/>
                  </a:cubicBezTo>
                  <a:lnTo>
                    <a:pt x="128739" y="418668"/>
                  </a:lnTo>
                  <a:lnTo>
                    <a:pt x="128739" y="378935"/>
                  </a:lnTo>
                  <a:cubicBezTo>
                    <a:pt x="128739" y="371162"/>
                    <a:pt x="134785" y="366843"/>
                    <a:pt x="140832" y="366843"/>
                  </a:cubicBezTo>
                  <a:close/>
                  <a:moveTo>
                    <a:pt x="329011" y="214973"/>
                  </a:moveTo>
                  <a:cubicBezTo>
                    <a:pt x="315860" y="214973"/>
                    <a:pt x="303585" y="225460"/>
                    <a:pt x="303585" y="240316"/>
                  </a:cubicBezTo>
                  <a:lnTo>
                    <a:pt x="286926" y="536560"/>
                  </a:lnTo>
                  <a:lnTo>
                    <a:pt x="309722" y="536560"/>
                  </a:lnTo>
                  <a:cubicBezTo>
                    <a:pt x="343917" y="536560"/>
                    <a:pt x="371974" y="546172"/>
                    <a:pt x="393016" y="565398"/>
                  </a:cubicBezTo>
                  <a:lnTo>
                    <a:pt x="595553" y="565398"/>
                  </a:lnTo>
                  <a:cubicBezTo>
                    <a:pt x="620979" y="565398"/>
                    <a:pt x="641145" y="584623"/>
                    <a:pt x="650790" y="612587"/>
                  </a:cubicBezTo>
                  <a:cubicBezTo>
                    <a:pt x="669202" y="599479"/>
                    <a:pt x="692875" y="572389"/>
                    <a:pt x="712164" y="549668"/>
                  </a:cubicBezTo>
                  <a:lnTo>
                    <a:pt x="694629" y="240316"/>
                  </a:lnTo>
                  <a:cubicBezTo>
                    <a:pt x="693752" y="225460"/>
                    <a:pt x="682354" y="214973"/>
                    <a:pt x="669202" y="214973"/>
                  </a:cubicBezTo>
                  <a:lnTo>
                    <a:pt x="622733" y="214973"/>
                  </a:lnTo>
                  <a:lnTo>
                    <a:pt x="622733" y="250802"/>
                  </a:lnTo>
                  <a:cubicBezTo>
                    <a:pt x="627117" y="253424"/>
                    <a:pt x="629747" y="259541"/>
                    <a:pt x="629747" y="265658"/>
                  </a:cubicBezTo>
                  <a:cubicBezTo>
                    <a:pt x="629747" y="277019"/>
                    <a:pt x="620979" y="285757"/>
                    <a:pt x="609581" y="285757"/>
                  </a:cubicBezTo>
                  <a:cubicBezTo>
                    <a:pt x="599937" y="285757"/>
                    <a:pt x="590292" y="277019"/>
                    <a:pt x="590292" y="265658"/>
                  </a:cubicBezTo>
                  <a:cubicBezTo>
                    <a:pt x="590292" y="259541"/>
                    <a:pt x="593799" y="253424"/>
                    <a:pt x="597306" y="250802"/>
                  </a:cubicBezTo>
                  <a:lnTo>
                    <a:pt x="597306" y="214973"/>
                  </a:lnTo>
                  <a:lnTo>
                    <a:pt x="400031" y="214973"/>
                  </a:lnTo>
                  <a:lnTo>
                    <a:pt x="400031" y="250802"/>
                  </a:lnTo>
                  <a:cubicBezTo>
                    <a:pt x="405291" y="253424"/>
                    <a:pt x="407922" y="259541"/>
                    <a:pt x="407922" y="265658"/>
                  </a:cubicBezTo>
                  <a:cubicBezTo>
                    <a:pt x="407922" y="277019"/>
                    <a:pt x="399154" y="285757"/>
                    <a:pt x="387756" y="285757"/>
                  </a:cubicBezTo>
                  <a:cubicBezTo>
                    <a:pt x="376358" y="285757"/>
                    <a:pt x="368466" y="277019"/>
                    <a:pt x="368466" y="265658"/>
                  </a:cubicBezTo>
                  <a:cubicBezTo>
                    <a:pt x="368466" y="259541"/>
                    <a:pt x="370220" y="253424"/>
                    <a:pt x="374604" y="250802"/>
                  </a:cubicBezTo>
                  <a:lnTo>
                    <a:pt x="374604" y="214973"/>
                  </a:lnTo>
                  <a:close/>
                  <a:moveTo>
                    <a:pt x="715258" y="113327"/>
                  </a:moveTo>
                  <a:cubicBezTo>
                    <a:pt x="718424" y="113327"/>
                    <a:pt x="721699" y="114669"/>
                    <a:pt x="724320" y="117353"/>
                  </a:cubicBezTo>
                  <a:lnTo>
                    <a:pt x="737421" y="130774"/>
                  </a:lnTo>
                  <a:lnTo>
                    <a:pt x="751396" y="117353"/>
                  </a:lnTo>
                  <a:cubicBezTo>
                    <a:pt x="755763" y="111985"/>
                    <a:pt x="763624" y="111985"/>
                    <a:pt x="768864" y="117353"/>
                  </a:cubicBezTo>
                  <a:cubicBezTo>
                    <a:pt x="774105" y="121827"/>
                    <a:pt x="774105" y="130774"/>
                    <a:pt x="768864" y="134353"/>
                  </a:cubicBezTo>
                  <a:lnTo>
                    <a:pt x="755763" y="148668"/>
                  </a:lnTo>
                  <a:lnTo>
                    <a:pt x="768864" y="162984"/>
                  </a:lnTo>
                  <a:cubicBezTo>
                    <a:pt x="774105" y="167457"/>
                    <a:pt x="774105" y="176405"/>
                    <a:pt x="768864" y="180878"/>
                  </a:cubicBezTo>
                  <a:cubicBezTo>
                    <a:pt x="766244" y="184457"/>
                    <a:pt x="763624" y="184457"/>
                    <a:pt x="760130" y="184457"/>
                  </a:cubicBezTo>
                  <a:cubicBezTo>
                    <a:pt x="756636" y="184457"/>
                    <a:pt x="754016" y="184457"/>
                    <a:pt x="751396" y="180878"/>
                  </a:cubicBezTo>
                  <a:lnTo>
                    <a:pt x="737421" y="167457"/>
                  </a:lnTo>
                  <a:lnTo>
                    <a:pt x="724320" y="180878"/>
                  </a:lnTo>
                  <a:cubicBezTo>
                    <a:pt x="721700" y="184457"/>
                    <a:pt x="718206" y="184457"/>
                    <a:pt x="715586" y="184457"/>
                  </a:cubicBezTo>
                  <a:cubicBezTo>
                    <a:pt x="712965" y="184457"/>
                    <a:pt x="708598" y="184457"/>
                    <a:pt x="706852" y="180878"/>
                  </a:cubicBezTo>
                  <a:cubicBezTo>
                    <a:pt x="701611" y="176405"/>
                    <a:pt x="701611" y="167457"/>
                    <a:pt x="706852" y="162984"/>
                  </a:cubicBezTo>
                  <a:lnTo>
                    <a:pt x="719953" y="148668"/>
                  </a:lnTo>
                  <a:lnTo>
                    <a:pt x="706852" y="134353"/>
                  </a:lnTo>
                  <a:cubicBezTo>
                    <a:pt x="701611" y="130774"/>
                    <a:pt x="701611" y="121827"/>
                    <a:pt x="706852" y="117353"/>
                  </a:cubicBezTo>
                  <a:cubicBezTo>
                    <a:pt x="709035" y="114669"/>
                    <a:pt x="712092" y="113327"/>
                    <a:pt x="715258" y="113327"/>
                  </a:cubicBezTo>
                  <a:close/>
                  <a:moveTo>
                    <a:pt x="498230" y="25342"/>
                  </a:moveTo>
                  <a:cubicBezTo>
                    <a:pt x="444746" y="25342"/>
                    <a:pt x="400031" y="69036"/>
                    <a:pt x="400031" y="123216"/>
                  </a:cubicBezTo>
                  <a:lnTo>
                    <a:pt x="400031" y="190505"/>
                  </a:lnTo>
                  <a:lnTo>
                    <a:pt x="597306" y="190505"/>
                  </a:lnTo>
                  <a:lnTo>
                    <a:pt x="597306" y="123216"/>
                  </a:lnTo>
                  <a:cubicBezTo>
                    <a:pt x="597306" y="69036"/>
                    <a:pt x="553467" y="25342"/>
                    <a:pt x="498230" y="25342"/>
                  </a:cubicBezTo>
                  <a:close/>
                  <a:moveTo>
                    <a:pt x="498230" y="0"/>
                  </a:moveTo>
                  <a:cubicBezTo>
                    <a:pt x="567496" y="0"/>
                    <a:pt x="622733" y="55928"/>
                    <a:pt x="622733" y="123216"/>
                  </a:cubicBezTo>
                  <a:lnTo>
                    <a:pt x="622733" y="190505"/>
                  </a:lnTo>
                  <a:lnTo>
                    <a:pt x="669202" y="190505"/>
                  </a:lnTo>
                  <a:cubicBezTo>
                    <a:pt x="696382" y="190505"/>
                    <a:pt x="718302" y="211478"/>
                    <a:pt x="720056" y="238568"/>
                  </a:cubicBezTo>
                  <a:lnTo>
                    <a:pt x="735838" y="520830"/>
                  </a:lnTo>
                  <a:cubicBezTo>
                    <a:pt x="737591" y="519082"/>
                    <a:pt x="739345" y="517334"/>
                    <a:pt x="740221" y="515587"/>
                  </a:cubicBezTo>
                  <a:cubicBezTo>
                    <a:pt x="776169" y="465776"/>
                    <a:pt x="823516" y="450920"/>
                    <a:pt x="865601" y="478010"/>
                  </a:cubicBezTo>
                  <a:cubicBezTo>
                    <a:pt x="907686" y="505100"/>
                    <a:pt x="920838" y="561028"/>
                    <a:pt x="896288" y="605596"/>
                  </a:cubicBezTo>
                  <a:lnTo>
                    <a:pt x="894535" y="607344"/>
                  </a:lnTo>
                  <a:cubicBezTo>
                    <a:pt x="879630" y="628317"/>
                    <a:pt x="746359" y="808336"/>
                    <a:pt x="670956" y="808336"/>
                  </a:cubicBezTo>
                  <a:lnTo>
                    <a:pt x="291310" y="808336"/>
                  </a:lnTo>
                  <a:cubicBezTo>
                    <a:pt x="294817" y="824065"/>
                    <a:pt x="290433" y="842417"/>
                    <a:pt x="277281" y="853777"/>
                  </a:cubicBezTo>
                  <a:lnTo>
                    <a:pt x="243964" y="888732"/>
                  </a:lnTo>
                  <a:cubicBezTo>
                    <a:pt x="234319" y="898345"/>
                    <a:pt x="221167" y="902714"/>
                    <a:pt x="208016" y="902714"/>
                  </a:cubicBezTo>
                  <a:cubicBezTo>
                    <a:pt x="194864" y="902714"/>
                    <a:pt x="181712" y="898345"/>
                    <a:pt x="171191" y="888732"/>
                  </a:cubicBezTo>
                  <a:lnTo>
                    <a:pt x="15124" y="732308"/>
                  </a:lnTo>
                  <a:cubicBezTo>
                    <a:pt x="-5042" y="712209"/>
                    <a:pt x="-5042" y="679875"/>
                    <a:pt x="15124" y="660650"/>
                  </a:cubicBezTo>
                  <a:lnTo>
                    <a:pt x="48442" y="626569"/>
                  </a:lnTo>
                  <a:cubicBezTo>
                    <a:pt x="67731" y="605596"/>
                    <a:pt x="101048" y="605596"/>
                    <a:pt x="121214" y="626569"/>
                  </a:cubicBezTo>
                  <a:lnTo>
                    <a:pt x="122968" y="628317"/>
                  </a:lnTo>
                  <a:cubicBezTo>
                    <a:pt x="133489" y="590740"/>
                    <a:pt x="163300" y="536560"/>
                    <a:pt x="243087" y="536560"/>
                  </a:cubicBezTo>
                  <a:lnTo>
                    <a:pt x="261499" y="536560"/>
                  </a:lnTo>
                  <a:lnTo>
                    <a:pt x="278158" y="238568"/>
                  </a:lnTo>
                  <a:cubicBezTo>
                    <a:pt x="279912" y="211478"/>
                    <a:pt x="301831" y="190505"/>
                    <a:pt x="329011" y="190505"/>
                  </a:cubicBezTo>
                  <a:lnTo>
                    <a:pt x="374604" y="190505"/>
                  </a:lnTo>
                  <a:lnTo>
                    <a:pt x="374604" y="123216"/>
                  </a:lnTo>
                  <a:cubicBezTo>
                    <a:pt x="374604" y="55928"/>
                    <a:pt x="430718" y="0"/>
                    <a:pt x="498230" y="0"/>
                  </a:cubicBezTo>
                  <a:close/>
                  <a:moveTo>
                    <a:pt x="297214" y="0"/>
                  </a:moveTo>
                  <a:cubicBezTo>
                    <a:pt x="304180" y="0"/>
                    <a:pt x="309404" y="5224"/>
                    <a:pt x="309404" y="13061"/>
                  </a:cubicBezTo>
                  <a:lnTo>
                    <a:pt x="309404" y="31346"/>
                  </a:lnTo>
                  <a:lnTo>
                    <a:pt x="328560" y="31346"/>
                  </a:lnTo>
                  <a:cubicBezTo>
                    <a:pt x="336396" y="31346"/>
                    <a:pt x="341620" y="37441"/>
                    <a:pt x="341620" y="43537"/>
                  </a:cubicBezTo>
                  <a:cubicBezTo>
                    <a:pt x="341620" y="50502"/>
                    <a:pt x="336396" y="56598"/>
                    <a:pt x="328560" y="56598"/>
                  </a:cubicBezTo>
                  <a:lnTo>
                    <a:pt x="309404" y="56598"/>
                  </a:lnTo>
                  <a:lnTo>
                    <a:pt x="309404" y="75754"/>
                  </a:lnTo>
                  <a:cubicBezTo>
                    <a:pt x="309404" y="82720"/>
                    <a:pt x="304180" y="87944"/>
                    <a:pt x="297214" y="87944"/>
                  </a:cubicBezTo>
                  <a:cubicBezTo>
                    <a:pt x="290248" y="87944"/>
                    <a:pt x="284153" y="82720"/>
                    <a:pt x="284153" y="75754"/>
                  </a:cubicBezTo>
                  <a:lnTo>
                    <a:pt x="284153" y="56598"/>
                  </a:lnTo>
                  <a:lnTo>
                    <a:pt x="265868" y="56598"/>
                  </a:lnTo>
                  <a:cubicBezTo>
                    <a:pt x="258902" y="56598"/>
                    <a:pt x="253678" y="50502"/>
                    <a:pt x="253678" y="43537"/>
                  </a:cubicBezTo>
                  <a:cubicBezTo>
                    <a:pt x="253678" y="37441"/>
                    <a:pt x="258902" y="31346"/>
                    <a:pt x="265868" y="31346"/>
                  </a:cubicBezTo>
                  <a:lnTo>
                    <a:pt x="284153" y="31346"/>
                  </a:lnTo>
                  <a:lnTo>
                    <a:pt x="284153" y="13061"/>
                  </a:lnTo>
                  <a:cubicBezTo>
                    <a:pt x="284153" y="5224"/>
                    <a:pt x="290248" y="0"/>
                    <a:pt x="29721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108" name="Freeform 62">
              <a:extLst>
                <a:ext uri="{FF2B5EF4-FFF2-40B4-BE49-F238E27FC236}">
                  <a16:creationId xmlns:a16="http://schemas.microsoft.com/office/drawing/2014/main" id="{95CA10A3-2AD7-46B7-904B-97A39A2F50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56857" y="7205534"/>
              <a:ext cx="1857376" cy="1857376"/>
            </a:xfrm>
            <a:custGeom>
              <a:avLst/>
              <a:gdLst>
                <a:gd name="T0" fmla="*/ 2118 w 2119"/>
                <a:gd name="T1" fmla="*/ 1060 h 2121"/>
                <a:gd name="T2" fmla="*/ 2118 w 2119"/>
                <a:gd name="T3" fmla="*/ 1060 h 2121"/>
                <a:gd name="T4" fmla="*/ 1059 w 2119"/>
                <a:gd name="T5" fmla="*/ 2120 h 2121"/>
                <a:gd name="T6" fmla="*/ 1059 w 2119"/>
                <a:gd name="T7" fmla="*/ 2120 h 2121"/>
                <a:gd name="T8" fmla="*/ 0 w 2119"/>
                <a:gd name="T9" fmla="*/ 1060 h 2121"/>
                <a:gd name="T10" fmla="*/ 0 w 2119"/>
                <a:gd name="T11" fmla="*/ 1060 h 2121"/>
                <a:gd name="T12" fmla="*/ 1059 w 2119"/>
                <a:gd name="T13" fmla="*/ 0 h 2121"/>
                <a:gd name="T14" fmla="*/ 1059 w 2119"/>
                <a:gd name="T15" fmla="*/ 0 h 2121"/>
                <a:gd name="T16" fmla="*/ 2118 w 2119"/>
                <a:gd name="T17" fmla="*/ 1060 h 2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19" h="2121">
                  <a:moveTo>
                    <a:pt x="2118" y="1060"/>
                  </a:moveTo>
                  <a:lnTo>
                    <a:pt x="2118" y="1060"/>
                  </a:lnTo>
                  <a:cubicBezTo>
                    <a:pt x="2118" y="1645"/>
                    <a:pt x="1644" y="2120"/>
                    <a:pt x="1059" y="2120"/>
                  </a:cubicBezTo>
                  <a:lnTo>
                    <a:pt x="1059" y="2120"/>
                  </a:lnTo>
                  <a:cubicBezTo>
                    <a:pt x="474" y="2120"/>
                    <a:pt x="0" y="1645"/>
                    <a:pt x="0" y="1060"/>
                  </a:cubicBezTo>
                  <a:lnTo>
                    <a:pt x="0" y="1060"/>
                  </a:lnTo>
                  <a:cubicBezTo>
                    <a:pt x="0" y="475"/>
                    <a:pt x="474" y="0"/>
                    <a:pt x="1059" y="0"/>
                  </a:cubicBezTo>
                  <a:lnTo>
                    <a:pt x="1059" y="0"/>
                  </a:lnTo>
                  <a:cubicBezTo>
                    <a:pt x="1644" y="0"/>
                    <a:pt x="2118" y="475"/>
                    <a:pt x="2118" y="106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D343D4C-B79C-482C-BA55-70EA395D50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24098" y="7734559"/>
              <a:ext cx="917379" cy="798451"/>
            </a:xfrm>
            <a:custGeom>
              <a:avLst/>
              <a:gdLst>
                <a:gd name="connsiteX0" fmla="*/ 383792 w 917379"/>
                <a:gd name="connsiteY0" fmla="*/ 362979 h 798451"/>
                <a:gd name="connsiteX1" fmla="*/ 408468 w 917379"/>
                <a:gd name="connsiteY1" fmla="*/ 387638 h 798451"/>
                <a:gd name="connsiteX2" fmla="*/ 383792 w 917379"/>
                <a:gd name="connsiteY2" fmla="*/ 412297 h 798451"/>
                <a:gd name="connsiteX3" fmla="*/ 359118 w 917379"/>
                <a:gd name="connsiteY3" fmla="*/ 387638 h 798451"/>
                <a:gd name="connsiteX4" fmla="*/ 383792 w 917379"/>
                <a:gd name="connsiteY4" fmla="*/ 362979 h 798451"/>
                <a:gd name="connsiteX5" fmla="*/ 283394 w 917379"/>
                <a:gd name="connsiteY5" fmla="*/ 362979 h 798451"/>
                <a:gd name="connsiteX6" fmla="*/ 308070 w 917379"/>
                <a:gd name="connsiteY6" fmla="*/ 387638 h 798451"/>
                <a:gd name="connsiteX7" fmla="*/ 283394 w 917379"/>
                <a:gd name="connsiteY7" fmla="*/ 412297 h 798451"/>
                <a:gd name="connsiteX8" fmla="*/ 258718 w 917379"/>
                <a:gd name="connsiteY8" fmla="*/ 387638 h 798451"/>
                <a:gd name="connsiteX9" fmla="*/ 283394 w 917379"/>
                <a:gd name="connsiteY9" fmla="*/ 362979 h 798451"/>
                <a:gd name="connsiteX10" fmla="*/ 186416 w 917379"/>
                <a:gd name="connsiteY10" fmla="*/ 362979 h 798451"/>
                <a:gd name="connsiteX11" fmla="*/ 211516 w 917379"/>
                <a:gd name="connsiteY11" fmla="*/ 387638 h 798451"/>
                <a:gd name="connsiteX12" fmla="*/ 186416 w 917379"/>
                <a:gd name="connsiteY12" fmla="*/ 412297 h 798451"/>
                <a:gd name="connsiteX13" fmla="*/ 162182 w 917379"/>
                <a:gd name="connsiteY13" fmla="*/ 387638 h 798451"/>
                <a:gd name="connsiteX14" fmla="*/ 186416 w 917379"/>
                <a:gd name="connsiteY14" fmla="*/ 362979 h 798451"/>
                <a:gd name="connsiteX15" fmla="*/ 76148 w 917379"/>
                <a:gd name="connsiteY15" fmla="*/ 235508 h 798451"/>
                <a:gd name="connsiteX16" fmla="*/ 25383 w 917379"/>
                <a:gd name="connsiteY16" fmla="*/ 287162 h 798451"/>
                <a:gd name="connsiteX17" fmla="*/ 25383 w 917379"/>
                <a:gd name="connsiteY17" fmla="*/ 481522 h 798451"/>
                <a:gd name="connsiteX18" fmla="*/ 76148 w 917379"/>
                <a:gd name="connsiteY18" fmla="*/ 534052 h 798451"/>
                <a:gd name="connsiteX19" fmla="*/ 101532 w 917379"/>
                <a:gd name="connsiteY19" fmla="*/ 534052 h 798451"/>
                <a:gd name="connsiteX20" fmla="*/ 125164 w 917379"/>
                <a:gd name="connsiteY20" fmla="*/ 556814 h 798451"/>
                <a:gd name="connsiteX21" fmla="*/ 125164 w 917379"/>
                <a:gd name="connsiteY21" fmla="*/ 648741 h 798451"/>
                <a:gd name="connsiteX22" fmla="*/ 232822 w 917379"/>
                <a:gd name="connsiteY22" fmla="*/ 548059 h 798451"/>
                <a:gd name="connsiteX23" fmla="*/ 268708 w 917379"/>
                <a:gd name="connsiteY23" fmla="*/ 534052 h 798451"/>
                <a:gd name="connsiteX24" fmla="*/ 496278 w 917379"/>
                <a:gd name="connsiteY24" fmla="*/ 534052 h 798451"/>
                <a:gd name="connsiteX25" fmla="*/ 547920 w 917379"/>
                <a:gd name="connsiteY25" fmla="*/ 481522 h 798451"/>
                <a:gd name="connsiteX26" fmla="*/ 547920 w 917379"/>
                <a:gd name="connsiteY26" fmla="*/ 287162 h 798451"/>
                <a:gd name="connsiteX27" fmla="*/ 496278 w 917379"/>
                <a:gd name="connsiteY27" fmla="*/ 235508 h 798451"/>
                <a:gd name="connsiteX28" fmla="*/ 621790 w 917379"/>
                <a:gd name="connsiteY28" fmla="*/ 96536 h 798451"/>
                <a:gd name="connsiteX29" fmla="*/ 817762 w 917379"/>
                <a:gd name="connsiteY29" fmla="*/ 273226 h 798451"/>
                <a:gd name="connsiteX30" fmla="*/ 817762 w 917379"/>
                <a:gd name="connsiteY30" fmla="*/ 274101 h 798451"/>
                <a:gd name="connsiteX31" fmla="*/ 817762 w 917379"/>
                <a:gd name="connsiteY31" fmla="*/ 400058 h 798451"/>
                <a:gd name="connsiteX32" fmla="*/ 797640 w 917379"/>
                <a:gd name="connsiteY32" fmla="*/ 421051 h 798451"/>
                <a:gd name="connsiteX33" fmla="*/ 795890 w 917379"/>
                <a:gd name="connsiteY33" fmla="*/ 421051 h 798451"/>
                <a:gd name="connsiteX34" fmla="*/ 728524 w 917379"/>
                <a:gd name="connsiteY34" fmla="*/ 484905 h 798451"/>
                <a:gd name="connsiteX35" fmla="*/ 767018 w 917379"/>
                <a:gd name="connsiteY35" fmla="*/ 546134 h 798451"/>
                <a:gd name="connsiteX36" fmla="*/ 774018 w 917379"/>
                <a:gd name="connsiteY36" fmla="*/ 563628 h 798451"/>
                <a:gd name="connsiteX37" fmla="*/ 762644 w 917379"/>
                <a:gd name="connsiteY37" fmla="*/ 570626 h 798451"/>
                <a:gd name="connsiteX38" fmla="*/ 757394 w 917379"/>
                <a:gd name="connsiteY38" fmla="*/ 569751 h 798451"/>
                <a:gd name="connsiteX39" fmla="*/ 702278 w 917379"/>
                <a:gd name="connsiteY39" fmla="*/ 484030 h 798451"/>
                <a:gd name="connsiteX40" fmla="*/ 793264 w 917379"/>
                <a:gd name="connsiteY40" fmla="*/ 395685 h 798451"/>
                <a:gd name="connsiteX41" fmla="*/ 793264 w 917379"/>
                <a:gd name="connsiteY41" fmla="*/ 274101 h 798451"/>
                <a:gd name="connsiteX42" fmla="*/ 621790 w 917379"/>
                <a:gd name="connsiteY42" fmla="*/ 121902 h 798451"/>
                <a:gd name="connsiteX43" fmla="*/ 505432 w 917379"/>
                <a:gd name="connsiteY43" fmla="*/ 167387 h 798451"/>
                <a:gd name="connsiteX44" fmla="*/ 487934 w 917379"/>
                <a:gd name="connsiteY44" fmla="*/ 166512 h 798451"/>
                <a:gd name="connsiteX45" fmla="*/ 488810 w 917379"/>
                <a:gd name="connsiteY45" fmla="*/ 149018 h 798451"/>
                <a:gd name="connsiteX46" fmla="*/ 621790 w 917379"/>
                <a:gd name="connsiteY46" fmla="*/ 96536 h 798451"/>
                <a:gd name="connsiteX47" fmla="*/ 623192 w 917379"/>
                <a:gd name="connsiteY47" fmla="*/ 0 h 798451"/>
                <a:gd name="connsiteX48" fmla="*/ 917284 w 917379"/>
                <a:gd name="connsiteY48" fmla="*/ 269652 h 798451"/>
                <a:gd name="connsiteX49" fmla="*/ 905904 w 917379"/>
                <a:gd name="connsiteY49" fmla="*/ 283660 h 798451"/>
                <a:gd name="connsiteX50" fmla="*/ 904154 w 917379"/>
                <a:gd name="connsiteY50" fmla="*/ 283660 h 798451"/>
                <a:gd name="connsiteX51" fmla="*/ 891900 w 917379"/>
                <a:gd name="connsiteY51" fmla="*/ 271403 h 798451"/>
                <a:gd name="connsiteX52" fmla="*/ 623192 w 917379"/>
                <a:gd name="connsiteY52" fmla="*/ 25389 h 798451"/>
                <a:gd name="connsiteX53" fmla="*/ 367614 w 917379"/>
                <a:gd name="connsiteY53" fmla="*/ 209243 h 798451"/>
                <a:gd name="connsiteX54" fmla="*/ 496278 w 917379"/>
                <a:gd name="connsiteY54" fmla="*/ 209243 h 798451"/>
                <a:gd name="connsiteX55" fmla="*/ 572426 w 917379"/>
                <a:gd name="connsiteY55" fmla="*/ 287162 h 798451"/>
                <a:gd name="connsiteX56" fmla="*/ 572426 w 917379"/>
                <a:gd name="connsiteY56" fmla="*/ 481522 h 798451"/>
                <a:gd name="connsiteX57" fmla="*/ 496278 w 917379"/>
                <a:gd name="connsiteY57" fmla="*/ 559441 h 798451"/>
                <a:gd name="connsiteX58" fmla="*/ 470896 w 917379"/>
                <a:gd name="connsiteY58" fmla="*/ 559441 h 798451"/>
                <a:gd name="connsiteX59" fmla="*/ 552296 w 917379"/>
                <a:gd name="connsiteY59" fmla="*/ 636484 h 798451"/>
                <a:gd name="connsiteX60" fmla="*/ 553170 w 917379"/>
                <a:gd name="connsiteY60" fmla="*/ 637360 h 798451"/>
                <a:gd name="connsiteX61" fmla="*/ 586432 w 917379"/>
                <a:gd name="connsiteY61" fmla="*/ 679383 h 798451"/>
                <a:gd name="connsiteX62" fmla="*/ 595184 w 917379"/>
                <a:gd name="connsiteY62" fmla="*/ 695142 h 798451"/>
                <a:gd name="connsiteX63" fmla="*/ 732602 w 917379"/>
                <a:gd name="connsiteY63" fmla="*/ 773061 h 798451"/>
                <a:gd name="connsiteX64" fmla="*/ 891900 w 917379"/>
                <a:gd name="connsiteY64" fmla="*/ 613721 h 798451"/>
                <a:gd name="connsiteX65" fmla="*/ 904154 w 917379"/>
                <a:gd name="connsiteY65" fmla="*/ 600589 h 798451"/>
                <a:gd name="connsiteX66" fmla="*/ 917284 w 917379"/>
                <a:gd name="connsiteY66" fmla="*/ 613721 h 798451"/>
                <a:gd name="connsiteX67" fmla="*/ 732602 w 917379"/>
                <a:gd name="connsiteY67" fmla="*/ 798451 h 798451"/>
                <a:gd name="connsiteX68" fmla="*/ 573302 w 917379"/>
                <a:gd name="connsiteY68" fmla="*/ 707399 h 798451"/>
                <a:gd name="connsiteX69" fmla="*/ 565424 w 917379"/>
                <a:gd name="connsiteY69" fmla="*/ 691640 h 798451"/>
                <a:gd name="connsiteX70" fmla="*/ 536540 w 917379"/>
                <a:gd name="connsiteY70" fmla="*/ 655745 h 798451"/>
                <a:gd name="connsiteX71" fmla="*/ 437636 w 917379"/>
                <a:gd name="connsiteY71" fmla="*/ 559441 h 798451"/>
                <a:gd name="connsiteX72" fmla="*/ 268708 w 917379"/>
                <a:gd name="connsiteY72" fmla="*/ 559441 h 798451"/>
                <a:gd name="connsiteX73" fmla="*/ 249452 w 917379"/>
                <a:gd name="connsiteY73" fmla="*/ 566445 h 798451"/>
                <a:gd name="connsiteX74" fmla="*/ 128664 w 917379"/>
                <a:gd name="connsiteY74" fmla="*/ 679383 h 798451"/>
                <a:gd name="connsiteX75" fmla="*/ 118162 w 917379"/>
                <a:gd name="connsiteY75" fmla="*/ 682885 h 798451"/>
                <a:gd name="connsiteX76" fmla="*/ 109408 w 917379"/>
                <a:gd name="connsiteY76" fmla="*/ 681134 h 798451"/>
                <a:gd name="connsiteX77" fmla="*/ 99780 w 917379"/>
                <a:gd name="connsiteY77" fmla="*/ 664500 h 798451"/>
                <a:gd name="connsiteX78" fmla="*/ 99780 w 917379"/>
                <a:gd name="connsiteY78" fmla="*/ 559441 h 798451"/>
                <a:gd name="connsiteX79" fmla="*/ 76148 w 917379"/>
                <a:gd name="connsiteY79" fmla="*/ 559441 h 798451"/>
                <a:gd name="connsiteX80" fmla="*/ 0 w 917379"/>
                <a:gd name="connsiteY80" fmla="*/ 481522 h 798451"/>
                <a:gd name="connsiteX81" fmla="*/ 0 w 917379"/>
                <a:gd name="connsiteY81" fmla="*/ 287162 h 798451"/>
                <a:gd name="connsiteX82" fmla="*/ 76148 w 917379"/>
                <a:gd name="connsiteY82" fmla="*/ 209243 h 798451"/>
                <a:gd name="connsiteX83" fmla="*/ 341356 w 917379"/>
                <a:gd name="connsiteY83" fmla="*/ 209243 h 798451"/>
                <a:gd name="connsiteX84" fmla="*/ 623192 w 917379"/>
                <a:gd name="connsiteY84" fmla="*/ 0 h 798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7379" h="798451">
                  <a:moveTo>
                    <a:pt x="383792" y="362979"/>
                  </a:moveTo>
                  <a:cubicBezTo>
                    <a:pt x="397406" y="362979"/>
                    <a:pt x="408468" y="374428"/>
                    <a:pt x="408468" y="387638"/>
                  </a:cubicBezTo>
                  <a:cubicBezTo>
                    <a:pt x="408468" y="401729"/>
                    <a:pt x="397406" y="412297"/>
                    <a:pt x="383792" y="412297"/>
                  </a:cubicBezTo>
                  <a:cubicBezTo>
                    <a:pt x="370178" y="412297"/>
                    <a:pt x="359118" y="401729"/>
                    <a:pt x="359118" y="387638"/>
                  </a:cubicBezTo>
                  <a:cubicBezTo>
                    <a:pt x="359118" y="374428"/>
                    <a:pt x="370178" y="362979"/>
                    <a:pt x="383792" y="362979"/>
                  </a:cubicBezTo>
                  <a:close/>
                  <a:moveTo>
                    <a:pt x="283394" y="362979"/>
                  </a:moveTo>
                  <a:cubicBezTo>
                    <a:pt x="297008" y="362979"/>
                    <a:pt x="308070" y="374428"/>
                    <a:pt x="308070" y="387638"/>
                  </a:cubicBezTo>
                  <a:cubicBezTo>
                    <a:pt x="308070" y="401729"/>
                    <a:pt x="297008" y="412297"/>
                    <a:pt x="283394" y="412297"/>
                  </a:cubicBezTo>
                  <a:cubicBezTo>
                    <a:pt x="270632" y="412297"/>
                    <a:pt x="258718" y="401729"/>
                    <a:pt x="258718" y="387638"/>
                  </a:cubicBezTo>
                  <a:cubicBezTo>
                    <a:pt x="258718" y="374428"/>
                    <a:pt x="270632" y="362979"/>
                    <a:pt x="283394" y="362979"/>
                  </a:cubicBezTo>
                  <a:close/>
                  <a:moveTo>
                    <a:pt x="186416" y="362979"/>
                  </a:moveTo>
                  <a:cubicBezTo>
                    <a:pt x="200264" y="362979"/>
                    <a:pt x="211516" y="374428"/>
                    <a:pt x="211516" y="387638"/>
                  </a:cubicBezTo>
                  <a:cubicBezTo>
                    <a:pt x="211516" y="401729"/>
                    <a:pt x="200264" y="412297"/>
                    <a:pt x="186416" y="412297"/>
                  </a:cubicBezTo>
                  <a:cubicBezTo>
                    <a:pt x="172568" y="412297"/>
                    <a:pt x="162182" y="401729"/>
                    <a:pt x="162182" y="387638"/>
                  </a:cubicBezTo>
                  <a:cubicBezTo>
                    <a:pt x="162182" y="374428"/>
                    <a:pt x="172568" y="362979"/>
                    <a:pt x="186416" y="362979"/>
                  </a:cubicBezTo>
                  <a:close/>
                  <a:moveTo>
                    <a:pt x="76148" y="235508"/>
                  </a:moveTo>
                  <a:cubicBezTo>
                    <a:pt x="48140" y="235508"/>
                    <a:pt x="25383" y="258270"/>
                    <a:pt x="25383" y="287162"/>
                  </a:cubicBezTo>
                  <a:lnTo>
                    <a:pt x="25383" y="481522"/>
                  </a:lnTo>
                  <a:cubicBezTo>
                    <a:pt x="25383" y="510413"/>
                    <a:pt x="48140" y="534052"/>
                    <a:pt x="76148" y="534052"/>
                  </a:cubicBezTo>
                  <a:lnTo>
                    <a:pt x="101532" y="534052"/>
                  </a:lnTo>
                  <a:cubicBezTo>
                    <a:pt x="113786" y="534052"/>
                    <a:pt x="125164" y="543682"/>
                    <a:pt x="125164" y="556814"/>
                  </a:cubicBezTo>
                  <a:lnTo>
                    <a:pt x="125164" y="648741"/>
                  </a:lnTo>
                  <a:lnTo>
                    <a:pt x="232822" y="548059"/>
                  </a:lnTo>
                  <a:cubicBezTo>
                    <a:pt x="242450" y="538429"/>
                    <a:pt x="254704" y="534052"/>
                    <a:pt x="268708" y="534052"/>
                  </a:cubicBezTo>
                  <a:lnTo>
                    <a:pt x="496278" y="534052"/>
                  </a:lnTo>
                  <a:cubicBezTo>
                    <a:pt x="524286" y="534052"/>
                    <a:pt x="547920" y="510413"/>
                    <a:pt x="547920" y="481522"/>
                  </a:cubicBezTo>
                  <a:lnTo>
                    <a:pt x="547920" y="287162"/>
                  </a:lnTo>
                  <a:cubicBezTo>
                    <a:pt x="547920" y="258270"/>
                    <a:pt x="524286" y="235508"/>
                    <a:pt x="496278" y="235508"/>
                  </a:cubicBezTo>
                  <a:close/>
                  <a:moveTo>
                    <a:pt x="621790" y="96536"/>
                  </a:moveTo>
                  <a:cubicBezTo>
                    <a:pt x="721526" y="96536"/>
                    <a:pt x="808138" y="174384"/>
                    <a:pt x="817762" y="273226"/>
                  </a:cubicBezTo>
                  <a:lnTo>
                    <a:pt x="817762" y="274101"/>
                  </a:lnTo>
                  <a:cubicBezTo>
                    <a:pt x="817762" y="286346"/>
                    <a:pt x="817762" y="328332"/>
                    <a:pt x="817762" y="400058"/>
                  </a:cubicBezTo>
                  <a:cubicBezTo>
                    <a:pt x="817762" y="411429"/>
                    <a:pt x="809012" y="421051"/>
                    <a:pt x="797640" y="421051"/>
                  </a:cubicBezTo>
                  <a:lnTo>
                    <a:pt x="795890" y="421051"/>
                  </a:lnTo>
                  <a:cubicBezTo>
                    <a:pt x="759144" y="421051"/>
                    <a:pt x="729400" y="449916"/>
                    <a:pt x="728524" y="484905"/>
                  </a:cubicBezTo>
                  <a:cubicBezTo>
                    <a:pt x="727650" y="511146"/>
                    <a:pt x="742522" y="535637"/>
                    <a:pt x="767018" y="546134"/>
                  </a:cubicBezTo>
                  <a:cubicBezTo>
                    <a:pt x="774018" y="549633"/>
                    <a:pt x="775768" y="557505"/>
                    <a:pt x="774018" y="563628"/>
                  </a:cubicBezTo>
                  <a:cubicBezTo>
                    <a:pt x="771392" y="567127"/>
                    <a:pt x="767018" y="570626"/>
                    <a:pt x="762644" y="570626"/>
                  </a:cubicBezTo>
                  <a:cubicBezTo>
                    <a:pt x="760020" y="570626"/>
                    <a:pt x="758270" y="570626"/>
                    <a:pt x="757394" y="569751"/>
                  </a:cubicBezTo>
                  <a:cubicBezTo>
                    <a:pt x="723274" y="554881"/>
                    <a:pt x="701404" y="520767"/>
                    <a:pt x="702278" y="484030"/>
                  </a:cubicBezTo>
                  <a:cubicBezTo>
                    <a:pt x="704028" y="436796"/>
                    <a:pt x="744272" y="397434"/>
                    <a:pt x="793264" y="395685"/>
                  </a:cubicBezTo>
                  <a:cubicBezTo>
                    <a:pt x="793264" y="328332"/>
                    <a:pt x="793264" y="287221"/>
                    <a:pt x="793264" y="274101"/>
                  </a:cubicBezTo>
                  <a:cubicBezTo>
                    <a:pt x="783642" y="189254"/>
                    <a:pt x="708402" y="121902"/>
                    <a:pt x="621790" y="121902"/>
                  </a:cubicBezTo>
                  <a:cubicBezTo>
                    <a:pt x="578046" y="121902"/>
                    <a:pt x="536928" y="138522"/>
                    <a:pt x="505432" y="167387"/>
                  </a:cubicBezTo>
                  <a:cubicBezTo>
                    <a:pt x="500182" y="171760"/>
                    <a:pt x="492308" y="171760"/>
                    <a:pt x="487934" y="166512"/>
                  </a:cubicBezTo>
                  <a:cubicBezTo>
                    <a:pt x="482686" y="161264"/>
                    <a:pt x="482686" y="153391"/>
                    <a:pt x="488810" y="149018"/>
                  </a:cubicBezTo>
                  <a:cubicBezTo>
                    <a:pt x="524678" y="115779"/>
                    <a:pt x="571922" y="96536"/>
                    <a:pt x="621790" y="96536"/>
                  </a:cubicBezTo>
                  <a:close/>
                  <a:moveTo>
                    <a:pt x="623192" y="0"/>
                  </a:moveTo>
                  <a:cubicBezTo>
                    <a:pt x="774614" y="0"/>
                    <a:pt x="904154" y="118191"/>
                    <a:pt x="917284" y="269652"/>
                  </a:cubicBezTo>
                  <a:cubicBezTo>
                    <a:pt x="918158" y="275780"/>
                    <a:pt x="912908" y="281909"/>
                    <a:pt x="905904" y="283660"/>
                  </a:cubicBezTo>
                  <a:cubicBezTo>
                    <a:pt x="905030" y="283660"/>
                    <a:pt x="905030" y="283660"/>
                    <a:pt x="904154" y="283660"/>
                  </a:cubicBezTo>
                  <a:cubicBezTo>
                    <a:pt x="898028" y="283660"/>
                    <a:pt x="892776" y="277531"/>
                    <a:pt x="891900" y="271403"/>
                  </a:cubicBezTo>
                  <a:cubicBezTo>
                    <a:pt x="879646" y="133950"/>
                    <a:pt x="761486" y="25389"/>
                    <a:pt x="623192" y="25389"/>
                  </a:cubicBezTo>
                  <a:cubicBezTo>
                    <a:pt x="507656" y="25389"/>
                    <a:pt x="404374" y="101557"/>
                    <a:pt x="367614" y="209243"/>
                  </a:cubicBezTo>
                  <a:lnTo>
                    <a:pt x="496278" y="209243"/>
                  </a:lnTo>
                  <a:cubicBezTo>
                    <a:pt x="538292" y="209243"/>
                    <a:pt x="572426" y="244263"/>
                    <a:pt x="572426" y="287162"/>
                  </a:cubicBezTo>
                  <a:lnTo>
                    <a:pt x="572426" y="481522"/>
                  </a:lnTo>
                  <a:cubicBezTo>
                    <a:pt x="572426" y="523546"/>
                    <a:pt x="538292" y="559441"/>
                    <a:pt x="496278" y="559441"/>
                  </a:cubicBezTo>
                  <a:lnTo>
                    <a:pt x="470896" y="559441"/>
                  </a:lnTo>
                  <a:cubicBezTo>
                    <a:pt x="513784" y="605842"/>
                    <a:pt x="552296" y="636484"/>
                    <a:pt x="552296" y="636484"/>
                  </a:cubicBezTo>
                  <a:lnTo>
                    <a:pt x="553170" y="637360"/>
                  </a:lnTo>
                  <a:cubicBezTo>
                    <a:pt x="567176" y="649617"/>
                    <a:pt x="578554" y="663624"/>
                    <a:pt x="586432" y="679383"/>
                  </a:cubicBezTo>
                  <a:lnTo>
                    <a:pt x="595184" y="695142"/>
                  </a:lnTo>
                  <a:cubicBezTo>
                    <a:pt x="623192" y="743294"/>
                    <a:pt x="676584" y="773061"/>
                    <a:pt x="732602" y="773061"/>
                  </a:cubicBezTo>
                  <a:cubicBezTo>
                    <a:pt x="820128" y="773061"/>
                    <a:pt x="891900" y="701271"/>
                    <a:pt x="891900" y="613721"/>
                  </a:cubicBezTo>
                  <a:cubicBezTo>
                    <a:pt x="891900" y="605842"/>
                    <a:pt x="897152" y="600589"/>
                    <a:pt x="904154" y="600589"/>
                  </a:cubicBezTo>
                  <a:cubicBezTo>
                    <a:pt x="912032" y="600589"/>
                    <a:pt x="917284" y="605842"/>
                    <a:pt x="917284" y="613721"/>
                  </a:cubicBezTo>
                  <a:cubicBezTo>
                    <a:pt x="917284" y="715279"/>
                    <a:pt x="834132" y="798451"/>
                    <a:pt x="732602" y="798451"/>
                  </a:cubicBezTo>
                  <a:cubicBezTo>
                    <a:pt x="666956" y="798451"/>
                    <a:pt x="606562" y="763431"/>
                    <a:pt x="573302" y="707399"/>
                  </a:cubicBezTo>
                  <a:lnTo>
                    <a:pt x="565424" y="691640"/>
                  </a:lnTo>
                  <a:cubicBezTo>
                    <a:pt x="557548" y="678508"/>
                    <a:pt x="547920" y="666251"/>
                    <a:pt x="536540" y="655745"/>
                  </a:cubicBezTo>
                  <a:cubicBezTo>
                    <a:pt x="530414" y="652243"/>
                    <a:pt x="484024" y="615472"/>
                    <a:pt x="437636" y="559441"/>
                  </a:cubicBezTo>
                  <a:lnTo>
                    <a:pt x="268708" y="559441"/>
                  </a:lnTo>
                  <a:cubicBezTo>
                    <a:pt x="261706" y="559441"/>
                    <a:pt x="254704" y="561192"/>
                    <a:pt x="249452" y="566445"/>
                  </a:cubicBezTo>
                  <a:lnTo>
                    <a:pt x="128664" y="679383"/>
                  </a:lnTo>
                  <a:cubicBezTo>
                    <a:pt x="125164" y="682010"/>
                    <a:pt x="121662" y="682885"/>
                    <a:pt x="118162" y="682885"/>
                  </a:cubicBezTo>
                  <a:cubicBezTo>
                    <a:pt x="114660" y="682885"/>
                    <a:pt x="112910" y="682885"/>
                    <a:pt x="109408" y="681134"/>
                  </a:cubicBezTo>
                  <a:cubicBezTo>
                    <a:pt x="103282" y="677632"/>
                    <a:pt x="99780" y="671504"/>
                    <a:pt x="99780" y="664500"/>
                  </a:cubicBezTo>
                  <a:lnTo>
                    <a:pt x="99780" y="559441"/>
                  </a:lnTo>
                  <a:lnTo>
                    <a:pt x="76148" y="559441"/>
                  </a:lnTo>
                  <a:cubicBezTo>
                    <a:pt x="34136" y="559441"/>
                    <a:pt x="0" y="523546"/>
                    <a:pt x="0" y="481522"/>
                  </a:cubicBezTo>
                  <a:lnTo>
                    <a:pt x="0" y="287162"/>
                  </a:lnTo>
                  <a:cubicBezTo>
                    <a:pt x="0" y="244263"/>
                    <a:pt x="34136" y="209243"/>
                    <a:pt x="76148" y="209243"/>
                  </a:cubicBezTo>
                  <a:lnTo>
                    <a:pt x="341356" y="209243"/>
                  </a:lnTo>
                  <a:cubicBezTo>
                    <a:pt x="378116" y="86674"/>
                    <a:pt x="493652" y="0"/>
                    <a:pt x="62319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110" name="Freeform 68">
              <a:extLst>
                <a:ext uri="{FF2B5EF4-FFF2-40B4-BE49-F238E27FC236}">
                  <a16:creationId xmlns:a16="http://schemas.microsoft.com/office/drawing/2014/main" id="{ABB78B7E-95EB-44D0-996F-5E28EDD2E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21580" y="9561041"/>
              <a:ext cx="1857376" cy="1857376"/>
            </a:xfrm>
            <a:custGeom>
              <a:avLst/>
              <a:gdLst>
                <a:gd name="T0" fmla="*/ 2118 w 2119"/>
                <a:gd name="T1" fmla="*/ 1059 h 2120"/>
                <a:gd name="T2" fmla="*/ 2118 w 2119"/>
                <a:gd name="T3" fmla="*/ 1059 h 2120"/>
                <a:gd name="T4" fmla="*/ 1059 w 2119"/>
                <a:gd name="T5" fmla="*/ 2119 h 2120"/>
                <a:gd name="T6" fmla="*/ 1059 w 2119"/>
                <a:gd name="T7" fmla="*/ 2119 h 2120"/>
                <a:gd name="T8" fmla="*/ 0 w 2119"/>
                <a:gd name="T9" fmla="*/ 1059 h 2120"/>
                <a:gd name="T10" fmla="*/ 0 w 2119"/>
                <a:gd name="T11" fmla="*/ 1059 h 2120"/>
                <a:gd name="T12" fmla="*/ 1059 w 2119"/>
                <a:gd name="T13" fmla="*/ 0 h 2120"/>
                <a:gd name="T14" fmla="*/ 1059 w 2119"/>
                <a:gd name="T15" fmla="*/ 0 h 2120"/>
                <a:gd name="T16" fmla="*/ 2118 w 2119"/>
                <a:gd name="T17" fmla="*/ 1059 h 2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119" h="2120">
                  <a:moveTo>
                    <a:pt x="2118" y="1059"/>
                  </a:moveTo>
                  <a:lnTo>
                    <a:pt x="2118" y="1059"/>
                  </a:lnTo>
                  <a:cubicBezTo>
                    <a:pt x="2118" y="1644"/>
                    <a:pt x="1644" y="2119"/>
                    <a:pt x="1059" y="2119"/>
                  </a:cubicBezTo>
                  <a:lnTo>
                    <a:pt x="1059" y="2119"/>
                  </a:lnTo>
                  <a:cubicBezTo>
                    <a:pt x="474" y="2119"/>
                    <a:pt x="0" y="1644"/>
                    <a:pt x="0" y="1059"/>
                  </a:cubicBezTo>
                  <a:lnTo>
                    <a:pt x="0" y="1059"/>
                  </a:lnTo>
                  <a:cubicBezTo>
                    <a:pt x="0" y="474"/>
                    <a:pt x="474" y="0"/>
                    <a:pt x="1059" y="0"/>
                  </a:cubicBezTo>
                  <a:lnTo>
                    <a:pt x="1059" y="0"/>
                  </a:lnTo>
                  <a:cubicBezTo>
                    <a:pt x="1644" y="0"/>
                    <a:pt x="2118" y="474"/>
                    <a:pt x="2118" y="1059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4E766F1B-DFB2-4E65-85D6-D786902C45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61790" y="10120957"/>
              <a:ext cx="972203" cy="732805"/>
            </a:xfrm>
            <a:custGeom>
              <a:avLst/>
              <a:gdLst>
                <a:gd name="connsiteX0" fmla="*/ 140062 w 972203"/>
                <a:gd name="connsiteY0" fmla="*/ 484739 h 732805"/>
                <a:gd name="connsiteX1" fmla="*/ 187333 w 972203"/>
                <a:gd name="connsiteY1" fmla="*/ 696866 h 732805"/>
                <a:gd name="connsiteX2" fmla="*/ 200464 w 972203"/>
                <a:gd name="connsiteY2" fmla="*/ 707385 h 732805"/>
                <a:gd name="connsiteX3" fmla="*/ 285377 w 972203"/>
                <a:gd name="connsiteY3" fmla="*/ 707385 h 732805"/>
                <a:gd name="connsiteX4" fmla="*/ 296757 w 972203"/>
                <a:gd name="connsiteY4" fmla="*/ 703002 h 732805"/>
                <a:gd name="connsiteX5" fmla="*/ 298508 w 972203"/>
                <a:gd name="connsiteY5" fmla="*/ 690731 h 732805"/>
                <a:gd name="connsiteX6" fmla="*/ 269620 w 972203"/>
                <a:gd name="connsiteY6" fmla="*/ 555740 h 732805"/>
                <a:gd name="connsiteX7" fmla="*/ 252988 w 972203"/>
                <a:gd name="connsiteY7" fmla="*/ 484739 h 732805"/>
                <a:gd name="connsiteX8" fmla="*/ 278374 w 972203"/>
                <a:gd name="connsiteY8" fmla="*/ 482109 h 732805"/>
                <a:gd name="connsiteX9" fmla="*/ 291505 w 972203"/>
                <a:gd name="connsiteY9" fmla="*/ 539085 h 732805"/>
                <a:gd name="connsiteX10" fmla="*/ 334399 w 972203"/>
                <a:gd name="connsiteY10" fmla="*/ 489121 h 732805"/>
                <a:gd name="connsiteX11" fmla="*/ 334399 w 972203"/>
                <a:gd name="connsiteY11" fmla="*/ 482109 h 732805"/>
                <a:gd name="connsiteX12" fmla="*/ 876962 w 972203"/>
                <a:gd name="connsiteY12" fmla="*/ 434122 h 732805"/>
                <a:gd name="connsiteX13" fmla="*/ 886772 w 972203"/>
                <a:gd name="connsiteY13" fmla="*/ 435975 h 732805"/>
                <a:gd name="connsiteX14" fmla="*/ 964375 w 972203"/>
                <a:gd name="connsiteY14" fmla="*/ 490035 h 732805"/>
                <a:gd name="connsiteX15" fmla="*/ 967863 w 972203"/>
                <a:gd name="connsiteY15" fmla="*/ 507473 h 732805"/>
                <a:gd name="connsiteX16" fmla="*/ 957400 w 972203"/>
                <a:gd name="connsiteY16" fmla="*/ 512705 h 732805"/>
                <a:gd name="connsiteX17" fmla="*/ 950424 w 972203"/>
                <a:gd name="connsiteY17" fmla="*/ 510961 h 732805"/>
                <a:gd name="connsiteX18" fmla="*/ 871949 w 972203"/>
                <a:gd name="connsiteY18" fmla="*/ 456029 h 732805"/>
                <a:gd name="connsiteX19" fmla="*/ 868461 w 972203"/>
                <a:gd name="connsiteY19" fmla="*/ 439462 h 732805"/>
                <a:gd name="connsiteX20" fmla="*/ 876962 w 972203"/>
                <a:gd name="connsiteY20" fmla="*/ 434122 h 732805"/>
                <a:gd name="connsiteX21" fmla="*/ 806269 w 972203"/>
                <a:gd name="connsiteY21" fmla="*/ 377933 h 732805"/>
                <a:gd name="connsiteX22" fmla="*/ 837608 w 972203"/>
                <a:gd name="connsiteY22" fmla="*/ 398153 h 732805"/>
                <a:gd name="connsiteX23" fmla="*/ 841190 w 972203"/>
                <a:gd name="connsiteY23" fmla="*/ 415003 h 732805"/>
                <a:gd name="connsiteX24" fmla="*/ 830445 w 972203"/>
                <a:gd name="connsiteY24" fmla="*/ 420058 h 732805"/>
                <a:gd name="connsiteX25" fmla="*/ 823281 w 972203"/>
                <a:gd name="connsiteY25" fmla="*/ 418373 h 732805"/>
                <a:gd name="connsiteX26" fmla="*/ 791046 w 972203"/>
                <a:gd name="connsiteY26" fmla="*/ 398153 h 732805"/>
                <a:gd name="connsiteX27" fmla="*/ 788360 w 972203"/>
                <a:gd name="connsiteY27" fmla="*/ 380461 h 732805"/>
                <a:gd name="connsiteX28" fmla="*/ 806269 w 972203"/>
                <a:gd name="connsiteY28" fmla="*/ 377933 h 732805"/>
                <a:gd name="connsiteX29" fmla="*/ 905370 w 972203"/>
                <a:gd name="connsiteY29" fmla="*/ 270304 h 732805"/>
                <a:gd name="connsiteX30" fmla="*/ 959728 w 972203"/>
                <a:gd name="connsiteY30" fmla="*/ 270304 h 732805"/>
                <a:gd name="connsiteX31" fmla="*/ 972203 w 972203"/>
                <a:gd name="connsiteY31" fmla="*/ 283383 h 732805"/>
                <a:gd name="connsiteX32" fmla="*/ 959728 w 972203"/>
                <a:gd name="connsiteY32" fmla="*/ 296461 h 732805"/>
                <a:gd name="connsiteX33" fmla="*/ 905370 w 972203"/>
                <a:gd name="connsiteY33" fmla="*/ 296461 h 732805"/>
                <a:gd name="connsiteX34" fmla="*/ 892004 w 972203"/>
                <a:gd name="connsiteY34" fmla="*/ 283383 h 732805"/>
                <a:gd name="connsiteX35" fmla="*/ 905370 w 972203"/>
                <a:gd name="connsiteY35" fmla="*/ 270304 h 732805"/>
                <a:gd name="connsiteX36" fmla="*/ 796358 w 972203"/>
                <a:gd name="connsiteY36" fmla="*/ 270304 h 732805"/>
                <a:gd name="connsiteX37" fmla="*/ 851607 w 972203"/>
                <a:gd name="connsiteY37" fmla="*/ 270304 h 732805"/>
                <a:gd name="connsiteX38" fmla="*/ 864082 w 972203"/>
                <a:gd name="connsiteY38" fmla="*/ 283383 h 732805"/>
                <a:gd name="connsiteX39" fmla="*/ 851607 w 972203"/>
                <a:gd name="connsiteY39" fmla="*/ 296461 h 732805"/>
                <a:gd name="connsiteX40" fmla="*/ 796358 w 972203"/>
                <a:gd name="connsiteY40" fmla="*/ 296461 h 732805"/>
                <a:gd name="connsiteX41" fmla="*/ 783883 w 972203"/>
                <a:gd name="connsiteY41" fmla="*/ 283383 h 732805"/>
                <a:gd name="connsiteX42" fmla="*/ 796358 w 972203"/>
                <a:gd name="connsiteY42" fmla="*/ 270304 h 732805"/>
                <a:gd name="connsiteX43" fmla="*/ 693309 w 972203"/>
                <a:gd name="connsiteY43" fmla="*/ 216511 h 732805"/>
                <a:gd name="connsiteX44" fmla="*/ 693309 w 972203"/>
                <a:gd name="connsiteY44" fmla="*/ 388317 h 732805"/>
                <a:gd name="connsiteX45" fmla="*/ 734452 w 972203"/>
                <a:gd name="connsiteY45" fmla="*/ 302414 h 732805"/>
                <a:gd name="connsiteX46" fmla="*/ 693309 w 972203"/>
                <a:gd name="connsiteY46" fmla="*/ 216511 h 732805"/>
                <a:gd name="connsiteX47" fmla="*/ 166324 w 972203"/>
                <a:gd name="connsiteY47" fmla="*/ 148139 h 732805"/>
                <a:gd name="connsiteX48" fmla="*/ 25386 w 972203"/>
                <a:gd name="connsiteY48" fmla="*/ 289265 h 732805"/>
                <a:gd name="connsiteX49" fmla="*/ 25386 w 972203"/>
                <a:gd name="connsiteY49" fmla="*/ 315562 h 732805"/>
                <a:gd name="connsiteX50" fmla="*/ 166324 w 972203"/>
                <a:gd name="connsiteY50" fmla="*/ 457565 h 732805"/>
                <a:gd name="connsiteX51" fmla="*/ 361536 w 972203"/>
                <a:gd name="connsiteY51" fmla="*/ 457565 h 732805"/>
                <a:gd name="connsiteX52" fmla="*/ 361536 w 972203"/>
                <a:gd name="connsiteY52" fmla="*/ 148139 h 732805"/>
                <a:gd name="connsiteX53" fmla="*/ 833243 w 972203"/>
                <a:gd name="connsiteY53" fmla="*/ 144966 h 732805"/>
                <a:gd name="connsiteX54" fmla="*/ 841190 w 972203"/>
                <a:gd name="connsiteY54" fmla="*/ 150800 h 732805"/>
                <a:gd name="connsiteX55" fmla="*/ 837608 w 972203"/>
                <a:gd name="connsiteY55" fmla="*/ 168415 h 732805"/>
                <a:gd name="connsiteX56" fmla="*/ 806269 w 972203"/>
                <a:gd name="connsiteY56" fmla="*/ 189552 h 732805"/>
                <a:gd name="connsiteX57" fmla="*/ 798210 w 972203"/>
                <a:gd name="connsiteY57" fmla="*/ 192194 h 732805"/>
                <a:gd name="connsiteX58" fmla="*/ 788360 w 972203"/>
                <a:gd name="connsiteY58" fmla="*/ 186910 h 732805"/>
                <a:gd name="connsiteX59" fmla="*/ 791046 w 972203"/>
                <a:gd name="connsiteY59" fmla="*/ 168415 h 732805"/>
                <a:gd name="connsiteX60" fmla="*/ 823281 w 972203"/>
                <a:gd name="connsiteY60" fmla="*/ 146397 h 732805"/>
                <a:gd name="connsiteX61" fmla="*/ 833243 w 972203"/>
                <a:gd name="connsiteY61" fmla="*/ 144966 h 732805"/>
                <a:gd name="connsiteX62" fmla="*/ 593514 w 972203"/>
                <a:gd name="connsiteY62" fmla="*/ 85903 h 732805"/>
                <a:gd name="connsiteX63" fmla="*/ 573380 w 972203"/>
                <a:gd name="connsiteY63" fmla="*/ 98175 h 732805"/>
                <a:gd name="connsiteX64" fmla="*/ 435069 w 972203"/>
                <a:gd name="connsiteY64" fmla="*/ 141126 h 732805"/>
                <a:gd name="connsiteX65" fmla="*/ 387798 w 972203"/>
                <a:gd name="connsiteY65" fmla="*/ 146386 h 732805"/>
                <a:gd name="connsiteX66" fmla="*/ 387798 w 972203"/>
                <a:gd name="connsiteY66" fmla="*/ 458442 h 732805"/>
                <a:gd name="connsiteX67" fmla="*/ 435069 w 972203"/>
                <a:gd name="connsiteY67" fmla="*/ 463701 h 732805"/>
                <a:gd name="connsiteX68" fmla="*/ 573380 w 972203"/>
                <a:gd name="connsiteY68" fmla="*/ 507529 h 732805"/>
                <a:gd name="connsiteX69" fmla="*/ 593514 w 972203"/>
                <a:gd name="connsiteY69" fmla="*/ 518924 h 732805"/>
                <a:gd name="connsiteX70" fmla="*/ 959798 w 972203"/>
                <a:gd name="connsiteY70" fmla="*/ 56023 h 732805"/>
                <a:gd name="connsiteX71" fmla="*/ 967863 w 972203"/>
                <a:gd name="connsiteY71" fmla="*/ 61036 h 732805"/>
                <a:gd name="connsiteX72" fmla="*/ 964375 w 972203"/>
                <a:gd name="connsiteY72" fmla="*/ 78475 h 732805"/>
                <a:gd name="connsiteX73" fmla="*/ 886772 w 972203"/>
                <a:gd name="connsiteY73" fmla="*/ 132535 h 732805"/>
                <a:gd name="connsiteX74" fmla="*/ 878924 w 972203"/>
                <a:gd name="connsiteY74" fmla="*/ 134279 h 732805"/>
                <a:gd name="connsiteX75" fmla="*/ 868461 w 972203"/>
                <a:gd name="connsiteY75" fmla="*/ 129047 h 732805"/>
                <a:gd name="connsiteX76" fmla="*/ 871949 w 972203"/>
                <a:gd name="connsiteY76" fmla="*/ 111609 h 732805"/>
                <a:gd name="connsiteX77" fmla="*/ 950424 w 972203"/>
                <a:gd name="connsiteY77" fmla="*/ 57549 h 732805"/>
                <a:gd name="connsiteX78" fmla="*/ 959798 w 972203"/>
                <a:gd name="connsiteY78" fmla="*/ 56023 h 732805"/>
                <a:gd name="connsiteX79" fmla="*/ 643412 w 972203"/>
                <a:gd name="connsiteY79" fmla="*/ 25420 h 732805"/>
                <a:gd name="connsiteX80" fmla="*/ 618901 w 972203"/>
                <a:gd name="connsiteY80" fmla="*/ 47334 h 732805"/>
                <a:gd name="connsiteX81" fmla="*/ 618901 w 972203"/>
                <a:gd name="connsiteY81" fmla="*/ 561876 h 732805"/>
                <a:gd name="connsiteX82" fmla="*/ 618901 w 972203"/>
                <a:gd name="connsiteY82" fmla="*/ 572395 h 732805"/>
                <a:gd name="connsiteX83" fmla="*/ 643412 w 972203"/>
                <a:gd name="connsiteY83" fmla="*/ 594309 h 732805"/>
                <a:gd name="connsiteX84" fmla="*/ 667923 w 972203"/>
                <a:gd name="connsiteY84" fmla="*/ 572395 h 732805"/>
                <a:gd name="connsiteX85" fmla="*/ 667923 w 972203"/>
                <a:gd name="connsiteY85" fmla="*/ 47334 h 732805"/>
                <a:gd name="connsiteX86" fmla="*/ 643412 w 972203"/>
                <a:gd name="connsiteY86" fmla="*/ 25420 h 732805"/>
                <a:gd name="connsiteX87" fmla="*/ 643412 w 972203"/>
                <a:gd name="connsiteY87" fmla="*/ 0 h 732805"/>
                <a:gd name="connsiteX88" fmla="*/ 693309 w 972203"/>
                <a:gd name="connsiteY88" fmla="*/ 47334 h 732805"/>
                <a:gd name="connsiteX89" fmla="*/ 693309 w 972203"/>
                <a:gd name="connsiteY89" fmla="*/ 185831 h 732805"/>
                <a:gd name="connsiteX90" fmla="*/ 759839 w 972203"/>
                <a:gd name="connsiteY90" fmla="*/ 302414 h 732805"/>
                <a:gd name="connsiteX91" fmla="*/ 693309 w 972203"/>
                <a:gd name="connsiteY91" fmla="*/ 418996 h 732805"/>
                <a:gd name="connsiteX92" fmla="*/ 693309 w 972203"/>
                <a:gd name="connsiteY92" fmla="*/ 572395 h 732805"/>
                <a:gd name="connsiteX93" fmla="*/ 643412 w 972203"/>
                <a:gd name="connsiteY93" fmla="*/ 620606 h 732805"/>
                <a:gd name="connsiteX94" fmla="*/ 593514 w 972203"/>
                <a:gd name="connsiteY94" fmla="*/ 572395 h 732805"/>
                <a:gd name="connsiteX95" fmla="*/ 593514 w 972203"/>
                <a:gd name="connsiteY95" fmla="*/ 547851 h 732805"/>
                <a:gd name="connsiteX96" fmla="*/ 561125 w 972203"/>
                <a:gd name="connsiteY96" fmla="*/ 529443 h 732805"/>
                <a:gd name="connsiteX97" fmla="*/ 433318 w 972203"/>
                <a:gd name="connsiteY97" fmla="*/ 488245 h 732805"/>
                <a:gd name="connsiteX98" fmla="*/ 373792 w 972203"/>
                <a:gd name="connsiteY98" fmla="*/ 482109 h 732805"/>
                <a:gd name="connsiteX99" fmla="*/ 358910 w 972203"/>
                <a:gd name="connsiteY99" fmla="*/ 482109 h 732805"/>
                <a:gd name="connsiteX100" fmla="*/ 358910 w 972203"/>
                <a:gd name="connsiteY100" fmla="*/ 489121 h 732805"/>
                <a:gd name="connsiteX101" fmla="*/ 296757 w 972203"/>
                <a:gd name="connsiteY101" fmla="*/ 564506 h 732805"/>
                <a:gd name="connsiteX102" fmla="*/ 323894 w 972203"/>
                <a:gd name="connsiteY102" fmla="*/ 685471 h 732805"/>
                <a:gd name="connsiteX103" fmla="*/ 316891 w 972203"/>
                <a:gd name="connsiteY103" fmla="*/ 717904 h 732805"/>
                <a:gd name="connsiteX104" fmla="*/ 285377 w 972203"/>
                <a:gd name="connsiteY104" fmla="*/ 732805 h 732805"/>
                <a:gd name="connsiteX105" fmla="*/ 200464 w 972203"/>
                <a:gd name="connsiteY105" fmla="*/ 732805 h 732805"/>
                <a:gd name="connsiteX106" fmla="*/ 162823 w 972203"/>
                <a:gd name="connsiteY106" fmla="*/ 702126 h 732805"/>
                <a:gd name="connsiteX107" fmla="*/ 112050 w 972203"/>
                <a:gd name="connsiteY107" fmla="*/ 473343 h 732805"/>
                <a:gd name="connsiteX108" fmla="*/ 0 w 972203"/>
                <a:gd name="connsiteY108" fmla="*/ 315562 h 732805"/>
                <a:gd name="connsiteX109" fmla="*/ 0 w 972203"/>
                <a:gd name="connsiteY109" fmla="*/ 289265 h 732805"/>
                <a:gd name="connsiteX110" fmla="*/ 166324 w 972203"/>
                <a:gd name="connsiteY110" fmla="*/ 122719 h 732805"/>
                <a:gd name="connsiteX111" fmla="*/ 373792 w 972203"/>
                <a:gd name="connsiteY111" fmla="*/ 122719 h 732805"/>
                <a:gd name="connsiteX112" fmla="*/ 433318 w 972203"/>
                <a:gd name="connsiteY112" fmla="*/ 116583 h 732805"/>
                <a:gd name="connsiteX113" fmla="*/ 561125 w 972203"/>
                <a:gd name="connsiteY113" fmla="*/ 75384 h 732805"/>
                <a:gd name="connsiteX114" fmla="*/ 593514 w 972203"/>
                <a:gd name="connsiteY114" fmla="*/ 57853 h 732805"/>
                <a:gd name="connsiteX115" fmla="*/ 593514 w 972203"/>
                <a:gd name="connsiteY115" fmla="*/ 47334 h 732805"/>
                <a:gd name="connsiteX116" fmla="*/ 643412 w 972203"/>
                <a:gd name="connsiteY116" fmla="*/ 0 h 732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972203" h="732805">
                  <a:moveTo>
                    <a:pt x="140062" y="484739"/>
                  </a:moveTo>
                  <a:lnTo>
                    <a:pt x="187333" y="696866"/>
                  </a:lnTo>
                  <a:cubicBezTo>
                    <a:pt x="188209" y="703002"/>
                    <a:pt x="194337" y="707385"/>
                    <a:pt x="200464" y="707385"/>
                  </a:cubicBezTo>
                  <a:lnTo>
                    <a:pt x="285377" y="707385"/>
                  </a:lnTo>
                  <a:cubicBezTo>
                    <a:pt x="289754" y="707385"/>
                    <a:pt x="293256" y="705632"/>
                    <a:pt x="296757" y="703002"/>
                  </a:cubicBezTo>
                  <a:cubicBezTo>
                    <a:pt x="298508" y="698620"/>
                    <a:pt x="299383" y="695113"/>
                    <a:pt x="298508" y="690731"/>
                  </a:cubicBezTo>
                  <a:lnTo>
                    <a:pt x="269620" y="555740"/>
                  </a:lnTo>
                  <a:lnTo>
                    <a:pt x="252988" y="484739"/>
                  </a:lnTo>
                  <a:close/>
                  <a:moveTo>
                    <a:pt x="278374" y="482109"/>
                  </a:moveTo>
                  <a:lnTo>
                    <a:pt x="291505" y="539085"/>
                  </a:lnTo>
                  <a:cubicBezTo>
                    <a:pt x="316016" y="535579"/>
                    <a:pt x="334399" y="514542"/>
                    <a:pt x="334399" y="489121"/>
                  </a:cubicBezTo>
                  <a:lnTo>
                    <a:pt x="334399" y="482109"/>
                  </a:lnTo>
                  <a:close/>
                  <a:moveTo>
                    <a:pt x="876962" y="434122"/>
                  </a:moveTo>
                  <a:cubicBezTo>
                    <a:pt x="880232" y="433577"/>
                    <a:pt x="883720" y="434231"/>
                    <a:pt x="886772" y="435975"/>
                  </a:cubicBezTo>
                  <a:lnTo>
                    <a:pt x="964375" y="490035"/>
                  </a:lnTo>
                  <a:cubicBezTo>
                    <a:pt x="970479" y="493522"/>
                    <a:pt x="972223" y="501370"/>
                    <a:pt x="967863" y="507473"/>
                  </a:cubicBezTo>
                  <a:cubicBezTo>
                    <a:pt x="965247" y="510961"/>
                    <a:pt x="961760" y="512705"/>
                    <a:pt x="957400" y="512705"/>
                  </a:cubicBezTo>
                  <a:cubicBezTo>
                    <a:pt x="954784" y="512705"/>
                    <a:pt x="952168" y="511833"/>
                    <a:pt x="950424" y="510961"/>
                  </a:cubicBezTo>
                  <a:lnTo>
                    <a:pt x="871949" y="456029"/>
                  </a:lnTo>
                  <a:cubicBezTo>
                    <a:pt x="866717" y="452542"/>
                    <a:pt x="864973" y="445566"/>
                    <a:pt x="868461" y="439462"/>
                  </a:cubicBezTo>
                  <a:cubicBezTo>
                    <a:pt x="870641" y="436411"/>
                    <a:pt x="873693" y="434667"/>
                    <a:pt x="876962" y="434122"/>
                  </a:cubicBezTo>
                  <a:close/>
                  <a:moveTo>
                    <a:pt x="806269" y="377933"/>
                  </a:moveTo>
                  <a:lnTo>
                    <a:pt x="837608" y="398153"/>
                  </a:lnTo>
                  <a:cubicBezTo>
                    <a:pt x="843876" y="401523"/>
                    <a:pt x="844772" y="409948"/>
                    <a:pt x="841190" y="415003"/>
                  </a:cubicBezTo>
                  <a:cubicBezTo>
                    <a:pt x="838504" y="419216"/>
                    <a:pt x="834922" y="420058"/>
                    <a:pt x="830445" y="420058"/>
                  </a:cubicBezTo>
                  <a:cubicBezTo>
                    <a:pt x="827759" y="420058"/>
                    <a:pt x="825072" y="419216"/>
                    <a:pt x="823281" y="418373"/>
                  </a:cubicBezTo>
                  <a:lnTo>
                    <a:pt x="791046" y="398153"/>
                  </a:lnTo>
                  <a:cubicBezTo>
                    <a:pt x="784778" y="393941"/>
                    <a:pt x="783883" y="386358"/>
                    <a:pt x="788360" y="380461"/>
                  </a:cubicBezTo>
                  <a:cubicBezTo>
                    <a:pt x="791942" y="375406"/>
                    <a:pt x="800001" y="374563"/>
                    <a:pt x="806269" y="377933"/>
                  </a:cubicBezTo>
                  <a:close/>
                  <a:moveTo>
                    <a:pt x="905370" y="270304"/>
                  </a:moveTo>
                  <a:lnTo>
                    <a:pt x="959728" y="270304"/>
                  </a:lnTo>
                  <a:cubicBezTo>
                    <a:pt x="966856" y="270304"/>
                    <a:pt x="972203" y="276407"/>
                    <a:pt x="972203" y="283383"/>
                  </a:cubicBezTo>
                  <a:cubicBezTo>
                    <a:pt x="972203" y="290358"/>
                    <a:pt x="966856" y="296461"/>
                    <a:pt x="959728" y="296461"/>
                  </a:cubicBezTo>
                  <a:lnTo>
                    <a:pt x="905370" y="296461"/>
                  </a:lnTo>
                  <a:cubicBezTo>
                    <a:pt x="898242" y="296461"/>
                    <a:pt x="892004" y="290358"/>
                    <a:pt x="892004" y="283383"/>
                  </a:cubicBezTo>
                  <a:cubicBezTo>
                    <a:pt x="892004" y="276407"/>
                    <a:pt x="898242" y="270304"/>
                    <a:pt x="905370" y="270304"/>
                  </a:cubicBezTo>
                  <a:close/>
                  <a:moveTo>
                    <a:pt x="796358" y="270304"/>
                  </a:moveTo>
                  <a:lnTo>
                    <a:pt x="851607" y="270304"/>
                  </a:lnTo>
                  <a:cubicBezTo>
                    <a:pt x="857844" y="270304"/>
                    <a:pt x="864082" y="276407"/>
                    <a:pt x="864082" y="283383"/>
                  </a:cubicBezTo>
                  <a:cubicBezTo>
                    <a:pt x="864082" y="290358"/>
                    <a:pt x="857844" y="296461"/>
                    <a:pt x="851607" y="296461"/>
                  </a:cubicBezTo>
                  <a:lnTo>
                    <a:pt x="796358" y="296461"/>
                  </a:lnTo>
                  <a:cubicBezTo>
                    <a:pt x="789230" y="296461"/>
                    <a:pt x="783883" y="290358"/>
                    <a:pt x="783883" y="283383"/>
                  </a:cubicBezTo>
                  <a:cubicBezTo>
                    <a:pt x="783883" y="276407"/>
                    <a:pt x="789230" y="270304"/>
                    <a:pt x="796358" y="270304"/>
                  </a:cubicBezTo>
                  <a:close/>
                  <a:moveTo>
                    <a:pt x="693309" y="216511"/>
                  </a:moveTo>
                  <a:lnTo>
                    <a:pt x="693309" y="388317"/>
                  </a:lnTo>
                  <a:cubicBezTo>
                    <a:pt x="718695" y="368156"/>
                    <a:pt x="734452" y="336600"/>
                    <a:pt x="734452" y="302414"/>
                  </a:cubicBezTo>
                  <a:cubicBezTo>
                    <a:pt x="734452" y="269104"/>
                    <a:pt x="718695" y="237548"/>
                    <a:pt x="693309" y="216511"/>
                  </a:cubicBezTo>
                  <a:close/>
                  <a:moveTo>
                    <a:pt x="166324" y="148139"/>
                  </a:moveTo>
                  <a:cubicBezTo>
                    <a:pt x="88414" y="148139"/>
                    <a:pt x="25386" y="211251"/>
                    <a:pt x="25386" y="289265"/>
                  </a:cubicBezTo>
                  <a:lnTo>
                    <a:pt x="25386" y="315562"/>
                  </a:lnTo>
                  <a:cubicBezTo>
                    <a:pt x="25386" y="393576"/>
                    <a:pt x="88414" y="457565"/>
                    <a:pt x="166324" y="457565"/>
                  </a:cubicBezTo>
                  <a:lnTo>
                    <a:pt x="361536" y="457565"/>
                  </a:lnTo>
                  <a:lnTo>
                    <a:pt x="361536" y="148139"/>
                  </a:lnTo>
                  <a:close/>
                  <a:moveTo>
                    <a:pt x="833243" y="144966"/>
                  </a:moveTo>
                  <a:cubicBezTo>
                    <a:pt x="836489" y="145736"/>
                    <a:pt x="839399" y="147718"/>
                    <a:pt x="841190" y="150800"/>
                  </a:cubicBezTo>
                  <a:cubicBezTo>
                    <a:pt x="844772" y="156085"/>
                    <a:pt x="843876" y="164011"/>
                    <a:pt x="837608" y="168415"/>
                  </a:cubicBezTo>
                  <a:lnTo>
                    <a:pt x="806269" y="189552"/>
                  </a:lnTo>
                  <a:cubicBezTo>
                    <a:pt x="803582" y="191314"/>
                    <a:pt x="801791" y="192194"/>
                    <a:pt x="798210" y="192194"/>
                  </a:cubicBezTo>
                  <a:cubicBezTo>
                    <a:pt x="794628" y="192194"/>
                    <a:pt x="790151" y="189552"/>
                    <a:pt x="788360" y="186910"/>
                  </a:cubicBezTo>
                  <a:cubicBezTo>
                    <a:pt x="783883" y="180745"/>
                    <a:pt x="784778" y="172818"/>
                    <a:pt x="791046" y="168415"/>
                  </a:cubicBezTo>
                  <a:lnTo>
                    <a:pt x="823281" y="146397"/>
                  </a:lnTo>
                  <a:cubicBezTo>
                    <a:pt x="826415" y="144636"/>
                    <a:pt x="829997" y="144195"/>
                    <a:pt x="833243" y="144966"/>
                  </a:cubicBezTo>
                  <a:close/>
                  <a:moveTo>
                    <a:pt x="593514" y="85903"/>
                  </a:moveTo>
                  <a:lnTo>
                    <a:pt x="573380" y="98175"/>
                  </a:lnTo>
                  <a:cubicBezTo>
                    <a:pt x="529611" y="120965"/>
                    <a:pt x="483215" y="136744"/>
                    <a:pt x="435069" y="141126"/>
                  </a:cubicBezTo>
                  <a:lnTo>
                    <a:pt x="387798" y="146386"/>
                  </a:lnTo>
                  <a:lnTo>
                    <a:pt x="387798" y="458442"/>
                  </a:lnTo>
                  <a:lnTo>
                    <a:pt x="435069" y="463701"/>
                  </a:lnTo>
                  <a:cubicBezTo>
                    <a:pt x="483215" y="468084"/>
                    <a:pt x="529611" y="483862"/>
                    <a:pt x="573380" y="507529"/>
                  </a:cubicBezTo>
                  <a:lnTo>
                    <a:pt x="593514" y="518924"/>
                  </a:lnTo>
                  <a:close/>
                  <a:moveTo>
                    <a:pt x="959798" y="56023"/>
                  </a:moveTo>
                  <a:cubicBezTo>
                    <a:pt x="962850" y="56677"/>
                    <a:pt x="965684" y="58421"/>
                    <a:pt x="967863" y="61036"/>
                  </a:cubicBezTo>
                  <a:cubicBezTo>
                    <a:pt x="972223" y="67140"/>
                    <a:pt x="970479" y="74987"/>
                    <a:pt x="964375" y="78475"/>
                  </a:cubicBezTo>
                  <a:lnTo>
                    <a:pt x="886772" y="132535"/>
                  </a:lnTo>
                  <a:cubicBezTo>
                    <a:pt x="884156" y="134279"/>
                    <a:pt x="881540" y="134279"/>
                    <a:pt x="878924" y="134279"/>
                  </a:cubicBezTo>
                  <a:cubicBezTo>
                    <a:pt x="874564" y="134279"/>
                    <a:pt x="871077" y="132535"/>
                    <a:pt x="868461" y="129047"/>
                  </a:cubicBezTo>
                  <a:cubicBezTo>
                    <a:pt x="864973" y="122944"/>
                    <a:pt x="866717" y="115968"/>
                    <a:pt x="871949" y="111609"/>
                  </a:cubicBezTo>
                  <a:lnTo>
                    <a:pt x="950424" y="57549"/>
                  </a:lnTo>
                  <a:cubicBezTo>
                    <a:pt x="953476" y="55805"/>
                    <a:pt x="956746" y="55369"/>
                    <a:pt x="959798" y="56023"/>
                  </a:cubicBezTo>
                  <a:close/>
                  <a:moveTo>
                    <a:pt x="643412" y="25420"/>
                  </a:moveTo>
                  <a:cubicBezTo>
                    <a:pt x="629406" y="25420"/>
                    <a:pt x="618901" y="35062"/>
                    <a:pt x="618901" y="47334"/>
                  </a:cubicBezTo>
                  <a:lnTo>
                    <a:pt x="618901" y="561876"/>
                  </a:lnTo>
                  <a:lnTo>
                    <a:pt x="618901" y="572395"/>
                  </a:lnTo>
                  <a:cubicBezTo>
                    <a:pt x="618901" y="584667"/>
                    <a:pt x="629406" y="594309"/>
                    <a:pt x="643412" y="594309"/>
                  </a:cubicBezTo>
                  <a:cubicBezTo>
                    <a:pt x="656543" y="594309"/>
                    <a:pt x="667923" y="584667"/>
                    <a:pt x="667923" y="572395"/>
                  </a:cubicBezTo>
                  <a:lnTo>
                    <a:pt x="667923" y="47334"/>
                  </a:lnTo>
                  <a:cubicBezTo>
                    <a:pt x="667923" y="35062"/>
                    <a:pt x="656543" y="25420"/>
                    <a:pt x="643412" y="25420"/>
                  </a:cubicBezTo>
                  <a:close/>
                  <a:moveTo>
                    <a:pt x="643412" y="0"/>
                  </a:moveTo>
                  <a:cubicBezTo>
                    <a:pt x="670549" y="0"/>
                    <a:pt x="693309" y="21037"/>
                    <a:pt x="693309" y="47334"/>
                  </a:cubicBezTo>
                  <a:lnTo>
                    <a:pt x="693309" y="185831"/>
                  </a:lnTo>
                  <a:cubicBezTo>
                    <a:pt x="734452" y="209498"/>
                    <a:pt x="759839" y="254203"/>
                    <a:pt x="759839" y="302414"/>
                  </a:cubicBezTo>
                  <a:cubicBezTo>
                    <a:pt x="759839" y="349748"/>
                    <a:pt x="733577" y="395329"/>
                    <a:pt x="693309" y="418996"/>
                  </a:cubicBezTo>
                  <a:lnTo>
                    <a:pt x="693309" y="572395"/>
                  </a:lnTo>
                  <a:cubicBezTo>
                    <a:pt x="693309" y="598691"/>
                    <a:pt x="670549" y="620606"/>
                    <a:pt x="643412" y="620606"/>
                  </a:cubicBezTo>
                  <a:cubicBezTo>
                    <a:pt x="616275" y="620606"/>
                    <a:pt x="593514" y="598691"/>
                    <a:pt x="593514" y="572395"/>
                  </a:cubicBezTo>
                  <a:lnTo>
                    <a:pt x="593514" y="547851"/>
                  </a:lnTo>
                  <a:lnTo>
                    <a:pt x="561125" y="529443"/>
                  </a:lnTo>
                  <a:cubicBezTo>
                    <a:pt x="520857" y="507529"/>
                    <a:pt x="477088" y="493504"/>
                    <a:pt x="433318" y="488245"/>
                  </a:cubicBezTo>
                  <a:lnTo>
                    <a:pt x="373792" y="482109"/>
                  </a:lnTo>
                  <a:lnTo>
                    <a:pt x="358910" y="482109"/>
                  </a:lnTo>
                  <a:lnTo>
                    <a:pt x="358910" y="489121"/>
                  </a:lnTo>
                  <a:cubicBezTo>
                    <a:pt x="358910" y="525937"/>
                    <a:pt x="332648" y="557493"/>
                    <a:pt x="296757" y="564506"/>
                  </a:cubicBezTo>
                  <a:lnTo>
                    <a:pt x="323894" y="685471"/>
                  </a:lnTo>
                  <a:cubicBezTo>
                    <a:pt x="326520" y="696866"/>
                    <a:pt x="323019" y="709138"/>
                    <a:pt x="316891" y="717904"/>
                  </a:cubicBezTo>
                  <a:cubicBezTo>
                    <a:pt x="309013" y="727546"/>
                    <a:pt x="297633" y="732805"/>
                    <a:pt x="285377" y="732805"/>
                  </a:cubicBezTo>
                  <a:lnTo>
                    <a:pt x="200464" y="732805"/>
                  </a:lnTo>
                  <a:cubicBezTo>
                    <a:pt x="182081" y="732805"/>
                    <a:pt x="166324" y="720534"/>
                    <a:pt x="162823" y="702126"/>
                  </a:cubicBezTo>
                  <a:lnTo>
                    <a:pt x="112050" y="473343"/>
                  </a:lnTo>
                  <a:cubicBezTo>
                    <a:pt x="47271" y="450553"/>
                    <a:pt x="0" y="388317"/>
                    <a:pt x="0" y="315562"/>
                  </a:cubicBezTo>
                  <a:lnTo>
                    <a:pt x="0" y="289265"/>
                  </a:lnTo>
                  <a:cubicBezTo>
                    <a:pt x="0" y="197226"/>
                    <a:pt x="74408" y="122719"/>
                    <a:pt x="166324" y="122719"/>
                  </a:cubicBezTo>
                  <a:lnTo>
                    <a:pt x="373792" y="122719"/>
                  </a:lnTo>
                  <a:lnTo>
                    <a:pt x="433318" y="116583"/>
                  </a:lnTo>
                  <a:cubicBezTo>
                    <a:pt x="477088" y="111323"/>
                    <a:pt x="520857" y="98175"/>
                    <a:pt x="561125" y="75384"/>
                  </a:cubicBezTo>
                  <a:lnTo>
                    <a:pt x="593514" y="57853"/>
                  </a:lnTo>
                  <a:lnTo>
                    <a:pt x="593514" y="47334"/>
                  </a:lnTo>
                  <a:cubicBezTo>
                    <a:pt x="593514" y="21037"/>
                    <a:pt x="616275" y="0"/>
                    <a:pt x="64341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112" name="Freeform 76">
              <a:extLst>
                <a:ext uri="{FF2B5EF4-FFF2-40B4-BE49-F238E27FC236}">
                  <a16:creationId xmlns:a16="http://schemas.microsoft.com/office/drawing/2014/main" id="{FCD8BB7F-E3D6-47AE-B066-31697C05B1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33736" y="10124818"/>
              <a:ext cx="3537122" cy="679622"/>
            </a:xfrm>
            <a:custGeom>
              <a:avLst/>
              <a:gdLst>
                <a:gd name="T0" fmla="*/ 4039 w 4040"/>
                <a:gd name="T1" fmla="*/ 0 h 776"/>
                <a:gd name="T2" fmla="*/ 4039 w 4040"/>
                <a:gd name="T3" fmla="*/ 0 h 776"/>
                <a:gd name="T4" fmla="*/ 2008 w 4040"/>
                <a:gd name="T5" fmla="*/ 775 h 776"/>
                <a:gd name="T6" fmla="*/ 2008 w 4040"/>
                <a:gd name="T7" fmla="*/ 775 h 776"/>
                <a:gd name="T8" fmla="*/ 0 w 4040"/>
                <a:gd name="T9" fmla="*/ 21 h 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40" h="776">
                  <a:moveTo>
                    <a:pt x="4039" y="0"/>
                  </a:moveTo>
                  <a:lnTo>
                    <a:pt x="4039" y="0"/>
                  </a:lnTo>
                  <a:cubicBezTo>
                    <a:pt x="3500" y="482"/>
                    <a:pt x="2787" y="775"/>
                    <a:pt x="2008" y="775"/>
                  </a:cubicBezTo>
                  <a:lnTo>
                    <a:pt x="2008" y="775"/>
                  </a:lnTo>
                  <a:cubicBezTo>
                    <a:pt x="1239" y="775"/>
                    <a:pt x="536" y="491"/>
                    <a:pt x="0" y="21"/>
                  </a:cubicBezTo>
                </a:path>
              </a:pathLst>
            </a:custGeom>
            <a:noFill/>
            <a:ln w="25400" cap="flat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113" name="Freeform 77">
              <a:extLst>
                <a:ext uri="{FF2B5EF4-FFF2-40B4-BE49-F238E27FC236}">
                  <a16:creationId xmlns:a16="http://schemas.microsoft.com/office/drawing/2014/main" id="{3992C827-A30B-4C24-9BFE-971ABFD186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14429" y="10117095"/>
              <a:ext cx="154459" cy="158322"/>
            </a:xfrm>
            <a:custGeom>
              <a:avLst/>
              <a:gdLst>
                <a:gd name="T0" fmla="*/ 174 w 177"/>
                <a:gd name="T1" fmla="*/ 0 h 182"/>
                <a:gd name="T2" fmla="*/ 176 w 177"/>
                <a:gd name="T3" fmla="*/ 29 h 182"/>
                <a:gd name="T4" fmla="*/ 33 w 177"/>
                <a:gd name="T5" fmla="*/ 35 h 182"/>
                <a:gd name="T6" fmla="*/ 48 w 177"/>
                <a:gd name="T7" fmla="*/ 177 h 182"/>
                <a:gd name="T8" fmla="*/ 20 w 177"/>
                <a:gd name="T9" fmla="*/ 181 h 182"/>
                <a:gd name="T10" fmla="*/ 0 w 177"/>
                <a:gd name="T11" fmla="*/ 8 h 182"/>
                <a:gd name="T12" fmla="*/ 174 w 177"/>
                <a:gd name="T13" fmla="*/ 0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7" h="182">
                  <a:moveTo>
                    <a:pt x="174" y="0"/>
                  </a:moveTo>
                  <a:lnTo>
                    <a:pt x="176" y="29"/>
                  </a:lnTo>
                  <a:lnTo>
                    <a:pt x="33" y="35"/>
                  </a:lnTo>
                  <a:lnTo>
                    <a:pt x="48" y="177"/>
                  </a:lnTo>
                  <a:lnTo>
                    <a:pt x="20" y="181"/>
                  </a:lnTo>
                  <a:lnTo>
                    <a:pt x="0" y="8"/>
                  </a:lnTo>
                  <a:lnTo>
                    <a:pt x="174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114" name="Freeform 78">
              <a:extLst>
                <a:ext uri="{FF2B5EF4-FFF2-40B4-BE49-F238E27FC236}">
                  <a16:creationId xmlns:a16="http://schemas.microsoft.com/office/drawing/2014/main" id="{DBFCA98A-DAB3-4BC6-BB4C-F669B46F2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14429" y="5464005"/>
              <a:ext cx="3537122" cy="679622"/>
            </a:xfrm>
            <a:custGeom>
              <a:avLst/>
              <a:gdLst>
                <a:gd name="T0" fmla="*/ 0 w 4041"/>
                <a:gd name="T1" fmla="*/ 775 h 776"/>
                <a:gd name="T2" fmla="*/ 0 w 4041"/>
                <a:gd name="T3" fmla="*/ 775 h 776"/>
                <a:gd name="T4" fmla="*/ 2032 w 4041"/>
                <a:gd name="T5" fmla="*/ 0 h 776"/>
                <a:gd name="T6" fmla="*/ 2032 w 4041"/>
                <a:gd name="T7" fmla="*/ 0 h 776"/>
                <a:gd name="T8" fmla="*/ 4040 w 4041"/>
                <a:gd name="T9" fmla="*/ 755 h 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41" h="776">
                  <a:moveTo>
                    <a:pt x="0" y="775"/>
                  </a:moveTo>
                  <a:lnTo>
                    <a:pt x="0" y="775"/>
                  </a:lnTo>
                  <a:cubicBezTo>
                    <a:pt x="539" y="293"/>
                    <a:pt x="1251" y="0"/>
                    <a:pt x="2032" y="0"/>
                  </a:cubicBezTo>
                  <a:lnTo>
                    <a:pt x="2032" y="0"/>
                  </a:lnTo>
                  <a:cubicBezTo>
                    <a:pt x="2800" y="0"/>
                    <a:pt x="3503" y="285"/>
                    <a:pt x="4040" y="755"/>
                  </a:cubicBezTo>
                </a:path>
              </a:pathLst>
            </a:custGeom>
            <a:noFill/>
            <a:ln w="25400" cap="flat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115" name="Freeform 79">
              <a:extLst>
                <a:ext uri="{FF2B5EF4-FFF2-40B4-BE49-F238E27FC236}">
                  <a16:creationId xmlns:a16="http://schemas.microsoft.com/office/drawing/2014/main" id="{E89214A6-3D6D-42DA-A89B-EC3EFEB6FB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16398" y="5989167"/>
              <a:ext cx="154459" cy="158320"/>
            </a:xfrm>
            <a:custGeom>
              <a:avLst/>
              <a:gdLst>
                <a:gd name="T0" fmla="*/ 2 w 177"/>
                <a:gd name="T1" fmla="*/ 182 h 183"/>
                <a:gd name="T2" fmla="*/ 0 w 177"/>
                <a:gd name="T3" fmla="*/ 152 h 183"/>
                <a:gd name="T4" fmla="*/ 143 w 177"/>
                <a:gd name="T5" fmla="*/ 147 h 183"/>
                <a:gd name="T6" fmla="*/ 128 w 177"/>
                <a:gd name="T7" fmla="*/ 4 h 183"/>
                <a:gd name="T8" fmla="*/ 156 w 177"/>
                <a:gd name="T9" fmla="*/ 0 h 183"/>
                <a:gd name="T10" fmla="*/ 176 w 177"/>
                <a:gd name="T11" fmla="*/ 173 h 183"/>
                <a:gd name="T12" fmla="*/ 2 w 177"/>
                <a:gd name="T13" fmla="*/ 182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7" h="183">
                  <a:moveTo>
                    <a:pt x="2" y="182"/>
                  </a:moveTo>
                  <a:lnTo>
                    <a:pt x="0" y="152"/>
                  </a:lnTo>
                  <a:lnTo>
                    <a:pt x="143" y="147"/>
                  </a:lnTo>
                  <a:lnTo>
                    <a:pt x="128" y="4"/>
                  </a:lnTo>
                  <a:lnTo>
                    <a:pt x="156" y="0"/>
                  </a:lnTo>
                  <a:lnTo>
                    <a:pt x="176" y="173"/>
                  </a:lnTo>
                  <a:lnTo>
                    <a:pt x="2" y="182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CEB6ABCD-9F00-4BAC-9199-7DADE0E0DD58}"/>
              </a:ext>
            </a:extLst>
          </p:cNvPr>
          <p:cNvSpPr txBox="1"/>
          <p:nvPr/>
        </p:nvSpPr>
        <p:spPr>
          <a:xfrm>
            <a:off x="1520825" y="750700"/>
            <a:ext cx="21336000" cy="116955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7000" b="1" spc="-29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CHALLENGES SLIDE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B114CA7-2C82-4A61-A6C5-21E703C05E35}"/>
              </a:ext>
            </a:extLst>
          </p:cNvPr>
          <p:cNvSpPr txBox="1"/>
          <p:nvPr/>
        </p:nvSpPr>
        <p:spPr>
          <a:xfrm>
            <a:off x="1520827" y="1886522"/>
            <a:ext cx="213359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spc="-120" dirty="0">
                <a:latin typeface="Montserrat" pitchFamily="2" charset="77"/>
                <a:cs typeface="Poppins" pitchFamily="2" charset="77"/>
              </a:rPr>
              <a:t>Make a big impact with our professional slides and charts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F3EAE99-1B47-474F-945F-087383B5DBF2}"/>
              </a:ext>
            </a:extLst>
          </p:cNvPr>
          <p:cNvSpPr txBox="1"/>
          <p:nvPr/>
        </p:nvSpPr>
        <p:spPr>
          <a:xfrm>
            <a:off x="2142304" y="4027736"/>
            <a:ext cx="4441370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 01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D2B0D6-558C-4775-8B72-F2B649050464}"/>
              </a:ext>
            </a:extLst>
          </p:cNvPr>
          <p:cNvSpPr txBox="1"/>
          <p:nvPr/>
        </p:nvSpPr>
        <p:spPr>
          <a:xfrm>
            <a:off x="2142305" y="4709078"/>
            <a:ext cx="4441372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15B39B7-366F-4C80-B8F4-E2AB4D02AA1C}"/>
              </a:ext>
            </a:extLst>
          </p:cNvPr>
          <p:cNvSpPr txBox="1"/>
          <p:nvPr/>
        </p:nvSpPr>
        <p:spPr>
          <a:xfrm>
            <a:off x="1006927" y="7022431"/>
            <a:ext cx="4441370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 02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2AD6B6E-EC0D-40AF-9705-9EF4F841D540}"/>
              </a:ext>
            </a:extLst>
          </p:cNvPr>
          <p:cNvSpPr txBox="1"/>
          <p:nvPr/>
        </p:nvSpPr>
        <p:spPr>
          <a:xfrm>
            <a:off x="1006928" y="7703773"/>
            <a:ext cx="4441372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B46A2F5-CCF7-41AE-B9B6-D992957AF6AA}"/>
              </a:ext>
            </a:extLst>
          </p:cNvPr>
          <p:cNvSpPr txBox="1"/>
          <p:nvPr/>
        </p:nvSpPr>
        <p:spPr>
          <a:xfrm>
            <a:off x="2142301" y="10017113"/>
            <a:ext cx="4441370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 03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D0094FE-928D-4EF3-BF57-CF1B6D6ABD17}"/>
              </a:ext>
            </a:extLst>
          </p:cNvPr>
          <p:cNvSpPr txBox="1"/>
          <p:nvPr/>
        </p:nvSpPr>
        <p:spPr>
          <a:xfrm>
            <a:off x="2142302" y="10698455"/>
            <a:ext cx="4441372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576AFE4-4F6B-482C-8FB1-DC5C4E473A55}"/>
              </a:ext>
            </a:extLst>
          </p:cNvPr>
          <p:cNvSpPr txBox="1"/>
          <p:nvPr/>
        </p:nvSpPr>
        <p:spPr>
          <a:xfrm>
            <a:off x="17793975" y="4027736"/>
            <a:ext cx="4441370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SOLUTION 01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9B6F17F-9452-4B53-975B-BEBC9D6ED5FB}"/>
              </a:ext>
            </a:extLst>
          </p:cNvPr>
          <p:cNvSpPr txBox="1"/>
          <p:nvPr/>
        </p:nvSpPr>
        <p:spPr>
          <a:xfrm>
            <a:off x="17793975" y="4709078"/>
            <a:ext cx="4441372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870AEFD-C954-4A66-AB6E-0AB6CFC6ADDC}"/>
              </a:ext>
            </a:extLst>
          </p:cNvPr>
          <p:cNvSpPr txBox="1"/>
          <p:nvPr/>
        </p:nvSpPr>
        <p:spPr>
          <a:xfrm>
            <a:off x="18929350" y="7022431"/>
            <a:ext cx="4441370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SOLUTION 02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E8ED3D6-28D4-4D40-BA7E-67EB23CBEDF5}"/>
              </a:ext>
            </a:extLst>
          </p:cNvPr>
          <p:cNvSpPr txBox="1"/>
          <p:nvPr/>
        </p:nvSpPr>
        <p:spPr>
          <a:xfrm>
            <a:off x="18929350" y="7703773"/>
            <a:ext cx="4441372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D4BFAE2-4619-4B8B-87AA-F81C5CEB5FA4}"/>
              </a:ext>
            </a:extLst>
          </p:cNvPr>
          <p:cNvSpPr txBox="1"/>
          <p:nvPr/>
        </p:nvSpPr>
        <p:spPr>
          <a:xfrm>
            <a:off x="17793975" y="10017113"/>
            <a:ext cx="4441370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SOLUTION 03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DB4201E-19A9-4456-A3D0-30D41BAB439E}"/>
              </a:ext>
            </a:extLst>
          </p:cNvPr>
          <p:cNvSpPr txBox="1"/>
          <p:nvPr/>
        </p:nvSpPr>
        <p:spPr>
          <a:xfrm>
            <a:off x="17793975" y="10698455"/>
            <a:ext cx="4441372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8153C27-BBDA-4C5B-8695-3A413598FF59}"/>
              </a:ext>
            </a:extLst>
          </p:cNvPr>
          <p:cNvSpPr txBox="1"/>
          <p:nvPr/>
        </p:nvSpPr>
        <p:spPr>
          <a:xfrm>
            <a:off x="8483600" y="7827632"/>
            <a:ext cx="3441118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NI" sz="3200" b="1" spc="-3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CHALLENGES</a:t>
            </a:r>
            <a:endParaRPr lang="en-US" sz="3200" b="1" spc="-30" dirty="0">
              <a:solidFill>
                <a:schemeClr val="bg1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C8EF084-76F9-4F09-ABD3-E1623E25A473}"/>
              </a:ext>
            </a:extLst>
          </p:cNvPr>
          <p:cNvSpPr txBox="1"/>
          <p:nvPr/>
        </p:nvSpPr>
        <p:spPr>
          <a:xfrm>
            <a:off x="12452932" y="7827632"/>
            <a:ext cx="3441118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NI" sz="3200" b="1" spc="-3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SOLUTIONS</a:t>
            </a:r>
            <a:endParaRPr lang="en-US" sz="3200" b="1" spc="-30" dirty="0">
              <a:solidFill>
                <a:schemeClr val="bg1"/>
              </a:solidFill>
              <a:latin typeface="Montserrat" pitchFamily="2" charset="77"/>
              <a:cs typeface="Poppins" pitchFamily="2" charset="77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roup 103">
            <a:extLst>
              <a:ext uri="{FF2B5EF4-FFF2-40B4-BE49-F238E27FC236}">
                <a16:creationId xmlns:a16="http://schemas.microsoft.com/office/drawing/2014/main" id="{FEB13A66-4A80-4C25-B98A-90CC9A6DCD3B}"/>
              </a:ext>
            </a:extLst>
          </p:cNvPr>
          <p:cNvGrpSpPr/>
          <p:nvPr/>
        </p:nvGrpSpPr>
        <p:grpSpPr>
          <a:xfrm>
            <a:off x="7768831" y="3291942"/>
            <a:ext cx="9267667" cy="9675727"/>
            <a:chOff x="7768831" y="3291942"/>
            <a:chExt cx="9267667" cy="9675727"/>
          </a:xfrm>
        </p:grpSpPr>
        <p:sp>
          <p:nvSpPr>
            <p:cNvPr id="105" name="Freeform 2">
              <a:extLst>
                <a:ext uri="{FF2B5EF4-FFF2-40B4-BE49-F238E27FC236}">
                  <a16:creationId xmlns:a16="http://schemas.microsoft.com/office/drawing/2014/main" id="{AA7382B1-1569-415F-8369-5357845602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32247" y="3291942"/>
              <a:ext cx="6317080" cy="3350799"/>
            </a:xfrm>
            <a:custGeom>
              <a:avLst/>
              <a:gdLst>
                <a:gd name="T0" fmla="*/ 7097 w 7098"/>
                <a:gd name="T1" fmla="*/ 1536 h 3764"/>
                <a:gd name="T2" fmla="*/ 3549 w 7098"/>
                <a:gd name="T3" fmla="*/ 0 h 3764"/>
                <a:gd name="T4" fmla="*/ 0 w 7098"/>
                <a:gd name="T5" fmla="*/ 1536 h 3764"/>
                <a:gd name="T6" fmla="*/ 616 w 7098"/>
                <a:gd name="T7" fmla="*/ 1536 h 3764"/>
                <a:gd name="T8" fmla="*/ 616 w 7098"/>
                <a:gd name="T9" fmla="*/ 3763 h 3764"/>
                <a:gd name="T10" fmla="*/ 6481 w 7098"/>
                <a:gd name="T11" fmla="*/ 3763 h 3764"/>
                <a:gd name="T12" fmla="*/ 6481 w 7098"/>
                <a:gd name="T13" fmla="*/ 1536 h 3764"/>
                <a:gd name="T14" fmla="*/ 7097 w 7098"/>
                <a:gd name="T15" fmla="*/ 1536 h 3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98" h="3764">
                  <a:moveTo>
                    <a:pt x="7097" y="1536"/>
                  </a:moveTo>
                  <a:lnTo>
                    <a:pt x="3549" y="0"/>
                  </a:lnTo>
                  <a:lnTo>
                    <a:pt x="0" y="1536"/>
                  </a:lnTo>
                  <a:lnTo>
                    <a:pt x="616" y="1536"/>
                  </a:lnTo>
                  <a:lnTo>
                    <a:pt x="616" y="3763"/>
                  </a:lnTo>
                  <a:lnTo>
                    <a:pt x="6481" y="3763"/>
                  </a:lnTo>
                  <a:lnTo>
                    <a:pt x="6481" y="1536"/>
                  </a:lnTo>
                  <a:lnTo>
                    <a:pt x="7097" y="1536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106" name="Freeform 3">
              <a:extLst>
                <a:ext uri="{FF2B5EF4-FFF2-40B4-BE49-F238E27FC236}">
                  <a16:creationId xmlns:a16="http://schemas.microsoft.com/office/drawing/2014/main" id="{EAF43C35-261D-4FE4-A92E-627045FA3E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59074" y="11386438"/>
              <a:ext cx="8663424" cy="1581231"/>
            </a:xfrm>
            <a:custGeom>
              <a:avLst/>
              <a:gdLst>
                <a:gd name="T0" fmla="*/ 9251 w 9735"/>
                <a:gd name="T1" fmla="*/ 0 h 1779"/>
                <a:gd name="T2" fmla="*/ 483 w 9735"/>
                <a:gd name="T3" fmla="*/ 0 h 1779"/>
                <a:gd name="T4" fmla="*/ 0 w 9735"/>
                <a:gd name="T5" fmla="*/ 351 h 1779"/>
                <a:gd name="T6" fmla="*/ 0 w 9735"/>
                <a:gd name="T7" fmla="*/ 1778 h 1779"/>
                <a:gd name="T8" fmla="*/ 9734 w 9735"/>
                <a:gd name="T9" fmla="*/ 1778 h 1779"/>
                <a:gd name="T10" fmla="*/ 9734 w 9735"/>
                <a:gd name="T11" fmla="*/ 351 h 1779"/>
                <a:gd name="T12" fmla="*/ 9251 w 9735"/>
                <a:gd name="T13" fmla="*/ 0 h 17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735" h="1779">
                  <a:moveTo>
                    <a:pt x="9251" y="0"/>
                  </a:moveTo>
                  <a:lnTo>
                    <a:pt x="483" y="0"/>
                  </a:lnTo>
                  <a:lnTo>
                    <a:pt x="0" y="351"/>
                  </a:lnTo>
                  <a:lnTo>
                    <a:pt x="0" y="1778"/>
                  </a:lnTo>
                  <a:lnTo>
                    <a:pt x="9734" y="1778"/>
                  </a:lnTo>
                  <a:lnTo>
                    <a:pt x="9734" y="351"/>
                  </a:lnTo>
                  <a:lnTo>
                    <a:pt x="9251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107" name="Freeform 4">
              <a:extLst>
                <a:ext uri="{FF2B5EF4-FFF2-40B4-BE49-F238E27FC236}">
                  <a16:creationId xmlns:a16="http://schemas.microsoft.com/office/drawing/2014/main" id="{CC513496-C541-46A4-87F7-E5703B5748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0676" y="9801282"/>
              <a:ext cx="7804145" cy="1585156"/>
            </a:xfrm>
            <a:custGeom>
              <a:avLst/>
              <a:gdLst>
                <a:gd name="T0" fmla="*/ 8284 w 8769"/>
                <a:gd name="T1" fmla="*/ 0 h 1779"/>
                <a:gd name="T2" fmla="*/ 483 w 8769"/>
                <a:gd name="T3" fmla="*/ 0 h 1779"/>
                <a:gd name="T4" fmla="*/ 0 w 8769"/>
                <a:gd name="T5" fmla="*/ 352 h 1779"/>
                <a:gd name="T6" fmla="*/ 0 w 8769"/>
                <a:gd name="T7" fmla="*/ 1778 h 1779"/>
                <a:gd name="T8" fmla="*/ 8768 w 8769"/>
                <a:gd name="T9" fmla="*/ 1778 h 1779"/>
                <a:gd name="T10" fmla="*/ 8768 w 8769"/>
                <a:gd name="T11" fmla="*/ 352 h 1779"/>
                <a:gd name="T12" fmla="*/ 8284 w 8769"/>
                <a:gd name="T13" fmla="*/ 0 h 17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769" h="1779">
                  <a:moveTo>
                    <a:pt x="8284" y="0"/>
                  </a:moveTo>
                  <a:lnTo>
                    <a:pt x="483" y="0"/>
                  </a:lnTo>
                  <a:lnTo>
                    <a:pt x="0" y="352"/>
                  </a:lnTo>
                  <a:lnTo>
                    <a:pt x="0" y="1778"/>
                  </a:lnTo>
                  <a:lnTo>
                    <a:pt x="8768" y="1778"/>
                  </a:lnTo>
                  <a:lnTo>
                    <a:pt x="8768" y="352"/>
                  </a:lnTo>
                  <a:lnTo>
                    <a:pt x="8284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108" name="Freeform 5">
              <a:extLst>
                <a:ext uri="{FF2B5EF4-FFF2-40B4-BE49-F238E27FC236}">
                  <a16:creationId xmlns:a16="http://schemas.microsoft.com/office/drawing/2014/main" id="{80BC8388-D3E6-4E11-9C94-D972A37533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18355" y="8220049"/>
              <a:ext cx="6940940" cy="1581233"/>
            </a:xfrm>
            <a:custGeom>
              <a:avLst/>
              <a:gdLst>
                <a:gd name="T0" fmla="*/ 7317 w 7802"/>
                <a:gd name="T1" fmla="*/ 0 h 1779"/>
                <a:gd name="T2" fmla="*/ 484 w 7802"/>
                <a:gd name="T3" fmla="*/ 0 h 1779"/>
                <a:gd name="T4" fmla="*/ 0 w 7802"/>
                <a:gd name="T5" fmla="*/ 351 h 1779"/>
                <a:gd name="T6" fmla="*/ 0 w 7802"/>
                <a:gd name="T7" fmla="*/ 1778 h 1779"/>
                <a:gd name="T8" fmla="*/ 7801 w 7802"/>
                <a:gd name="T9" fmla="*/ 1778 h 1779"/>
                <a:gd name="T10" fmla="*/ 7801 w 7802"/>
                <a:gd name="T11" fmla="*/ 351 h 1779"/>
                <a:gd name="T12" fmla="*/ 7317 w 7802"/>
                <a:gd name="T13" fmla="*/ 0 h 17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802" h="1779">
                  <a:moveTo>
                    <a:pt x="7317" y="0"/>
                  </a:moveTo>
                  <a:lnTo>
                    <a:pt x="484" y="0"/>
                  </a:lnTo>
                  <a:lnTo>
                    <a:pt x="0" y="351"/>
                  </a:lnTo>
                  <a:lnTo>
                    <a:pt x="0" y="1778"/>
                  </a:lnTo>
                  <a:lnTo>
                    <a:pt x="7801" y="1778"/>
                  </a:lnTo>
                  <a:lnTo>
                    <a:pt x="7801" y="351"/>
                  </a:lnTo>
                  <a:lnTo>
                    <a:pt x="7317" y="0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109" name="Freeform 6">
              <a:extLst>
                <a:ext uri="{FF2B5EF4-FFF2-40B4-BE49-F238E27FC236}">
                  <a16:creationId xmlns:a16="http://schemas.microsoft.com/office/drawing/2014/main" id="{89D0AF9E-5692-495C-8D39-4F77EFB0EB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9957" y="6638818"/>
              <a:ext cx="6081661" cy="1581231"/>
            </a:xfrm>
            <a:custGeom>
              <a:avLst/>
              <a:gdLst>
                <a:gd name="T0" fmla="*/ 6349 w 6834"/>
                <a:gd name="T1" fmla="*/ 0 h 1778"/>
                <a:gd name="T2" fmla="*/ 484 w 6834"/>
                <a:gd name="T3" fmla="*/ 0 h 1778"/>
                <a:gd name="T4" fmla="*/ 0 w 6834"/>
                <a:gd name="T5" fmla="*/ 350 h 1778"/>
                <a:gd name="T6" fmla="*/ 0 w 6834"/>
                <a:gd name="T7" fmla="*/ 1777 h 1778"/>
                <a:gd name="T8" fmla="*/ 6833 w 6834"/>
                <a:gd name="T9" fmla="*/ 1777 h 1778"/>
                <a:gd name="T10" fmla="*/ 6833 w 6834"/>
                <a:gd name="T11" fmla="*/ 350 h 1778"/>
                <a:gd name="T12" fmla="*/ 6349 w 6834"/>
                <a:gd name="T13" fmla="*/ 0 h 17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834" h="1778">
                  <a:moveTo>
                    <a:pt x="6349" y="0"/>
                  </a:moveTo>
                  <a:lnTo>
                    <a:pt x="484" y="0"/>
                  </a:lnTo>
                  <a:lnTo>
                    <a:pt x="0" y="350"/>
                  </a:lnTo>
                  <a:lnTo>
                    <a:pt x="0" y="1777"/>
                  </a:lnTo>
                  <a:lnTo>
                    <a:pt x="6833" y="1777"/>
                  </a:lnTo>
                  <a:lnTo>
                    <a:pt x="6833" y="350"/>
                  </a:lnTo>
                  <a:lnTo>
                    <a:pt x="6349" y="0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110" name="Freeform 7">
              <a:extLst>
                <a:ext uri="{FF2B5EF4-FFF2-40B4-BE49-F238E27FC236}">
                  <a16:creationId xmlns:a16="http://schemas.microsoft.com/office/drawing/2014/main" id="{64EFF3A0-4B71-4057-928A-6D7E6D5323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59074" y="11386438"/>
              <a:ext cx="8663424" cy="313892"/>
            </a:xfrm>
            <a:custGeom>
              <a:avLst/>
              <a:gdLst>
                <a:gd name="T0" fmla="*/ 9734 w 9735"/>
                <a:gd name="T1" fmla="*/ 351 h 352"/>
                <a:gd name="T2" fmla="*/ 0 w 9735"/>
                <a:gd name="T3" fmla="*/ 351 h 352"/>
                <a:gd name="T4" fmla="*/ 483 w 9735"/>
                <a:gd name="T5" fmla="*/ 0 h 352"/>
                <a:gd name="T6" fmla="*/ 9251 w 9735"/>
                <a:gd name="T7" fmla="*/ 0 h 352"/>
                <a:gd name="T8" fmla="*/ 9734 w 9735"/>
                <a:gd name="T9" fmla="*/ 351 h 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735" h="352">
                  <a:moveTo>
                    <a:pt x="9734" y="351"/>
                  </a:moveTo>
                  <a:lnTo>
                    <a:pt x="0" y="351"/>
                  </a:lnTo>
                  <a:lnTo>
                    <a:pt x="483" y="0"/>
                  </a:lnTo>
                  <a:lnTo>
                    <a:pt x="9251" y="0"/>
                  </a:lnTo>
                  <a:lnTo>
                    <a:pt x="9734" y="351"/>
                  </a:lnTo>
                </a:path>
              </a:pathLst>
            </a:custGeom>
            <a:solidFill>
              <a:srgbClr val="111340">
                <a:alpha val="35000"/>
              </a:srgb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111" name="Freeform 8">
              <a:extLst>
                <a:ext uri="{FF2B5EF4-FFF2-40B4-BE49-F238E27FC236}">
                  <a16:creationId xmlns:a16="http://schemas.microsoft.com/office/drawing/2014/main" id="{C6DE717A-A37E-4661-9C72-D7FAFB9654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0676" y="9801282"/>
              <a:ext cx="7804145" cy="313892"/>
            </a:xfrm>
            <a:custGeom>
              <a:avLst/>
              <a:gdLst>
                <a:gd name="T0" fmla="*/ 8768 w 8769"/>
                <a:gd name="T1" fmla="*/ 352 h 353"/>
                <a:gd name="T2" fmla="*/ 0 w 8769"/>
                <a:gd name="T3" fmla="*/ 352 h 353"/>
                <a:gd name="T4" fmla="*/ 483 w 8769"/>
                <a:gd name="T5" fmla="*/ 0 h 353"/>
                <a:gd name="T6" fmla="*/ 8284 w 8769"/>
                <a:gd name="T7" fmla="*/ 0 h 353"/>
                <a:gd name="T8" fmla="*/ 8768 w 8769"/>
                <a:gd name="T9" fmla="*/ 352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769" h="353">
                  <a:moveTo>
                    <a:pt x="8768" y="352"/>
                  </a:moveTo>
                  <a:lnTo>
                    <a:pt x="0" y="352"/>
                  </a:lnTo>
                  <a:lnTo>
                    <a:pt x="483" y="0"/>
                  </a:lnTo>
                  <a:lnTo>
                    <a:pt x="8284" y="0"/>
                  </a:lnTo>
                  <a:lnTo>
                    <a:pt x="8768" y="352"/>
                  </a:lnTo>
                </a:path>
              </a:pathLst>
            </a:custGeom>
            <a:solidFill>
              <a:srgbClr val="111340">
                <a:alpha val="35000"/>
              </a:srgb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112" name="Freeform 9">
              <a:extLst>
                <a:ext uri="{FF2B5EF4-FFF2-40B4-BE49-F238E27FC236}">
                  <a16:creationId xmlns:a16="http://schemas.microsoft.com/office/drawing/2014/main" id="{B1C019BF-397F-4C1F-85D6-D7964FDC57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18355" y="8220049"/>
              <a:ext cx="6940940" cy="313892"/>
            </a:xfrm>
            <a:custGeom>
              <a:avLst/>
              <a:gdLst>
                <a:gd name="T0" fmla="*/ 7801 w 7802"/>
                <a:gd name="T1" fmla="*/ 351 h 352"/>
                <a:gd name="T2" fmla="*/ 0 w 7802"/>
                <a:gd name="T3" fmla="*/ 351 h 352"/>
                <a:gd name="T4" fmla="*/ 484 w 7802"/>
                <a:gd name="T5" fmla="*/ 0 h 352"/>
                <a:gd name="T6" fmla="*/ 7317 w 7802"/>
                <a:gd name="T7" fmla="*/ 0 h 352"/>
                <a:gd name="T8" fmla="*/ 7801 w 7802"/>
                <a:gd name="T9" fmla="*/ 351 h 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02" h="352">
                  <a:moveTo>
                    <a:pt x="7801" y="351"/>
                  </a:moveTo>
                  <a:lnTo>
                    <a:pt x="0" y="351"/>
                  </a:lnTo>
                  <a:lnTo>
                    <a:pt x="484" y="0"/>
                  </a:lnTo>
                  <a:lnTo>
                    <a:pt x="7317" y="0"/>
                  </a:lnTo>
                  <a:lnTo>
                    <a:pt x="7801" y="351"/>
                  </a:lnTo>
                </a:path>
              </a:pathLst>
            </a:custGeom>
            <a:solidFill>
              <a:srgbClr val="111340">
                <a:alpha val="35000"/>
              </a:srgb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113" name="Freeform 10">
              <a:extLst>
                <a:ext uri="{FF2B5EF4-FFF2-40B4-BE49-F238E27FC236}">
                  <a16:creationId xmlns:a16="http://schemas.microsoft.com/office/drawing/2014/main" id="{E6999B41-BB1D-4D34-B844-CB478CF7C1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49957" y="6638818"/>
              <a:ext cx="6081661" cy="313892"/>
            </a:xfrm>
            <a:custGeom>
              <a:avLst/>
              <a:gdLst>
                <a:gd name="T0" fmla="*/ 6833 w 6834"/>
                <a:gd name="T1" fmla="*/ 350 h 351"/>
                <a:gd name="T2" fmla="*/ 0 w 6834"/>
                <a:gd name="T3" fmla="*/ 350 h 351"/>
                <a:gd name="T4" fmla="*/ 484 w 6834"/>
                <a:gd name="T5" fmla="*/ 0 h 351"/>
                <a:gd name="T6" fmla="*/ 6349 w 6834"/>
                <a:gd name="T7" fmla="*/ 0 h 351"/>
                <a:gd name="T8" fmla="*/ 6833 w 6834"/>
                <a:gd name="T9" fmla="*/ 350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34" h="351">
                  <a:moveTo>
                    <a:pt x="6833" y="350"/>
                  </a:moveTo>
                  <a:lnTo>
                    <a:pt x="0" y="350"/>
                  </a:lnTo>
                  <a:lnTo>
                    <a:pt x="484" y="0"/>
                  </a:lnTo>
                  <a:lnTo>
                    <a:pt x="6349" y="0"/>
                  </a:lnTo>
                  <a:lnTo>
                    <a:pt x="6833" y="350"/>
                  </a:lnTo>
                </a:path>
              </a:pathLst>
            </a:custGeom>
            <a:solidFill>
              <a:srgbClr val="111340">
                <a:alpha val="35000"/>
              </a:srgb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114" name="Line 11">
              <a:extLst>
                <a:ext uri="{FF2B5EF4-FFF2-40B4-BE49-F238E27FC236}">
                  <a16:creationId xmlns:a16="http://schemas.microsoft.com/office/drawing/2014/main" id="{6AACF92F-0210-4EB4-81C4-DCBAAFBACB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18576" y="12175090"/>
              <a:ext cx="517922" cy="0"/>
            </a:xfrm>
            <a:prstGeom prst="line">
              <a:avLst/>
            </a:prstGeom>
            <a:noFill/>
            <a:ln w="63500" cap="flat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115" name="Line 12">
              <a:extLst>
                <a:ext uri="{FF2B5EF4-FFF2-40B4-BE49-F238E27FC236}">
                  <a16:creationId xmlns:a16="http://schemas.microsoft.com/office/drawing/2014/main" id="{85BC5030-DFE7-46C1-9FF0-AD31E066BD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68831" y="10593860"/>
              <a:ext cx="517922" cy="0"/>
            </a:xfrm>
            <a:prstGeom prst="line">
              <a:avLst/>
            </a:prstGeom>
            <a:noFill/>
            <a:ln w="63500" cap="flat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116" name="Line 13">
              <a:extLst>
                <a:ext uri="{FF2B5EF4-FFF2-40B4-BE49-F238E27FC236}">
                  <a16:creationId xmlns:a16="http://schemas.microsoft.com/office/drawing/2014/main" id="{D2BDD30E-3E01-461D-801D-F758669AD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59295" y="9012627"/>
              <a:ext cx="517922" cy="0"/>
            </a:xfrm>
            <a:prstGeom prst="line">
              <a:avLst/>
            </a:prstGeom>
            <a:noFill/>
            <a:ln w="63500" cap="flat">
              <a:solidFill>
                <a:schemeClr val="accent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117" name="Line 14">
              <a:extLst>
                <a:ext uri="{FF2B5EF4-FFF2-40B4-BE49-F238E27FC236}">
                  <a16:creationId xmlns:a16="http://schemas.microsoft.com/office/drawing/2014/main" id="{198F7137-BE1F-4444-997F-4387055281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28110" y="7431396"/>
              <a:ext cx="517922" cy="0"/>
            </a:xfrm>
            <a:prstGeom prst="line">
              <a:avLst/>
            </a:prstGeom>
            <a:noFill/>
            <a:ln w="63500" cap="flat">
              <a:solidFill>
                <a:schemeClr val="accent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5A446A0A-0C47-4727-A67E-AA60DD19F5FE}"/>
              </a:ext>
            </a:extLst>
          </p:cNvPr>
          <p:cNvSpPr txBox="1"/>
          <p:nvPr/>
        </p:nvSpPr>
        <p:spPr>
          <a:xfrm>
            <a:off x="1520825" y="750700"/>
            <a:ext cx="21336000" cy="116955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7000" b="1" spc="-29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CHALLENGES SLIDE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397B255-67FE-4D8C-81A8-B9AB34E77934}"/>
              </a:ext>
            </a:extLst>
          </p:cNvPr>
          <p:cNvSpPr txBox="1"/>
          <p:nvPr/>
        </p:nvSpPr>
        <p:spPr>
          <a:xfrm>
            <a:off x="1520827" y="1886522"/>
            <a:ext cx="213359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spc="-120" dirty="0">
                <a:latin typeface="Montserrat" pitchFamily="2" charset="77"/>
                <a:cs typeface="Poppins" pitchFamily="2" charset="77"/>
              </a:rPr>
              <a:t>Make a big impact with our professional slides and charts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0467DE8-4633-4A20-96A5-FF778F820510}"/>
              </a:ext>
            </a:extLst>
          </p:cNvPr>
          <p:cNvSpPr txBox="1"/>
          <p:nvPr/>
        </p:nvSpPr>
        <p:spPr>
          <a:xfrm>
            <a:off x="16343028" y="8152868"/>
            <a:ext cx="6265695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 03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0C477DF-351C-4F29-9E54-D276A1B87A8C}"/>
              </a:ext>
            </a:extLst>
          </p:cNvPr>
          <p:cNvSpPr txBox="1"/>
          <p:nvPr/>
        </p:nvSpPr>
        <p:spPr>
          <a:xfrm>
            <a:off x="16343029" y="8813890"/>
            <a:ext cx="6265697" cy="976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F105B34-DF92-4C1D-AEE1-6A2C1178843D}"/>
              </a:ext>
            </a:extLst>
          </p:cNvPr>
          <p:cNvSpPr txBox="1"/>
          <p:nvPr/>
        </p:nvSpPr>
        <p:spPr>
          <a:xfrm>
            <a:off x="17206631" y="11311789"/>
            <a:ext cx="6265695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 01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3E9E019-FD8E-417B-BED5-1689228BB1C0}"/>
              </a:ext>
            </a:extLst>
          </p:cNvPr>
          <p:cNvSpPr txBox="1"/>
          <p:nvPr/>
        </p:nvSpPr>
        <p:spPr>
          <a:xfrm>
            <a:off x="17206632" y="11972811"/>
            <a:ext cx="6265697" cy="976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226A37E8-0A8B-4D49-95E4-BD2BB7FA3D31}"/>
              </a:ext>
            </a:extLst>
          </p:cNvPr>
          <p:cNvSpPr txBox="1"/>
          <p:nvPr/>
        </p:nvSpPr>
        <p:spPr>
          <a:xfrm>
            <a:off x="2183355" y="6569493"/>
            <a:ext cx="6265695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 04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7E050E74-2F07-46E1-8C59-0F68D436B271}"/>
              </a:ext>
            </a:extLst>
          </p:cNvPr>
          <p:cNvSpPr txBox="1"/>
          <p:nvPr/>
        </p:nvSpPr>
        <p:spPr>
          <a:xfrm>
            <a:off x="2183356" y="7230515"/>
            <a:ext cx="6265697" cy="976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06386DE-1F3E-4D34-97B5-FE0B2C0912BE}"/>
              </a:ext>
            </a:extLst>
          </p:cNvPr>
          <p:cNvSpPr txBox="1"/>
          <p:nvPr/>
        </p:nvSpPr>
        <p:spPr>
          <a:xfrm>
            <a:off x="1342069" y="9739297"/>
            <a:ext cx="6265695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 02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2F789A4-A010-4FD6-9A0A-E821737786C4}"/>
              </a:ext>
            </a:extLst>
          </p:cNvPr>
          <p:cNvSpPr txBox="1"/>
          <p:nvPr/>
        </p:nvSpPr>
        <p:spPr>
          <a:xfrm>
            <a:off x="1342070" y="10400319"/>
            <a:ext cx="6265697" cy="976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3952F733-69F4-46ED-AD11-C50A810B949B}"/>
              </a:ext>
            </a:extLst>
          </p:cNvPr>
          <p:cNvSpPr txBox="1"/>
          <p:nvPr/>
        </p:nvSpPr>
        <p:spPr>
          <a:xfrm>
            <a:off x="9918687" y="4224434"/>
            <a:ext cx="4540274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s-NI" sz="3200" b="1" spc="-3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OPPORTUNITY</a:t>
            </a:r>
            <a:endParaRPr lang="en-US" sz="3200" b="1" spc="-30" dirty="0">
              <a:solidFill>
                <a:schemeClr val="bg1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F470A71-4C30-46BC-9994-CE5D7C791139}"/>
              </a:ext>
            </a:extLst>
          </p:cNvPr>
          <p:cNvSpPr txBox="1"/>
          <p:nvPr/>
        </p:nvSpPr>
        <p:spPr>
          <a:xfrm>
            <a:off x="9918687" y="4905776"/>
            <a:ext cx="4540275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400" spc="-3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300EE8A8-84FE-4BDB-9F12-0C036D2CBECC}"/>
              </a:ext>
            </a:extLst>
          </p:cNvPr>
          <p:cNvGrpSpPr/>
          <p:nvPr/>
        </p:nvGrpSpPr>
        <p:grpSpPr>
          <a:xfrm>
            <a:off x="2884531" y="10727209"/>
            <a:ext cx="2243522" cy="2988791"/>
            <a:chOff x="2884531" y="10727209"/>
            <a:chExt cx="2243522" cy="2988791"/>
          </a:xfrm>
        </p:grpSpPr>
        <p:sp>
          <p:nvSpPr>
            <p:cNvPr id="14" name="Freeform 28">
              <a:extLst>
                <a:ext uri="{FF2B5EF4-FFF2-40B4-BE49-F238E27FC236}">
                  <a16:creationId xmlns:a16="http://schemas.microsoft.com/office/drawing/2014/main" id="{02F7FDF4-7569-4833-8EBF-041CCA4773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4531" y="10727209"/>
              <a:ext cx="2243522" cy="2243522"/>
            </a:xfrm>
            <a:custGeom>
              <a:avLst/>
              <a:gdLst>
                <a:gd name="T0" fmla="*/ 2560 w 2561"/>
                <a:gd name="T1" fmla="*/ 1281 h 2562"/>
                <a:gd name="T2" fmla="*/ 2560 w 2561"/>
                <a:gd name="T3" fmla="*/ 1281 h 2562"/>
                <a:gd name="T4" fmla="*/ 1280 w 2561"/>
                <a:gd name="T5" fmla="*/ 2561 h 2562"/>
                <a:gd name="T6" fmla="*/ 1280 w 2561"/>
                <a:gd name="T7" fmla="*/ 2561 h 2562"/>
                <a:gd name="T8" fmla="*/ 0 w 2561"/>
                <a:gd name="T9" fmla="*/ 1281 h 2562"/>
                <a:gd name="T10" fmla="*/ 0 w 2561"/>
                <a:gd name="T11" fmla="*/ 1281 h 2562"/>
                <a:gd name="T12" fmla="*/ 1280 w 2561"/>
                <a:gd name="T13" fmla="*/ 0 h 2562"/>
                <a:gd name="T14" fmla="*/ 1280 w 2561"/>
                <a:gd name="T15" fmla="*/ 0 h 2562"/>
                <a:gd name="T16" fmla="*/ 2560 w 2561"/>
                <a:gd name="T17" fmla="*/ 1281 h 25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61" h="2562">
                  <a:moveTo>
                    <a:pt x="2560" y="1281"/>
                  </a:moveTo>
                  <a:lnTo>
                    <a:pt x="2560" y="1281"/>
                  </a:lnTo>
                  <a:cubicBezTo>
                    <a:pt x="2560" y="1988"/>
                    <a:pt x="1987" y="2561"/>
                    <a:pt x="1280" y="2561"/>
                  </a:cubicBezTo>
                  <a:lnTo>
                    <a:pt x="1280" y="2561"/>
                  </a:lnTo>
                  <a:cubicBezTo>
                    <a:pt x="572" y="2561"/>
                    <a:pt x="0" y="1988"/>
                    <a:pt x="0" y="1281"/>
                  </a:cubicBezTo>
                  <a:lnTo>
                    <a:pt x="0" y="1281"/>
                  </a:lnTo>
                  <a:cubicBezTo>
                    <a:pt x="0" y="574"/>
                    <a:pt x="572" y="0"/>
                    <a:pt x="1280" y="0"/>
                  </a:cubicBezTo>
                  <a:lnTo>
                    <a:pt x="1280" y="0"/>
                  </a:lnTo>
                  <a:cubicBezTo>
                    <a:pt x="1987" y="0"/>
                    <a:pt x="2560" y="574"/>
                    <a:pt x="2560" y="12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9310FA1-2121-4B3D-B250-A58601DC14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6722" y="11256233"/>
              <a:ext cx="1145988" cy="1184601"/>
            </a:xfrm>
            <a:custGeom>
              <a:avLst/>
              <a:gdLst>
                <a:gd name="connsiteX0" fmla="*/ 506509 w 1145988"/>
                <a:gd name="connsiteY0" fmla="*/ 1049569 h 1184601"/>
                <a:gd name="connsiteX1" fmla="*/ 480265 w 1145988"/>
                <a:gd name="connsiteY1" fmla="*/ 1058337 h 1184601"/>
                <a:gd name="connsiteX2" fmla="*/ 465394 w 1145988"/>
                <a:gd name="connsiteY2" fmla="*/ 1087273 h 1184601"/>
                <a:gd name="connsiteX3" fmla="*/ 464519 w 1145988"/>
                <a:gd name="connsiteY3" fmla="*/ 1094287 h 1184601"/>
                <a:gd name="connsiteX4" fmla="*/ 474142 w 1145988"/>
                <a:gd name="connsiteY4" fmla="*/ 1124100 h 1184601"/>
                <a:gd name="connsiteX5" fmla="*/ 502135 w 1145988"/>
                <a:gd name="connsiteY5" fmla="*/ 1139006 h 1184601"/>
                <a:gd name="connsiteX6" fmla="*/ 633355 w 1145988"/>
                <a:gd name="connsiteY6" fmla="*/ 1151282 h 1184601"/>
                <a:gd name="connsiteX7" fmla="*/ 677095 w 1145988"/>
                <a:gd name="connsiteY7" fmla="*/ 1113578 h 1184601"/>
                <a:gd name="connsiteX8" fmla="*/ 677970 w 1145988"/>
                <a:gd name="connsiteY8" fmla="*/ 1105686 h 1184601"/>
                <a:gd name="connsiteX9" fmla="*/ 640354 w 1145988"/>
                <a:gd name="connsiteY9" fmla="*/ 1060968 h 1184601"/>
                <a:gd name="connsiteX10" fmla="*/ 510883 w 1145988"/>
                <a:gd name="connsiteY10" fmla="*/ 1049569 h 1184601"/>
                <a:gd name="connsiteX11" fmla="*/ 506509 w 1145988"/>
                <a:gd name="connsiteY11" fmla="*/ 1049569 h 1184601"/>
                <a:gd name="connsiteX12" fmla="*/ 451486 w 1145988"/>
                <a:gd name="connsiteY12" fmla="*/ 914000 h 1184601"/>
                <a:gd name="connsiteX13" fmla="*/ 571062 w 1145988"/>
                <a:gd name="connsiteY13" fmla="*/ 926551 h 1184601"/>
                <a:gd name="connsiteX14" fmla="*/ 691516 w 1145988"/>
                <a:gd name="connsiteY14" fmla="*/ 914000 h 1184601"/>
                <a:gd name="connsiteX15" fmla="*/ 710859 w 1145988"/>
                <a:gd name="connsiteY15" fmla="*/ 926551 h 1184601"/>
                <a:gd name="connsiteX16" fmla="*/ 699429 w 1145988"/>
                <a:gd name="connsiteY16" fmla="*/ 946272 h 1184601"/>
                <a:gd name="connsiteX17" fmla="*/ 571062 w 1145988"/>
                <a:gd name="connsiteY17" fmla="*/ 960616 h 1184601"/>
                <a:gd name="connsiteX18" fmla="*/ 443573 w 1145988"/>
                <a:gd name="connsiteY18" fmla="*/ 946272 h 1184601"/>
                <a:gd name="connsiteX19" fmla="*/ 431264 w 1145988"/>
                <a:gd name="connsiteY19" fmla="*/ 926551 h 1184601"/>
                <a:gd name="connsiteX20" fmla="*/ 451486 w 1145988"/>
                <a:gd name="connsiteY20" fmla="*/ 914000 h 1184601"/>
                <a:gd name="connsiteX21" fmla="*/ 980651 w 1145988"/>
                <a:gd name="connsiteY21" fmla="*/ 546267 h 1184601"/>
                <a:gd name="connsiteX22" fmla="*/ 961406 w 1145988"/>
                <a:gd name="connsiteY22" fmla="*/ 592739 h 1184601"/>
                <a:gd name="connsiteX23" fmla="*/ 961406 w 1145988"/>
                <a:gd name="connsiteY23" fmla="*/ 801425 h 1184601"/>
                <a:gd name="connsiteX24" fmla="*/ 980651 w 1145988"/>
                <a:gd name="connsiteY24" fmla="*/ 847897 h 1184601"/>
                <a:gd name="connsiteX25" fmla="*/ 143467 w 1145988"/>
                <a:gd name="connsiteY25" fmla="*/ 532238 h 1184601"/>
                <a:gd name="connsiteX26" fmla="*/ 143467 w 1145988"/>
                <a:gd name="connsiteY26" fmla="*/ 861927 h 1184601"/>
                <a:gd name="connsiteX27" fmla="*/ 185458 w 1145988"/>
                <a:gd name="connsiteY27" fmla="*/ 801425 h 1184601"/>
                <a:gd name="connsiteX28" fmla="*/ 185458 w 1145988"/>
                <a:gd name="connsiteY28" fmla="*/ 592739 h 1184601"/>
                <a:gd name="connsiteX29" fmla="*/ 143467 w 1145988"/>
                <a:gd name="connsiteY29" fmla="*/ 532238 h 1184601"/>
                <a:gd name="connsiteX30" fmla="*/ 1014768 w 1145988"/>
                <a:gd name="connsiteY30" fmla="*/ 528730 h 1184601"/>
                <a:gd name="connsiteX31" fmla="*/ 1014768 w 1145988"/>
                <a:gd name="connsiteY31" fmla="*/ 864557 h 1184601"/>
                <a:gd name="connsiteX32" fmla="*/ 1025266 w 1145988"/>
                <a:gd name="connsiteY32" fmla="*/ 865434 h 1184601"/>
                <a:gd name="connsiteX33" fmla="*/ 1048886 w 1145988"/>
                <a:gd name="connsiteY33" fmla="*/ 865434 h 1184601"/>
                <a:gd name="connsiteX34" fmla="*/ 1112746 w 1145988"/>
                <a:gd name="connsiteY34" fmla="*/ 801425 h 1184601"/>
                <a:gd name="connsiteX35" fmla="*/ 1112746 w 1145988"/>
                <a:gd name="connsiteY35" fmla="*/ 592739 h 1184601"/>
                <a:gd name="connsiteX36" fmla="*/ 1048886 w 1145988"/>
                <a:gd name="connsiteY36" fmla="*/ 528730 h 1184601"/>
                <a:gd name="connsiteX37" fmla="*/ 1025266 w 1145988"/>
                <a:gd name="connsiteY37" fmla="*/ 528730 h 1184601"/>
                <a:gd name="connsiteX38" fmla="*/ 1014768 w 1145988"/>
                <a:gd name="connsiteY38" fmla="*/ 528730 h 1184601"/>
                <a:gd name="connsiteX39" fmla="*/ 97103 w 1145988"/>
                <a:gd name="connsiteY39" fmla="*/ 528730 h 1184601"/>
                <a:gd name="connsiteX40" fmla="*/ 33243 w 1145988"/>
                <a:gd name="connsiteY40" fmla="*/ 592739 h 1184601"/>
                <a:gd name="connsiteX41" fmla="*/ 33243 w 1145988"/>
                <a:gd name="connsiteY41" fmla="*/ 801425 h 1184601"/>
                <a:gd name="connsiteX42" fmla="*/ 97103 w 1145988"/>
                <a:gd name="connsiteY42" fmla="*/ 865434 h 1184601"/>
                <a:gd name="connsiteX43" fmla="*/ 109350 w 1145988"/>
                <a:gd name="connsiteY43" fmla="*/ 865434 h 1184601"/>
                <a:gd name="connsiteX44" fmla="*/ 109350 w 1145988"/>
                <a:gd name="connsiteY44" fmla="*/ 528730 h 1184601"/>
                <a:gd name="connsiteX45" fmla="*/ 571245 w 1145988"/>
                <a:gd name="connsiteY45" fmla="*/ 0 h 1184601"/>
                <a:gd name="connsiteX46" fmla="*/ 988524 w 1145988"/>
                <a:gd name="connsiteY46" fmla="*/ 419126 h 1184601"/>
                <a:gd name="connsiteX47" fmla="*/ 988524 w 1145988"/>
                <a:gd name="connsiteY47" fmla="*/ 502425 h 1184601"/>
                <a:gd name="connsiteX48" fmla="*/ 1025266 w 1145988"/>
                <a:gd name="connsiteY48" fmla="*/ 494534 h 1184601"/>
                <a:gd name="connsiteX49" fmla="*/ 1048886 w 1145988"/>
                <a:gd name="connsiteY49" fmla="*/ 494534 h 1184601"/>
                <a:gd name="connsiteX50" fmla="*/ 1145988 w 1145988"/>
                <a:gd name="connsiteY50" fmla="*/ 592739 h 1184601"/>
                <a:gd name="connsiteX51" fmla="*/ 1145988 w 1145988"/>
                <a:gd name="connsiteY51" fmla="*/ 801425 h 1184601"/>
                <a:gd name="connsiteX52" fmla="*/ 1048886 w 1145988"/>
                <a:gd name="connsiteY52" fmla="*/ 899630 h 1184601"/>
                <a:gd name="connsiteX53" fmla="*/ 1025266 w 1145988"/>
                <a:gd name="connsiteY53" fmla="*/ 899630 h 1184601"/>
                <a:gd name="connsiteX54" fmla="*/ 962280 w 1145988"/>
                <a:gd name="connsiteY54" fmla="*/ 875956 h 1184601"/>
                <a:gd name="connsiteX55" fmla="*/ 709463 w 1145988"/>
                <a:gd name="connsiteY55" fmla="*/ 1123223 h 1184601"/>
                <a:gd name="connsiteX56" fmla="*/ 636855 w 1145988"/>
                <a:gd name="connsiteY56" fmla="*/ 1184601 h 1184601"/>
                <a:gd name="connsiteX57" fmla="*/ 629856 w 1145988"/>
                <a:gd name="connsiteY57" fmla="*/ 1184601 h 1184601"/>
                <a:gd name="connsiteX58" fmla="*/ 498636 w 1145988"/>
                <a:gd name="connsiteY58" fmla="*/ 1172326 h 1184601"/>
                <a:gd name="connsiteX59" fmla="*/ 448773 w 1145988"/>
                <a:gd name="connsiteY59" fmla="*/ 1146020 h 1184601"/>
                <a:gd name="connsiteX60" fmla="*/ 432151 w 1145988"/>
                <a:gd name="connsiteY60" fmla="*/ 1091657 h 1184601"/>
                <a:gd name="connsiteX61" fmla="*/ 433026 w 1145988"/>
                <a:gd name="connsiteY61" fmla="*/ 1083765 h 1184601"/>
                <a:gd name="connsiteX62" fmla="*/ 458395 w 1145988"/>
                <a:gd name="connsiteY62" fmla="*/ 1032909 h 1184601"/>
                <a:gd name="connsiteX63" fmla="*/ 513508 w 1145988"/>
                <a:gd name="connsiteY63" fmla="*/ 1016249 h 1184601"/>
                <a:gd name="connsiteX64" fmla="*/ 643853 w 1145988"/>
                <a:gd name="connsiteY64" fmla="*/ 1027648 h 1184601"/>
                <a:gd name="connsiteX65" fmla="*/ 694591 w 1145988"/>
                <a:gd name="connsiteY65" fmla="*/ 1054830 h 1184601"/>
                <a:gd name="connsiteX66" fmla="*/ 709463 w 1145988"/>
                <a:gd name="connsiteY66" fmla="*/ 1087273 h 1184601"/>
                <a:gd name="connsiteX67" fmla="*/ 937786 w 1145988"/>
                <a:gd name="connsiteY67" fmla="*/ 844390 h 1184601"/>
                <a:gd name="connsiteX68" fmla="*/ 928163 w 1145988"/>
                <a:gd name="connsiteY68" fmla="*/ 801425 h 1184601"/>
                <a:gd name="connsiteX69" fmla="*/ 928163 w 1145988"/>
                <a:gd name="connsiteY69" fmla="*/ 592739 h 1184601"/>
                <a:gd name="connsiteX70" fmla="*/ 956157 w 1145988"/>
                <a:gd name="connsiteY70" fmla="*/ 524346 h 1184601"/>
                <a:gd name="connsiteX71" fmla="*/ 956157 w 1145988"/>
                <a:gd name="connsiteY71" fmla="*/ 419126 h 1184601"/>
                <a:gd name="connsiteX72" fmla="*/ 571245 w 1145988"/>
                <a:gd name="connsiteY72" fmla="*/ 34196 h 1184601"/>
                <a:gd name="connsiteX73" fmla="*/ 186333 w 1145988"/>
                <a:gd name="connsiteY73" fmla="*/ 419126 h 1184601"/>
                <a:gd name="connsiteX74" fmla="*/ 186333 w 1145988"/>
                <a:gd name="connsiteY74" fmla="*/ 521716 h 1184601"/>
                <a:gd name="connsiteX75" fmla="*/ 217825 w 1145988"/>
                <a:gd name="connsiteY75" fmla="*/ 592739 h 1184601"/>
                <a:gd name="connsiteX76" fmla="*/ 217825 w 1145988"/>
                <a:gd name="connsiteY76" fmla="*/ 801425 h 1184601"/>
                <a:gd name="connsiteX77" fmla="*/ 121597 w 1145988"/>
                <a:gd name="connsiteY77" fmla="*/ 899630 h 1184601"/>
                <a:gd name="connsiteX78" fmla="*/ 97103 w 1145988"/>
                <a:gd name="connsiteY78" fmla="*/ 899630 h 1184601"/>
                <a:gd name="connsiteX79" fmla="*/ 0 w 1145988"/>
                <a:gd name="connsiteY79" fmla="*/ 801425 h 1184601"/>
                <a:gd name="connsiteX80" fmla="*/ 0 w 1145988"/>
                <a:gd name="connsiteY80" fmla="*/ 592739 h 1184601"/>
                <a:gd name="connsiteX81" fmla="*/ 97103 w 1145988"/>
                <a:gd name="connsiteY81" fmla="*/ 494534 h 1184601"/>
                <a:gd name="connsiteX82" fmla="*/ 121597 w 1145988"/>
                <a:gd name="connsiteY82" fmla="*/ 494534 h 1184601"/>
                <a:gd name="connsiteX83" fmla="*/ 153965 w 1145988"/>
                <a:gd name="connsiteY83" fmla="*/ 500672 h 1184601"/>
                <a:gd name="connsiteX84" fmla="*/ 153965 w 1145988"/>
                <a:gd name="connsiteY84" fmla="*/ 419126 h 1184601"/>
                <a:gd name="connsiteX85" fmla="*/ 571245 w 1145988"/>
                <a:gd name="connsiteY85" fmla="*/ 0 h 1184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1145988" h="1184601">
                  <a:moveTo>
                    <a:pt x="506509" y="1049569"/>
                  </a:moveTo>
                  <a:cubicBezTo>
                    <a:pt x="496887" y="1049569"/>
                    <a:pt x="487264" y="1052199"/>
                    <a:pt x="480265" y="1058337"/>
                  </a:cubicBezTo>
                  <a:cubicBezTo>
                    <a:pt x="471517" y="1065352"/>
                    <a:pt x="466269" y="1075874"/>
                    <a:pt x="465394" y="1087273"/>
                  </a:cubicBezTo>
                  <a:lnTo>
                    <a:pt x="464519" y="1094287"/>
                  </a:lnTo>
                  <a:cubicBezTo>
                    <a:pt x="463644" y="1104809"/>
                    <a:pt x="467143" y="1116208"/>
                    <a:pt x="474142" y="1124100"/>
                  </a:cubicBezTo>
                  <a:cubicBezTo>
                    <a:pt x="481140" y="1132868"/>
                    <a:pt x="491638" y="1138129"/>
                    <a:pt x="502135" y="1139006"/>
                  </a:cubicBezTo>
                  <a:lnTo>
                    <a:pt x="633355" y="1151282"/>
                  </a:lnTo>
                  <a:cubicBezTo>
                    <a:pt x="655225" y="1153035"/>
                    <a:pt x="675346" y="1136375"/>
                    <a:pt x="677095" y="1113578"/>
                  </a:cubicBezTo>
                  <a:lnTo>
                    <a:pt x="677970" y="1105686"/>
                  </a:lnTo>
                  <a:cubicBezTo>
                    <a:pt x="680595" y="1082888"/>
                    <a:pt x="663099" y="1063598"/>
                    <a:pt x="640354" y="1060968"/>
                  </a:cubicBezTo>
                  <a:lnTo>
                    <a:pt x="510883" y="1049569"/>
                  </a:lnTo>
                  <a:cubicBezTo>
                    <a:pt x="509134" y="1049569"/>
                    <a:pt x="508259" y="1049569"/>
                    <a:pt x="506509" y="1049569"/>
                  </a:cubicBezTo>
                  <a:close/>
                  <a:moveTo>
                    <a:pt x="451486" y="914000"/>
                  </a:moveTo>
                  <a:cubicBezTo>
                    <a:pt x="485776" y="922068"/>
                    <a:pt x="527100" y="926551"/>
                    <a:pt x="571062" y="926551"/>
                  </a:cubicBezTo>
                  <a:cubicBezTo>
                    <a:pt x="615023" y="926551"/>
                    <a:pt x="656347" y="922068"/>
                    <a:pt x="691516" y="914000"/>
                  </a:cubicBezTo>
                  <a:cubicBezTo>
                    <a:pt x="700308" y="911311"/>
                    <a:pt x="709980" y="916690"/>
                    <a:pt x="710859" y="926551"/>
                  </a:cubicBezTo>
                  <a:cubicBezTo>
                    <a:pt x="713497" y="935515"/>
                    <a:pt x="708222" y="945376"/>
                    <a:pt x="699429" y="946272"/>
                  </a:cubicBezTo>
                  <a:cubicBezTo>
                    <a:pt x="661622" y="956133"/>
                    <a:pt x="616782" y="960616"/>
                    <a:pt x="571062" y="960616"/>
                  </a:cubicBezTo>
                  <a:cubicBezTo>
                    <a:pt x="525342" y="960616"/>
                    <a:pt x="480501" y="956133"/>
                    <a:pt x="443573" y="946272"/>
                  </a:cubicBezTo>
                  <a:cubicBezTo>
                    <a:pt x="433902" y="945376"/>
                    <a:pt x="428626" y="935515"/>
                    <a:pt x="431264" y="926551"/>
                  </a:cubicBezTo>
                  <a:cubicBezTo>
                    <a:pt x="433022" y="916690"/>
                    <a:pt x="441815" y="911311"/>
                    <a:pt x="451486" y="914000"/>
                  </a:cubicBezTo>
                  <a:close/>
                  <a:moveTo>
                    <a:pt x="980651" y="546267"/>
                  </a:moveTo>
                  <a:cubicBezTo>
                    <a:pt x="968404" y="557666"/>
                    <a:pt x="961406" y="574326"/>
                    <a:pt x="961406" y="592739"/>
                  </a:cubicBezTo>
                  <a:lnTo>
                    <a:pt x="961406" y="801425"/>
                  </a:lnTo>
                  <a:cubicBezTo>
                    <a:pt x="961406" y="819839"/>
                    <a:pt x="968404" y="836498"/>
                    <a:pt x="980651" y="847897"/>
                  </a:cubicBezTo>
                  <a:close/>
                  <a:moveTo>
                    <a:pt x="143467" y="532238"/>
                  </a:moveTo>
                  <a:lnTo>
                    <a:pt x="143467" y="861927"/>
                  </a:lnTo>
                  <a:cubicBezTo>
                    <a:pt x="167962" y="852282"/>
                    <a:pt x="185458" y="829484"/>
                    <a:pt x="185458" y="801425"/>
                  </a:cubicBezTo>
                  <a:lnTo>
                    <a:pt x="185458" y="592739"/>
                  </a:lnTo>
                  <a:cubicBezTo>
                    <a:pt x="185458" y="564680"/>
                    <a:pt x="167962" y="541883"/>
                    <a:pt x="143467" y="532238"/>
                  </a:cubicBezTo>
                  <a:close/>
                  <a:moveTo>
                    <a:pt x="1014768" y="528730"/>
                  </a:moveTo>
                  <a:lnTo>
                    <a:pt x="1014768" y="864557"/>
                  </a:lnTo>
                  <a:cubicBezTo>
                    <a:pt x="1018268" y="865434"/>
                    <a:pt x="1020892" y="865434"/>
                    <a:pt x="1025266" y="865434"/>
                  </a:cubicBezTo>
                  <a:lnTo>
                    <a:pt x="1048886" y="865434"/>
                  </a:lnTo>
                  <a:cubicBezTo>
                    <a:pt x="1084752" y="865434"/>
                    <a:pt x="1112746" y="836498"/>
                    <a:pt x="1112746" y="801425"/>
                  </a:cubicBezTo>
                  <a:lnTo>
                    <a:pt x="1112746" y="592739"/>
                  </a:lnTo>
                  <a:cubicBezTo>
                    <a:pt x="1112746" y="557666"/>
                    <a:pt x="1084752" y="528730"/>
                    <a:pt x="1048886" y="528730"/>
                  </a:cubicBezTo>
                  <a:lnTo>
                    <a:pt x="1025266" y="528730"/>
                  </a:lnTo>
                  <a:cubicBezTo>
                    <a:pt x="1020892" y="528730"/>
                    <a:pt x="1018268" y="528730"/>
                    <a:pt x="1014768" y="528730"/>
                  </a:cubicBezTo>
                  <a:close/>
                  <a:moveTo>
                    <a:pt x="97103" y="528730"/>
                  </a:moveTo>
                  <a:cubicBezTo>
                    <a:pt x="62111" y="528730"/>
                    <a:pt x="33243" y="557666"/>
                    <a:pt x="33243" y="592739"/>
                  </a:cubicBezTo>
                  <a:lnTo>
                    <a:pt x="33243" y="801425"/>
                  </a:lnTo>
                  <a:cubicBezTo>
                    <a:pt x="33243" y="836498"/>
                    <a:pt x="62111" y="865434"/>
                    <a:pt x="97103" y="865434"/>
                  </a:cubicBezTo>
                  <a:lnTo>
                    <a:pt x="109350" y="865434"/>
                  </a:lnTo>
                  <a:lnTo>
                    <a:pt x="109350" y="528730"/>
                  </a:lnTo>
                  <a:close/>
                  <a:moveTo>
                    <a:pt x="571245" y="0"/>
                  </a:moveTo>
                  <a:cubicBezTo>
                    <a:pt x="801317" y="0"/>
                    <a:pt x="988524" y="187642"/>
                    <a:pt x="988524" y="419126"/>
                  </a:cubicBezTo>
                  <a:lnTo>
                    <a:pt x="988524" y="502425"/>
                  </a:lnTo>
                  <a:cubicBezTo>
                    <a:pt x="999897" y="498041"/>
                    <a:pt x="1012144" y="494534"/>
                    <a:pt x="1025266" y="494534"/>
                  </a:cubicBezTo>
                  <a:lnTo>
                    <a:pt x="1048886" y="494534"/>
                  </a:lnTo>
                  <a:cubicBezTo>
                    <a:pt x="1103123" y="494534"/>
                    <a:pt x="1145988" y="539252"/>
                    <a:pt x="1145988" y="592739"/>
                  </a:cubicBezTo>
                  <a:lnTo>
                    <a:pt x="1145988" y="801425"/>
                  </a:lnTo>
                  <a:cubicBezTo>
                    <a:pt x="1145988" y="855789"/>
                    <a:pt x="1103123" y="899630"/>
                    <a:pt x="1048886" y="899630"/>
                  </a:cubicBezTo>
                  <a:lnTo>
                    <a:pt x="1025266" y="899630"/>
                  </a:lnTo>
                  <a:cubicBezTo>
                    <a:pt x="1001646" y="899630"/>
                    <a:pt x="979776" y="889985"/>
                    <a:pt x="962280" y="875956"/>
                  </a:cubicBezTo>
                  <a:cubicBezTo>
                    <a:pt x="918540" y="990821"/>
                    <a:pt x="826686" y="1081135"/>
                    <a:pt x="709463" y="1123223"/>
                  </a:cubicBezTo>
                  <a:cubicBezTo>
                    <a:pt x="703339" y="1158296"/>
                    <a:pt x="672721" y="1184601"/>
                    <a:pt x="636855" y="1184601"/>
                  </a:cubicBezTo>
                  <a:cubicBezTo>
                    <a:pt x="634230" y="1184601"/>
                    <a:pt x="632481" y="1184601"/>
                    <a:pt x="629856" y="1184601"/>
                  </a:cubicBezTo>
                  <a:lnTo>
                    <a:pt x="498636" y="1172326"/>
                  </a:lnTo>
                  <a:cubicBezTo>
                    <a:pt x="479391" y="1170572"/>
                    <a:pt x="461895" y="1160927"/>
                    <a:pt x="448773" y="1146020"/>
                  </a:cubicBezTo>
                  <a:cubicBezTo>
                    <a:pt x="435651" y="1130238"/>
                    <a:pt x="429527" y="1110947"/>
                    <a:pt x="432151" y="1091657"/>
                  </a:cubicBezTo>
                  <a:lnTo>
                    <a:pt x="433026" y="1083765"/>
                  </a:lnTo>
                  <a:cubicBezTo>
                    <a:pt x="433901" y="1064475"/>
                    <a:pt x="443524" y="1046062"/>
                    <a:pt x="458395" y="1032909"/>
                  </a:cubicBezTo>
                  <a:cubicBezTo>
                    <a:pt x="474142" y="1020633"/>
                    <a:pt x="493387" y="1014496"/>
                    <a:pt x="513508" y="1016249"/>
                  </a:cubicBezTo>
                  <a:lnTo>
                    <a:pt x="643853" y="1027648"/>
                  </a:lnTo>
                  <a:cubicBezTo>
                    <a:pt x="663099" y="1030279"/>
                    <a:pt x="681469" y="1039924"/>
                    <a:pt x="694591" y="1054830"/>
                  </a:cubicBezTo>
                  <a:cubicBezTo>
                    <a:pt x="702465" y="1064475"/>
                    <a:pt x="707713" y="1075874"/>
                    <a:pt x="709463" y="1087273"/>
                  </a:cubicBezTo>
                  <a:cubicBezTo>
                    <a:pt x="817938" y="1045185"/>
                    <a:pt x="902794" y="954871"/>
                    <a:pt x="937786" y="844390"/>
                  </a:cubicBezTo>
                  <a:cubicBezTo>
                    <a:pt x="931662" y="831238"/>
                    <a:pt x="928163" y="817208"/>
                    <a:pt x="928163" y="801425"/>
                  </a:cubicBezTo>
                  <a:lnTo>
                    <a:pt x="928163" y="592739"/>
                  </a:lnTo>
                  <a:cubicBezTo>
                    <a:pt x="928163" y="565557"/>
                    <a:pt x="937786" y="541883"/>
                    <a:pt x="956157" y="524346"/>
                  </a:cubicBezTo>
                  <a:lnTo>
                    <a:pt x="956157" y="419126"/>
                  </a:lnTo>
                  <a:cubicBezTo>
                    <a:pt x="956157" y="206056"/>
                    <a:pt x="782946" y="34196"/>
                    <a:pt x="571245" y="34196"/>
                  </a:cubicBezTo>
                  <a:cubicBezTo>
                    <a:pt x="359543" y="34196"/>
                    <a:pt x="186333" y="206056"/>
                    <a:pt x="186333" y="419126"/>
                  </a:cubicBezTo>
                  <a:lnTo>
                    <a:pt x="186333" y="521716"/>
                  </a:lnTo>
                  <a:cubicBezTo>
                    <a:pt x="206453" y="539252"/>
                    <a:pt x="217825" y="563804"/>
                    <a:pt x="217825" y="592739"/>
                  </a:cubicBezTo>
                  <a:lnTo>
                    <a:pt x="217825" y="801425"/>
                  </a:lnTo>
                  <a:cubicBezTo>
                    <a:pt x="217825" y="855789"/>
                    <a:pt x="174085" y="899630"/>
                    <a:pt x="121597" y="899630"/>
                  </a:cubicBezTo>
                  <a:lnTo>
                    <a:pt x="97103" y="899630"/>
                  </a:lnTo>
                  <a:cubicBezTo>
                    <a:pt x="43740" y="899630"/>
                    <a:pt x="0" y="855789"/>
                    <a:pt x="0" y="801425"/>
                  </a:cubicBezTo>
                  <a:lnTo>
                    <a:pt x="0" y="592739"/>
                  </a:lnTo>
                  <a:cubicBezTo>
                    <a:pt x="0" y="539252"/>
                    <a:pt x="43740" y="494534"/>
                    <a:pt x="97103" y="494534"/>
                  </a:cubicBezTo>
                  <a:lnTo>
                    <a:pt x="121597" y="494534"/>
                  </a:lnTo>
                  <a:cubicBezTo>
                    <a:pt x="132970" y="494534"/>
                    <a:pt x="143467" y="497164"/>
                    <a:pt x="153965" y="500672"/>
                  </a:cubicBezTo>
                  <a:lnTo>
                    <a:pt x="153965" y="419126"/>
                  </a:lnTo>
                  <a:cubicBezTo>
                    <a:pt x="153965" y="187642"/>
                    <a:pt x="341172" y="0"/>
                    <a:pt x="57124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16" name="Line 31">
              <a:extLst>
                <a:ext uri="{FF2B5EF4-FFF2-40B4-BE49-F238E27FC236}">
                  <a16:creationId xmlns:a16="http://schemas.microsoft.com/office/drawing/2014/main" id="{8FE1C051-EB47-4DD9-9165-90ACBE3C07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8222" y="12970732"/>
              <a:ext cx="0" cy="745268"/>
            </a:xfrm>
            <a:prstGeom prst="line">
              <a:avLst/>
            </a:prstGeom>
            <a:noFill/>
            <a:ln w="63500" cap="flat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192D0C2-47E4-4A8B-9A7B-1E296871C126}"/>
              </a:ext>
            </a:extLst>
          </p:cNvPr>
          <p:cNvGrpSpPr/>
          <p:nvPr/>
        </p:nvGrpSpPr>
        <p:grpSpPr>
          <a:xfrm>
            <a:off x="8340810" y="10727209"/>
            <a:ext cx="2243525" cy="2988791"/>
            <a:chOff x="8340810" y="10727209"/>
            <a:chExt cx="2243525" cy="2988791"/>
          </a:xfrm>
        </p:grpSpPr>
        <p:sp>
          <p:nvSpPr>
            <p:cNvPr id="18" name="Freeform 22">
              <a:extLst>
                <a:ext uri="{FF2B5EF4-FFF2-40B4-BE49-F238E27FC236}">
                  <a16:creationId xmlns:a16="http://schemas.microsoft.com/office/drawing/2014/main" id="{177B4E9E-6221-4F4C-AD12-F6624988C0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0810" y="10727209"/>
              <a:ext cx="2243525" cy="2243522"/>
            </a:xfrm>
            <a:custGeom>
              <a:avLst/>
              <a:gdLst>
                <a:gd name="T0" fmla="*/ 2561 w 2562"/>
                <a:gd name="T1" fmla="*/ 1281 h 2562"/>
                <a:gd name="T2" fmla="*/ 2561 w 2562"/>
                <a:gd name="T3" fmla="*/ 1281 h 2562"/>
                <a:gd name="T4" fmla="*/ 1280 w 2562"/>
                <a:gd name="T5" fmla="*/ 2561 h 2562"/>
                <a:gd name="T6" fmla="*/ 1280 w 2562"/>
                <a:gd name="T7" fmla="*/ 2561 h 2562"/>
                <a:gd name="T8" fmla="*/ 0 w 2562"/>
                <a:gd name="T9" fmla="*/ 1281 h 2562"/>
                <a:gd name="T10" fmla="*/ 0 w 2562"/>
                <a:gd name="T11" fmla="*/ 1281 h 2562"/>
                <a:gd name="T12" fmla="*/ 1280 w 2562"/>
                <a:gd name="T13" fmla="*/ 0 h 2562"/>
                <a:gd name="T14" fmla="*/ 1280 w 2562"/>
                <a:gd name="T15" fmla="*/ 0 h 2562"/>
                <a:gd name="T16" fmla="*/ 2561 w 2562"/>
                <a:gd name="T17" fmla="*/ 1281 h 25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62" h="2562">
                  <a:moveTo>
                    <a:pt x="2561" y="1281"/>
                  </a:moveTo>
                  <a:lnTo>
                    <a:pt x="2561" y="1281"/>
                  </a:lnTo>
                  <a:cubicBezTo>
                    <a:pt x="2561" y="1988"/>
                    <a:pt x="1987" y="2561"/>
                    <a:pt x="1280" y="2561"/>
                  </a:cubicBezTo>
                  <a:lnTo>
                    <a:pt x="1280" y="2561"/>
                  </a:lnTo>
                  <a:cubicBezTo>
                    <a:pt x="573" y="2561"/>
                    <a:pt x="0" y="1988"/>
                    <a:pt x="0" y="1281"/>
                  </a:cubicBezTo>
                  <a:lnTo>
                    <a:pt x="0" y="1281"/>
                  </a:lnTo>
                  <a:cubicBezTo>
                    <a:pt x="0" y="574"/>
                    <a:pt x="573" y="0"/>
                    <a:pt x="1280" y="0"/>
                  </a:cubicBezTo>
                  <a:lnTo>
                    <a:pt x="1280" y="0"/>
                  </a:lnTo>
                  <a:cubicBezTo>
                    <a:pt x="1987" y="0"/>
                    <a:pt x="2561" y="574"/>
                    <a:pt x="2561" y="1281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87EA8DB-7F67-48FF-8E1A-64FB2ECF26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58249" y="11321878"/>
              <a:ext cx="1210828" cy="1053308"/>
            </a:xfrm>
            <a:custGeom>
              <a:avLst/>
              <a:gdLst>
                <a:gd name="connsiteX0" fmla="*/ 507786 w 1210828"/>
                <a:gd name="connsiteY0" fmla="*/ 482685 h 1053308"/>
                <a:gd name="connsiteX1" fmla="*/ 539744 w 1210828"/>
                <a:gd name="connsiteY1" fmla="*/ 515070 h 1053308"/>
                <a:gd name="connsiteX2" fmla="*/ 507786 w 1210828"/>
                <a:gd name="connsiteY2" fmla="*/ 547456 h 1053308"/>
                <a:gd name="connsiteX3" fmla="*/ 474964 w 1210828"/>
                <a:gd name="connsiteY3" fmla="*/ 515070 h 1053308"/>
                <a:gd name="connsiteX4" fmla="*/ 507786 w 1210828"/>
                <a:gd name="connsiteY4" fmla="*/ 482685 h 1053308"/>
                <a:gd name="connsiteX5" fmla="*/ 379919 w 1210828"/>
                <a:gd name="connsiteY5" fmla="*/ 482685 h 1053308"/>
                <a:gd name="connsiteX6" fmla="*/ 412305 w 1210828"/>
                <a:gd name="connsiteY6" fmla="*/ 515070 h 1053308"/>
                <a:gd name="connsiteX7" fmla="*/ 379919 w 1210828"/>
                <a:gd name="connsiteY7" fmla="*/ 547456 h 1053308"/>
                <a:gd name="connsiteX8" fmla="*/ 347534 w 1210828"/>
                <a:gd name="connsiteY8" fmla="*/ 515070 h 1053308"/>
                <a:gd name="connsiteX9" fmla="*/ 379919 w 1210828"/>
                <a:gd name="connsiteY9" fmla="*/ 482685 h 1053308"/>
                <a:gd name="connsiteX10" fmla="*/ 244779 w 1210828"/>
                <a:gd name="connsiteY10" fmla="*/ 482685 h 1053308"/>
                <a:gd name="connsiteX11" fmla="*/ 277174 w 1210828"/>
                <a:gd name="connsiteY11" fmla="*/ 515070 h 1053308"/>
                <a:gd name="connsiteX12" fmla="*/ 244779 w 1210828"/>
                <a:gd name="connsiteY12" fmla="*/ 547456 h 1053308"/>
                <a:gd name="connsiteX13" fmla="*/ 212383 w 1210828"/>
                <a:gd name="connsiteY13" fmla="*/ 515070 h 1053308"/>
                <a:gd name="connsiteX14" fmla="*/ 244779 w 1210828"/>
                <a:gd name="connsiteY14" fmla="*/ 482685 h 1053308"/>
                <a:gd name="connsiteX15" fmla="*/ 100750 w 1210828"/>
                <a:gd name="connsiteY15" fmla="*/ 310467 h 1053308"/>
                <a:gd name="connsiteX16" fmla="*/ 34167 w 1210828"/>
                <a:gd name="connsiteY16" fmla="*/ 378875 h 1053308"/>
                <a:gd name="connsiteX17" fmla="*/ 34167 w 1210828"/>
                <a:gd name="connsiteY17" fmla="*/ 634967 h 1053308"/>
                <a:gd name="connsiteX18" fmla="*/ 100750 w 1210828"/>
                <a:gd name="connsiteY18" fmla="*/ 704252 h 1053308"/>
                <a:gd name="connsiteX19" fmla="*/ 134918 w 1210828"/>
                <a:gd name="connsiteY19" fmla="*/ 704252 h 1053308"/>
                <a:gd name="connsiteX20" fmla="*/ 165581 w 1210828"/>
                <a:gd name="connsiteY20" fmla="*/ 734948 h 1053308"/>
                <a:gd name="connsiteX21" fmla="*/ 165581 w 1210828"/>
                <a:gd name="connsiteY21" fmla="*/ 855977 h 1053308"/>
                <a:gd name="connsiteX22" fmla="*/ 306631 w 1210828"/>
                <a:gd name="connsiteY22" fmla="*/ 722669 h 1053308"/>
                <a:gd name="connsiteX23" fmla="*/ 354816 w 1210828"/>
                <a:gd name="connsiteY23" fmla="*/ 704252 h 1053308"/>
                <a:gd name="connsiteX24" fmla="*/ 655315 w 1210828"/>
                <a:gd name="connsiteY24" fmla="*/ 704252 h 1053308"/>
                <a:gd name="connsiteX25" fmla="*/ 722773 w 1210828"/>
                <a:gd name="connsiteY25" fmla="*/ 634967 h 1053308"/>
                <a:gd name="connsiteX26" fmla="*/ 722773 w 1210828"/>
                <a:gd name="connsiteY26" fmla="*/ 378875 h 1053308"/>
                <a:gd name="connsiteX27" fmla="*/ 655315 w 1210828"/>
                <a:gd name="connsiteY27" fmla="*/ 310467 h 1053308"/>
                <a:gd name="connsiteX28" fmla="*/ 824428 w 1210828"/>
                <a:gd name="connsiteY28" fmla="*/ 131291 h 1053308"/>
                <a:gd name="connsiteX29" fmla="*/ 1084201 w 1210828"/>
                <a:gd name="connsiteY29" fmla="*/ 362818 h 1053308"/>
                <a:gd name="connsiteX30" fmla="*/ 1084201 w 1210828"/>
                <a:gd name="connsiteY30" fmla="*/ 365440 h 1053308"/>
                <a:gd name="connsiteX31" fmla="*/ 1084201 w 1210828"/>
                <a:gd name="connsiteY31" fmla="*/ 530567 h 1053308"/>
                <a:gd name="connsiteX32" fmla="*/ 1056118 w 1210828"/>
                <a:gd name="connsiteY32" fmla="*/ 558525 h 1053308"/>
                <a:gd name="connsiteX33" fmla="*/ 965724 w 1210828"/>
                <a:gd name="connsiteY33" fmla="*/ 642399 h 1053308"/>
                <a:gd name="connsiteX34" fmla="*/ 1017503 w 1210828"/>
                <a:gd name="connsiteY34" fmla="*/ 723652 h 1053308"/>
                <a:gd name="connsiteX35" fmla="*/ 1025401 w 1210828"/>
                <a:gd name="connsiteY35" fmla="*/ 745494 h 1053308"/>
                <a:gd name="connsiteX36" fmla="*/ 1010482 w 1210828"/>
                <a:gd name="connsiteY36" fmla="*/ 755978 h 1053308"/>
                <a:gd name="connsiteX37" fmla="*/ 1003461 w 1210828"/>
                <a:gd name="connsiteY37" fmla="*/ 754231 h 1053308"/>
                <a:gd name="connsiteX38" fmla="*/ 932374 w 1210828"/>
                <a:gd name="connsiteY38" fmla="*/ 641525 h 1053308"/>
                <a:gd name="connsiteX39" fmla="*/ 1050852 w 1210828"/>
                <a:gd name="connsiteY39" fmla="*/ 525325 h 1053308"/>
                <a:gd name="connsiteX40" fmla="*/ 1050852 w 1210828"/>
                <a:gd name="connsiteY40" fmla="*/ 366313 h 1053308"/>
                <a:gd name="connsiteX41" fmla="*/ 824428 w 1210828"/>
                <a:gd name="connsiteY41" fmla="*/ 165365 h 1053308"/>
                <a:gd name="connsiteX42" fmla="*/ 670846 w 1210828"/>
                <a:gd name="connsiteY42" fmla="*/ 224776 h 1053308"/>
                <a:gd name="connsiteX43" fmla="*/ 647150 w 1210828"/>
                <a:gd name="connsiteY43" fmla="*/ 223902 h 1053308"/>
                <a:gd name="connsiteX44" fmla="*/ 648028 w 1210828"/>
                <a:gd name="connsiteY44" fmla="*/ 199439 h 1053308"/>
                <a:gd name="connsiteX45" fmla="*/ 824428 w 1210828"/>
                <a:gd name="connsiteY45" fmla="*/ 131291 h 1053308"/>
                <a:gd name="connsiteX46" fmla="*/ 822647 w 1210828"/>
                <a:gd name="connsiteY46" fmla="*/ 0 h 1053308"/>
                <a:gd name="connsiteX47" fmla="*/ 1210755 w 1210828"/>
                <a:gd name="connsiteY47" fmla="*/ 355195 h 1053308"/>
                <a:gd name="connsiteX48" fmla="*/ 1194985 w 1210828"/>
                <a:gd name="connsiteY48" fmla="*/ 373613 h 1053308"/>
                <a:gd name="connsiteX49" fmla="*/ 1193233 w 1210828"/>
                <a:gd name="connsiteY49" fmla="*/ 373613 h 1053308"/>
                <a:gd name="connsiteX50" fmla="*/ 1177463 w 1210828"/>
                <a:gd name="connsiteY50" fmla="*/ 357827 h 1053308"/>
                <a:gd name="connsiteX51" fmla="*/ 822647 w 1210828"/>
                <a:gd name="connsiteY51" fmla="*/ 33327 h 1053308"/>
                <a:gd name="connsiteX52" fmla="*/ 486229 w 1210828"/>
                <a:gd name="connsiteY52" fmla="*/ 276263 h 1053308"/>
                <a:gd name="connsiteX53" fmla="*/ 655315 w 1210828"/>
                <a:gd name="connsiteY53" fmla="*/ 276263 h 1053308"/>
                <a:gd name="connsiteX54" fmla="*/ 756941 w 1210828"/>
                <a:gd name="connsiteY54" fmla="*/ 378875 h 1053308"/>
                <a:gd name="connsiteX55" fmla="*/ 756941 w 1210828"/>
                <a:gd name="connsiteY55" fmla="*/ 634967 h 1053308"/>
                <a:gd name="connsiteX56" fmla="*/ 655315 w 1210828"/>
                <a:gd name="connsiteY56" fmla="*/ 737579 h 1053308"/>
                <a:gd name="connsiteX57" fmla="*/ 622023 w 1210828"/>
                <a:gd name="connsiteY57" fmla="*/ 737579 h 1053308"/>
                <a:gd name="connsiteX58" fmla="*/ 728906 w 1210828"/>
                <a:gd name="connsiteY58" fmla="*/ 839314 h 1053308"/>
                <a:gd name="connsiteX59" fmla="*/ 730658 w 1210828"/>
                <a:gd name="connsiteY59" fmla="*/ 841068 h 1053308"/>
                <a:gd name="connsiteX60" fmla="*/ 775339 w 1210828"/>
                <a:gd name="connsiteY60" fmla="*/ 896320 h 1053308"/>
                <a:gd name="connsiteX61" fmla="*/ 786728 w 1210828"/>
                <a:gd name="connsiteY61" fmla="*/ 917369 h 1053308"/>
                <a:gd name="connsiteX62" fmla="*/ 967202 w 1210828"/>
                <a:gd name="connsiteY62" fmla="*/ 1020858 h 1053308"/>
                <a:gd name="connsiteX63" fmla="*/ 1177463 w 1210828"/>
                <a:gd name="connsiteY63" fmla="*/ 810372 h 1053308"/>
                <a:gd name="connsiteX64" fmla="*/ 1194109 w 1210828"/>
                <a:gd name="connsiteY64" fmla="*/ 792831 h 1053308"/>
                <a:gd name="connsiteX65" fmla="*/ 1210755 w 1210828"/>
                <a:gd name="connsiteY65" fmla="*/ 810372 h 1053308"/>
                <a:gd name="connsiteX66" fmla="*/ 967202 w 1210828"/>
                <a:gd name="connsiteY66" fmla="*/ 1053308 h 1053308"/>
                <a:gd name="connsiteX67" fmla="*/ 757817 w 1210828"/>
                <a:gd name="connsiteY67" fmla="*/ 934032 h 1053308"/>
                <a:gd name="connsiteX68" fmla="*/ 746428 w 1210828"/>
                <a:gd name="connsiteY68" fmla="*/ 912984 h 1053308"/>
                <a:gd name="connsiteX69" fmla="*/ 708756 w 1210828"/>
                <a:gd name="connsiteY69" fmla="*/ 865624 h 1053308"/>
                <a:gd name="connsiteX70" fmla="*/ 577343 w 1210828"/>
                <a:gd name="connsiteY70" fmla="*/ 737579 h 1053308"/>
                <a:gd name="connsiteX71" fmla="*/ 354816 w 1210828"/>
                <a:gd name="connsiteY71" fmla="*/ 737579 h 1053308"/>
                <a:gd name="connsiteX72" fmla="*/ 329409 w 1210828"/>
                <a:gd name="connsiteY72" fmla="*/ 747226 h 1053308"/>
                <a:gd name="connsiteX73" fmla="*/ 169961 w 1210828"/>
                <a:gd name="connsiteY73" fmla="*/ 896320 h 1053308"/>
                <a:gd name="connsiteX74" fmla="*/ 155944 w 1210828"/>
                <a:gd name="connsiteY74" fmla="*/ 901582 h 1053308"/>
                <a:gd name="connsiteX75" fmla="*/ 145431 w 1210828"/>
                <a:gd name="connsiteY75" fmla="*/ 899828 h 1053308"/>
                <a:gd name="connsiteX76" fmla="*/ 131413 w 1210828"/>
                <a:gd name="connsiteY76" fmla="*/ 877026 h 1053308"/>
                <a:gd name="connsiteX77" fmla="*/ 131413 w 1210828"/>
                <a:gd name="connsiteY77" fmla="*/ 737579 h 1053308"/>
                <a:gd name="connsiteX78" fmla="*/ 100750 w 1210828"/>
                <a:gd name="connsiteY78" fmla="*/ 737579 h 1053308"/>
                <a:gd name="connsiteX79" fmla="*/ 0 w 1210828"/>
                <a:gd name="connsiteY79" fmla="*/ 634967 h 1053308"/>
                <a:gd name="connsiteX80" fmla="*/ 0 w 1210828"/>
                <a:gd name="connsiteY80" fmla="*/ 378875 h 1053308"/>
                <a:gd name="connsiteX81" fmla="*/ 100750 w 1210828"/>
                <a:gd name="connsiteY81" fmla="*/ 276263 h 1053308"/>
                <a:gd name="connsiteX82" fmla="*/ 451186 w 1210828"/>
                <a:gd name="connsiteY82" fmla="*/ 276263 h 1053308"/>
                <a:gd name="connsiteX83" fmla="*/ 822647 w 1210828"/>
                <a:gd name="connsiteY83" fmla="*/ 0 h 1053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1210828" h="1053308">
                  <a:moveTo>
                    <a:pt x="507786" y="482685"/>
                  </a:moveTo>
                  <a:cubicBezTo>
                    <a:pt x="525924" y="482685"/>
                    <a:pt x="539744" y="496689"/>
                    <a:pt x="539744" y="515070"/>
                  </a:cubicBezTo>
                  <a:cubicBezTo>
                    <a:pt x="539744" y="533451"/>
                    <a:pt x="525924" y="547456"/>
                    <a:pt x="507786" y="547456"/>
                  </a:cubicBezTo>
                  <a:cubicBezTo>
                    <a:pt x="489648" y="547456"/>
                    <a:pt x="474964" y="533451"/>
                    <a:pt x="474964" y="515070"/>
                  </a:cubicBezTo>
                  <a:cubicBezTo>
                    <a:pt x="474964" y="496689"/>
                    <a:pt x="489648" y="482685"/>
                    <a:pt x="507786" y="482685"/>
                  </a:cubicBezTo>
                  <a:close/>
                  <a:moveTo>
                    <a:pt x="379919" y="482685"/>
                  </a:moveTo>
                  <a:cubicBezTo>
                    <a:pt x="398300" y="482685"/>
                    <a:pt x="412305" y="496689"/>
                    <a:pt x="412305" y="515070"/>
                  </a:cubicBezTo>
                  <a:cubicBezTo>
                    <a:pt x="412305" y="533451"/>
                    <a:pt x="398300" y="547456"/>
                    <a:pt x="379919" y="547456"/>
                  </a:cubicBezTo>
                  <a:cubicBezTo>
                    <a:pt x="361538" y="547456"/>
                    <a:pt x="347534" y="533451"/>
                    <a:pt x="347534" y="515070"/>
                  </a:cubicBezTo>
                  <a:cubicBezTo>
                    <a:pt x="347534" y="496689"/>
                    <a:pt x="361538" y="482685"/>
                    <a:pt x="379919" y="482685"/>
                  </a:cubicBezTo>
                  <a:close/>
                  <a:moveTo>
                    <a:pt x="244779" y="482685"/>
                  </a:moveTo>
                  <a:cubicBezTo>
                    <a:pt x="261829" y="482685"/>
                    <a:pt x="277174" y="496689"/>
                    <a:pt x="277174" y="515070"/>
                  </a:cubicBezTo>
                  <a:cubicBezTo>
                    <a:pt x="277174" y="533451"/>
                    <a:pt x="261829" y="547456"/>
                    <a:pt x="244779" y="547456"/>
                  </a:cubicBezTo>
                  <a:cubicBezTo>
                    <a:pt x="226876" y="547456"/>
                    <a:pt x="212383" y="533451"/>
                    <a:pt x="212383" y="515070"/>
                  </a:cubicBezTo>
                  <a:cubicBezTo>
                    <a:pt x="212383" y="496689"/>
                    <a:pt x="226876" y="482685"/>
                    <a:pt x="244779" y="482685"/>
                  </a:cubicBezTo>
                  <a:close/>
                  <a:moveTo>
                    <a:pt x="100750" y="310467"/>
                  </a:moveTo>
                  <a:cubicBezTo>
                    <a:pt x="63954" y="310467"/>
                    <a:pt x="34167" y="340286"/>
                    <a:pt x="34167" y="378875"/>
                  </a:cubicBezTo>
                  <a:lnTo>
                    <a:pt x="34167" y="634967"/>
                  </a:lnTo>
                  <a:cubicBezTo>
                    <a:pt x="34167" y="673556"/>
                    <a:pt x="63954" y="704252"/>
                    <a:pt x="100750" y="704252"/>
                  </a:cubicBezTo>
                  <a:lnTo>
                    <a:pt x="134918" y="704252"/>
                  </a:lnTo>
                  <a:cubicBezTo>
                    <a:pt x="151563" y="704252"/>
                    <a:pt x="165581" y="717407"/>
                    <a:pt x="165581" y="734948"/>
                  </a:cubicBezTo>
                  <a:lnTo>
                    <a:pt x="165581" y="855977"/>
                  </a:lnTo>
                  <a:lnTo>
                    <a:pt x="306631" y="722669"/>
                  </a:lnTo>
                  <a:cubicBezTo>
                    <a:pt x="319772" y="710391"/>
                    <a:pt x="337294" y="704252"/>
                    <a:pt x="354816" y="704252"/>
                  </a:cubicBezTo>
                  <a:lnTo>
                    <a:pt x="655315" y="704252"/>
                  </a:lnTo>
                  <a:cubicBezTo>
                    <a:pt x="692986" y="704252"/>
                    <a:pt x="722773" y="673556"/>
                    <a:pt x="722773" y="634967"/>
                  </a:cubicBezTo>
                  <a:lnTo>
                    <a:pt x="722773" y="378875"/>
                  </a:lnTo>
                  <a:cubicBezTo>
                    <a:pt x="722773" y="340286"/>
                    <a:pt x="692986" y="310467"/>
                    <a:pt x="655315" y="310467"/>
                  </a:cubicBezTo>
                  <a:close/>
                  <a:moveTo>
                    <a:pt x="824428" y="131291"/>
                  </a:moveTo>
                  <a:cubicBezTo>
                    <a:pt x="956070" y="131291"/>
                    <a:pt x="1071037" y="233513"/>
                    <a:pt x="1084201" y="362818"/>
                  </a:cubicBezTo>
                  <a:lnTo>
                    <a:pt x="1084201" y="365440"/>
                  </a:lnTo>
                  <a:cubicBezTo>
                    <a:pt x="1084201" y="381166"/>
                    <a:pt x="1084201" y="436208"/>
                    <a:pt x="1084201" y="530567"/>
                  </a:cubicBezTo>
                  <a:cubicBezTo>
                    <a:pt x="1084201" y="545419"/>
                    <a:pt x="1071915" y="558525"/>
                    <a:pt x="1056118" y="558525"/>
                  </a:cubicBezTo>
                  <a:cubicBezTo>
                    <a:pt x="1006971" y="558525"/>
                    <a:pt x="966601" y="596093"/>
                    <a:pt x="965724" y="642399"/>
                  </a:cubicBezTo>
                  <a:cubicBezTo>
                    <a:pt x="963968" y="678220"/>
                    <a:pt x="985031" y="710546"/>
                    <a:pt x="1017503" y="723652"/>
                  </a:cubicBezTo>
                  <a:cubicBezTo>
                    <a:pt x="1025401" y="727147"/>
                    <a:pt x="1029789" y="737631"/>
                    <a:pt x="1025401" y="745494"/>
                  </a:cubicBezTo>
                  <a:cubicBezTo>
                    <a:pt x="1022769" y="751610"/>
                    <a:pt x="1016625" y="755978"/>
                    <a:pt x="1010482" y="755978"/>
                  </a:cubicBezTo>
                  <a:cubicBezTo>
                    <a:pt x="1007849" y="755978"/>
                    <a:pt x="1006094" y="755978"/>
                    <a:pt x="1003461" y="754231"/>
                  </a:cubicBezTo>
                  <a:cubicBezTo>
                    <a:pt x="958703" y="735010"/>
                    <a:pt x="929742" y="690452"/>
                    <a:pt x="932374" y="641525"/>
                  </a:cubicBezTo>
                  <a:cubicBezTo>
                    <a:pt x="933252" y="578620"/>
                    <a:pt x="985909" y="527946"/>
                    <a:pt x="1050852" y="525325"/>
                  </a:cubicBezTo>
                  <a:cubicBezTo>
                    <a:pt x="1050852" y="436208"/>
                    <a:pt x="1050852" y="382040"/>
                    <a:pt x="1050852" y="366313"/>
                  </a:cubicBezTo>
                  <a:cubicBezTo>
                    <a:pt x="1038566" y="253607"/>
                    <a:pt x="939395" y="165365"/>
                    <a:pt x="824428" y="165365"/>
                  </a:cubicBezTo>
                  <a:cubicBezTo>
                    <a:pt x="767383" y="165365"/>
                    <a:pt x="712971" y="186333"/>
                    <a:pt x="670846" y="224776"/>
                  </a:cubicBezTo>
                  <a:cubicBezTo>
                    <a:pt x="663825" y="230891"/>
                    <a:pt x="653294" y="230018"/>
                    <a:pt x="647150" y="223902"/>
                  </a:cubicBezTo>
                  <a:cubicBezTo>
                    <a:pt x="641007" y="216912"/>
                    <a:pt x="641885" y="206428"/>
                    <a:pt x="648028" y="199439"/>
                  </a:cubicBezTo>
                  <a:cubicBezTo>
                    <a:pt x="696297" y="155754"/>
                    <a:pt x="759485" y="131291"/>
                    <a:pt x="824428" y="131291"/>
                  </a:cubicBezTo>
                  <a:close/>
                  <a:moveTo>
                    <a:pt x="822647" y="0"/>
                  </a:moveTo>
                  <a:cubicBezTo>
                    <a:pt x="1023272" y="0"/>
                    <a:pt x="1193233" y="156111"/>
                    <a:pt x="1210755" y="355195"/>
                  </a:cubicBezTo>
                  <a:cubicBezTo>
                    <a:pt x="1211631" y="363966"/>
                    <a:pt x="1204622" y="372736"/>
                    <a:pt x="1194985" y="373613"/>
                  </a:cubicBezTo>
                  <a:cubicBezTo>
                    <a:pt x="1194985" y="373613"/>
                    <a:pt x="1194109" y="373613"/>
                    <a:pt x="1193233" y="373613"/>
                  </a:cubicBezTo>
                  <a:cubicBezTo>
                    <a:pt x="1185348" y="373613"/>
                    <a:pt x="1178339" y="366597"/>
                    <a:pt x="1177463" y="357827"/>
                  </a:cubicBezTo>
                  <a:cubicBezTo>
                    <a:pt x="1161694" y="175405"/>
                    <a:pt x="1005750" y="33327"/>
                    <a:pt x="822647" y="33327"/>
                  </a:cubicBezTo>
                  <a:cubicBezTo>
                    <a:pt x="670208" y="33327"/>
                    <a:pt x="534414" y="132431"/>
                    <a:pt x="486229" y="276263"/>
                  </a:cubicBezTo>
                  <a:lnTo>
                    <a:pt x="655315" y="276263"/>
                  </a:lnTo>
                  <a:cubicBezTo>
                    <a:pt x="711384" y="276263"/>
                    <a:pt x="756941" y="321868"/>
                    <a:pt x="756941" y="378875"/>
                  </a:cubicBezTo>
                  <a:lnTo>
                    <a:pt x="756941" y="634967"/>
                  </a:lnTo>
                  <a:cubicBezTo>
                    <a:pt x="756941" y="691973"/>
                    <a:pt x="711384" y="737579"/>
                    <a:pt x="655315" y="737579"/>
                  </a:cubicBezTo>
                  <a:lnTo>
                    <a:pt x="622023" y="737579"/>
                  </a:lnTo>
                  <a:cubicBezTo>
                    <a:pt x="677217" y="800725"/>
                    <a:pt x="728906" y="839314"/>
                    <a:pt x="728906" y="839314"/>
                  </a:cubicBezTo>
                  <a:lnTo>
                    <a:pt x="730658" y="841068"/>
                  </a:lnTo>
                  <a:cubicBezTo>
                    <a:pt x="747304" y="856854"/>
                    <a:pt x="763073" y="875272"/>
                    <a:pt x="775339" y="896320"/>
                  </a:cubicBezTo>
                  <a:lnTo>
                    <a:pt x="786728" y="917369"/>
                  </a:lnTo>
                  <a:cubicBezTo>
                    <a:pt x="823524" y="980515"/>
                    <a:pt x="893611" y="1020858"/>
                    <a:pt x="967202" y="1020858"/>
                  </a:cubicBezTo>
                  <a:cubicBezTo>
                    <a:pt x="1082846" y="1020858"/>
                    <a:pt x="1177463" y="926139"/>
                    <a:pt x="1177463" y="810372"/>
                  </a:cubicBezTo>
                  <a:cubicBezTo>
                    <a:pt x="1177463" y="800725"/>
                    <a:pt x="1184472" y="792831"/>
                    <a:pt x="1194109" y="792831"/>
                  </a:cubicBezTo>
                  <a:cubicBezTo>
                    <a:pt x="1203746" y="792831"/>
                    <a:pt x="1210755" y="800725"/>
                    <a:pt x="1210755" y="810372"/>
                  </a:cubicBezTo>
                  <a:cubicBezTo>
                    <a:pt x="1210755" y="944557"/>
                    <a:pt x="1101244" y="1053308"/>
                    <a:pt x="967202" y="1053308"/>
                  </a:cubicBezTo>
                  <a:cubicBezTo>
                    <a:pt x="881345" y="1053308"/>
                    <a:pt x="800745" y="1007703"/>
                    <a:pt x="757817" y="934032"/>
                  </a:cubicBezTo>
                  <a:lnTo>
                    <a:pt x="746428" y="912984"/>
                  </a:lnTo>
                  <a:cubicBezTo>
                    <a:pt x="735915" y="895443"/>
                    <a:pt x="722773" y="880534"/>
                    <a:pt x="708756" y="865624"/>
                  </a:cubicBezTo>
                  <a:cubicBezTo>
                    <a:pt x="700871" y="860362"/>
                    <a:pt x="640421" y="812126"/>
                    <a:pt x="577343" y="737579"/>
                  </a:cubicBezTo>
                  <a:lnTo>
                    <a:pt x="354816" y="737579"/>
                  </a:lnTo>
                  <a:cubicBezTo>
                    <a:pt x="346055" y="737579"/>
                    <a:pt x="336418" y="741087"/>
                    <a:pt x="329409" y="747226"/>
                  </a:cubicBezTo>
                  <a:lnTo>
                    <a:pt x="169961" y="896320"/>
                  </a:lnTo>
                  <a:cubicBezTo>
                    <a:pt x="166457" y="899828"/>
                    <a:pt x="161200" y="901582"/>
                    <a:pt x="155944" y="901582"/>
                  </a:cubicBezTo>
                  <a:cubicBezTo>
                    <a:pt x="152439" y="901582"/>
                    <a:pt x="148935" y="900706"/>
                    <a:pt x="145431" y="899828"/>
                  </a:cubicBezTo>
                  <a:cubicBezTo>
                    <a:pt x="136670" y="894566"/>
                    <a:pt x="131413" y="887550"/>
                    <a:pt x="131413" y="877026"/>
                  </a:cubicBezTo>
                  <a:lnTo>
                    <a:pt x="131413" y="737579"/>
                  </a:lnTo>
                  <a:lnTo>
                    <a:pt x="100750" y="737579"/>
                  </a:lnTo>
                  <a:cubicBezTo>
                    <a:pt x="45557" y="737579"/>
                    <a:pt x="0" y="691973"/>
                    <a:pt x="0" y="634967"/>
                  </a:cubicBezTo>
                  <a:lnTo>
                    <a:pt x="0" y="378875"/>
                  </a:lnTo>
                  <a:cubicBezTo>
                    <a:pt x="0" y="321868"/>
                    <a:pt x="45557" y="276263"/>
                    <a:pt x="100750" y="276263"/>
                  </a:cubicBezTo>
                  <a:lnTo>
                    <a:pt x="451186" y="276263"/>
                  </a:lnTo>
                  <a:cubicBezTo>
                    <a:pt x="500247" y="114013"/>
                    <a:pt x="651810" y="0"/>
                    <a:pt x="822647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30" name="Line 32">
              <a:extLst>
                <a:ext uri="{FF2B5EF4-FFF2-40B4-BE49-F238E27FC236}">
                  <a16:creationId xmlns:a16="http://schemas.microsoft.com/office/drawing/2014/main" id="{93674D8F-613A-4208-B746-A904B864FC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64504" y="12970732"/>
              <a:ext cx="0" cy="745268"/>
            </a:xfrm>
            <a:prstGeom prst="line">
              <a:avLst/>
            </a:prstGeom>
            <a:noFill/>
            <a:ln w="63500" cap="flat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B735E46-CC9D-40FF-AB2E-38705782036C}"/>
              </a:ext>
            </a:extLst>
          </p:cNvPr>
          <p:cNvGrpSpPr/>
          <p:nvPr/>
        </p:nvGrpSpPr>
        <p:grpSpPr>
          <a:xfrm>
            <a:off x="13797092" y="10727209"/>
            <a:ext cx="2243522" cy="2988791"/>
            <a:chOff x="13797092" y="10727209"/>
            <a:chExt cx="2243522" cy="2988791"/>
          </a:xfrm>
        </p:grpSpPr>
        <p:sp>
          <p:nvSpPr>
            <p:cNvPr id="32" name="Freeform 19">
              <a:extLst>
                <a:ext uri="{FF2B5EF4-FFF2-40B4-BE49-F238E27FC236}">
                  <a16:creationId xmlns:a16="http://schemas.microsoft.com/office/drawing/2014/main" id="{D8192D58-837D-4AC0-A05F-C574FA72DE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97092" y="10727209"/>
              <a:ext cx="2243522" cy="2243522"/>
            </a:xfrm>
            <a:custGeom>
              <a:avLst/>
              <a:gdLst>
                <a:gd name="T0" fmla="*/ 2561 w 2562"/>
                <a:gd name="T1" fmla="*/ 1281 h 2562"/>
                <a:gd name="T2" fmla="*/ 2561 w 2562"/>
                <a:gd name="T3" fmla="*/ 1281 h 2562"/>
                <a:gd name="T4" fmla="*/ 1281 w 2562"/>
                <a:gd name="T5" fmla="*/ 2561 h 2562"/>
                <a:gd name="T6" fmla="*/ 1281 w 2562"/>
                <a:gd name="T7" fmla="*/ 2561 h 2562"/>
                <a:gd name="T8" fmla="*/ 0 w 2562"/>
                <a:gd name="T9" fmla="*/ 1281 h 2562"/>
                <a:gd name="T10" fmla="*/ 0 w 2562"/>
                <a:gd name="T11" fmla="*/ 1281 h 2562"/>
                <a:gd name="T12" fmla="*/ 1281 w 2562"/>
                <a:gd name="T13" fmla="*/ 0 h 2562"/>
                <a:gd name="T14" fmla="*/ 1281 w 2562"/>
                <a:gd name="T15" fmla="*/ 0 h 2562"/>
                <a:gd name="T16" fmla="*/ 2561 w 2562"/>
                <a:gd name="T17" fmla="*/ 1281 h 25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62" h="2562">
                  <a:moveTo>
                    <a:pt x="2561" y="1281"/>
                  </a:moveTo>
                  <a:lnTo>
                    <a:pt x="2561" y="1281"/>
                  </a:lnTo>
                  <a:cubicBezTo>
                    <a:pt x="2561" y="1988"/>
                    <a:pt x="1988" y="2561"/>
                    <a:pt x="1281" y="2561"/>
                  </a:cubicBezTo>
                  <a:lnTo>
                    <a:pt x="1281" y="2561"/>
                  </a:lnTo>
                  <a:cubicBezTo>
                    <a:pt x="573" y="2561"/>
                    <a:pt x="0" y="1988"/>
                    <a:pt x="0" y="1281"/>
                  </a:cubicBezTo>
                  <a:lnTo>
                    <a:pt x="0" y="1281"/>
                  </a:lnTo>
                  <a:cubicBezTo>
                    <a:pt x="0" y="574"/>
                    <a:pt x="573" y="0"/>
                    <a:pt x="1281" y="0"/>
                  </a:cubicBezTo>
                  <a:lnTo>
                    <a:pt x="1281" y="0"/>
                  </a:lnTo>
                  <a:cubicBezTo>
                    <a:pt x="1988" y="0"/>
                    <a:pt x="2561" y="574"/>
                    <a:pt x="2561" y="1281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17D3CDA4-F428-49B8-A7AB-C4FC48265F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15327" y="11244650"/>
              <a:ext cx="810032" cy="1207769"/>
            </a:xfrm>
            <a:custGeom>
              <a:avLst/>
              <a:gdLst>
                <a:gd name="connsiteX0" fmla="*/ 85105 w 810032"/>
                <a:gd name="connsiteY0" fmla="*/ 1036106 h 1207769"/>
                <a:gd name="connsiteX1" fmla="*/ 32463 w 810032"/>
                <a:gd name="connsiteY1" fmla="*/ 1088655 h 1207769"/>
                <a:gd name="connsiteX2" fmla="*/ 32463 w 810032"/>
                <a:gd name="connsiteY2" fmla="*/ 1154343 h 1207769"/>
                <a:gd name="connsiteX3" fmla="*/ 52642 w 810032"/>
                <a:gd name="connsiteY3" fmla="*/ 1174487 h 1207769"/>
                <a:gd name="connsiteX4" fmla="*/ 494837 w 810032"/>
                <a:gd name="connsiteY4" fmla="*/ 1174487 h 1207769"/>
                <a:gd name="connsiteX5" fmla="*/ 515016 w 810032"/>
                <a:gd name="connsiteY5" fmla="*/ 1154343 h 1207769"/>
                <a:gd name="connsiteX6" fmla="*/ 515016 w 810032"/>
                <a:gd name="connsiteY6" fmla="*/ 1088655 h 1207769"/>
                <a:gd name="connsiteX7" fmla="*/ 462374 w 810032"/>
                <a:gd name="connsiteY7" fmla="*/ 1036106 h 1207769"/>
                <a:gd name="connsiteX8" fmla="*/ 107039 w 810032"/>
                <a:gd name="connsiteY8" fmla="*/ 921372 h 1207769"/>
                <a:gd name="connsiteX9" fmla="*/ 71067 w 810032"/>
                <a:gd name="connsiteY9" fmla="*/ 958157 h 1207769"/>
                <a:gd name="connsiteX10" fmla="*/ 71067 w 810032"/>
                <a:gd name="connsiteY10" fmla="*/ 992314 h 1207769"/>
                <a:gd name="connsiteX11" fmla="*/ 82473 w 810032"/>
                <a:gd name="connsiteY11" fmla="*/ 1003700 h 1207769"/>
                <a:gd name="connsiteX12" fmla="*/ 85105 w 810032"/>
                <a:gd name="connsiteY12" fmla="*/ 1003700 h 1207769"/>
                <a:gd name="connsiteX13" fmla="*/ 462374 w 810032"/>
                <a:gd name="connsiteY13" fmla="*/ 1003700 h 1207769"/>
                <a:gd name="connsiteX14" fmla="*/ 465006 w 810032"/>
                <a:gd name="connsiteY14" fmla="*/ 1003700 h 1207769"/>
                <a:gd name="connsiteX15" fmla="*/ 476412 w 810032"/>
                <a:gd name="connsiteY15" fmla="*/ 992314 h 1207769"/>
                <a:gd name="connsiteX16" fmla="*/ 476412 w 810032"/>
                <a:gd name="connsiteY16" fmla="*/ 958157 h 1207769"/>
                <a:gd name="connsiteX17" fmla="*/ 441317 w 810032"/>
                <a:gd name="connsiteY17" fmla="*/ 921372 h 1207769"/>
                <a:gd name="connsiteX18" fmla="*/ 408854 w 810032"/>
                <a:gd name="connsiteY18" fmla="*/ 921372 h 1207769"/>
                <a:gd name="connsiteX19" fmla="*/ 138624 w 810032"/>
                <a:gd name="connsiteY19" fmla="*/ 921372 h 1207769"/>
                <a:gd name="connsiteX20" fmla="*/ 612131 w 810032"/>
                <a:gd name="connsiteY20" fmla="*/ 532885 h 1207769"/>
                <a:gd name="connsiteX21" fmla="*/ 769573 w 810032"/>
                <a:gd name="connsiteY21" fmla="*/ 689570 h 1207769"/>
                <a:gd name="connsiteX22" fmla="*/ 741427 w 810032"/>
                <a:gd name="connsiteY22" fmla="*/ 779730 h 1207769"/>
                <a:gd name="connsiteX23" fmla="*/ 769573 w 810032"/>
                <a:gd name="connsiteY23" fmla="*/ 825247 h 1207769"/>
                <a:gd name="connsiteX24" fmla="*/ 769573 w 810032"/>
                <a:gd name="connsiteY24" fmla="*/ 834876 h 1207769"/>
                <a:gd name="connsiteX25" fmla="*/ 729113 w 810032"/>
                <a:gd name="connsiteY25" fmla="*/ 885645 h 1207769"/>
                <a:gd name="connsiteX26" fmla="*/ 729113 w 810032"/>
                <a:gd name="connsiteY26" fmla="*/ 1054585 h 1207769"/>
                <a:gd name="connsiteX27" fmla="*/ 744065 w 810032"/>
                <a:gd name="connsiteY27" fmla="*/ 1054585 h 1207769"/>
                <a:gd name="connsiteX28" fmla="*/ 810032 w 810032"/>
                <a:gd name="connsiteY28" fmla="*/ 1119360 h 1207769"/>
                <a:gd name="connsiteX29" fmla="*/ 810032 w 810032"/>
                <a:gd name="connsiteY29" fmla="*/ 1164877 h 1207769"/>
                <a:gd name="connsiteX30" fmla="*/ 766054 w 810032"/>
                <a:gd name="connsiteY30" fmla="*/ 1207769 h 1207769"/>
                <a:gd name="connsiteX31" fmla="*/ 583106 w 810032"/>
                <a:gd name="connsiteY31" fmla="*/ 1207769 h 1207769"/>
                <a:gd name="connsiteX32" fmla="*/ 566394 w 810032"/>
                <a:gd name="connsiteY32" fmla="*/ 1192013 h 1207769"/>
                <a:gd name="connsiteX33" fmla="*/ 583106 w 810032"/>
                <a:gd name="connsiteY33" fmla="*/ 1174506 h 1207769"/>
                <a:gd name="connsiteX34" fmla="*/ 766054 w 810032"/>
                <a:gd name="connsiteY34" fmla="*/ 1174506 h 1207769"/>
                <a:gd name="connsiteX35" fmla="*/ 776609 w 810032"/>
                <a:gd name="connsiteY35" fmla="*/ 1164877 h 1207769"/>
                <a:gd name="connsiteX36" fmla="*/ 776609 w 810032"/>
                <a:gd name="connsiteY36" fmla="*/ 1119360 h 1207769"/>
                <a:gd name="connsiteX37" fmla="*/ 744065 w 810032"/>
                <a:gd name="connsiteY37" fmla="*/ 1087848 h 1207769"/>
                <a:gd name="connsiteX38" fmla="*/ 729113 w 810032"/>
                <a:gd name="connsiteY38" fmla="*/ 1087848 h 1207769"/>
                <a:gd name="connsiteX39" fmla="*/ 605095 w 810032"/>
                <a:gd name="connsiteY39" fmla="*/ 1087848 h 1207769"/>
                <a:gd name="connsiteX40" fmla="*/ 588383 w 810032"/>
                <a:gd name="connsiteY40" fmla="*/ 1071216 h 1207769"/>
                <a:gd name="connsiteX41" fmla="*/ 605095 w 810032"/>
                <a:gd name="connsiteY41" fmla="*/ 1054585 h 1207769"/>
                <a:gd name="connsiteX42" fmla="*/ 694810 w 810032"/>
                <a:gd name="connsiteY42" fmla="*/ 1054585 h 1207769"/>
                <a:gd name="connsiteX43" fmla="*/ 694810 w 810032"/>
                <a:gd name="connsiteY43" fmla="*/ 887396 h 1207769"/>
                <a:gd name="connsiteX44" fmla="*/ 516259 w 810032"/>
                <a:gd name="connsiteY44" fmla="*/ 887396 h 1207769"/>
                <a:gd name="connsiteX45" fmla="*/ 510982 w 810032"/>
                <a:gd name="connsiteY45" fmla="*/ 887396 h 1207769"/>
                <a:gd name="connsiteX46" fmla="*/ 494270 w 810032"/>
                <a:gd name="connsiteY46" fmla="*/ 869889 h 1207769"/>
                <a:gd name="connsiteX47" fmla="*/ 510982 w 810032"/>
                <a:gd name="connsiteY47" fmla="*/ 853258 h 1207769"/>
                <a:gd name="connsiteX48" fmla="*/ 516259 w 810032"/>
                <a:gd name="connsiteY48" fmla="*/ 853258 h 1207769"/>
                <a:gd name="connsiteX49" fmla="*/ 717679 w 810032"/>
                <a:gd name="connsiteY49" fmla="*/ 853258 h 1207769"/>
                <a:gd name="connsiteX50" fmla="*/ 736149 w 810032"/>
                <a:gd name="connsiteY50" fmla="*/ 834876 h 1207769"/>
                <a:gd name="connsiteX51" fmla="*/ 736149 w 810032"/>
                <a:gd name="connsiteY51" fmla="*/ 825247 h 1207769"/>
                <a:gd name="connsiteX52" fmla="*/ 717679 w 810032"/>
                <a:gd name="connsiteY52" fmla="*/ 806865 h 1207769"/>
                <a:gd name="connsiteX53" fmla="*/ 510982 w 810032"/>
                <a:gd name="connsiteY53" fmla="*/ 806865 h 1207769"/>
                <a:gd name="connsiteX54" fmla="*/ 494270 w 810032"/>
                <a:gd name="connsiteY54" fmla="*/ 790234 h 1207769"/>
                <a:gd name="connsiteX55" fmla="*/ 510982 w 810032"/>
                <a:gd name="connsiteY55" fmla="*/ 773602 h 1207769"/>
                <a:gd name="connsiteX56" fmla="*/ 703606 w 810032"/>
                <a:gd name="connsiteY56" fmla="*/ 773602 h 1207769"/>
                <a:gd name="connsiteX57" fmla="*/ 703606 w 810032"/>
                <a:gd name="connsiteY57" fmla="*/ 772727 h 1207769"/>
                <a:gd name="connsiteX58" fmla="*/ 736149 w 810032"/>
                <a:gd name="connsiteY58" fmla="*/ 689570 h 1207769"/>
                <a:gd name="connsiteX59" fmla="*/ 612131 w 810032"/>
                <a:gd name="connsiteY59" fmla="*/ 566148 h 1207769"/>
                <a:gd name="connsiteX60" fmla="*/ 582226 w 810032"/>
                <a:gd name="connsiteY60" fmla="*/ 569649 h 1207769"/>
                <a:gd name="connsiteX61" fmla="*/ 561996 w 810032"/>
                <a:gd name="connsiteY61" fmla="*/ 557394 h 1207769"/>
                <a:gd name="connsiteX62" fmla="*/ 574310 w 810032"/>
                <a:gd name="connsiteY62" fmla="*/ 537262 h 1207769"/>
                <a:gd name="connsiteX63" fmla="*/ 612131 w 810032"/>
                <a:gd name="connsiteY63" fmla="*/ 532885 h 1207769"/>
                <a:gd name="connsiteX64" fmla="*/ 404468 w 810032"/>
                <a:gd name="connsiteY64" fmla="*/ 34157 h 1207769"/>
                <a:gd name="connsiteX65" fmla="*/ 32463 w 810032"/>
                <a:gd name="connsiteY65" fmla="*/ 404633 h 1207769"/>
                <a:gd name="connsiteX66" fmla="*/ 33340 w 810032"/>
                <a:gd name="connsiteY66" fmla="*/ 416895 h 1207769"/>
                <a:gd name="connsiteX67" fmla="*/ 33340 w 810032"/>
                <a:gd name="connsiteY67" fmla="*/ 418646 h 1207769"/>
                <a:gd name="connsiteX68" fmla="*/ 32463 w 810032"/>
                <a:gd name="connsiteY68" fmla="*/ 422150 h 1207769"/>
                <a:gd name="connsiteX69" fmla="*/ 32463 w 810032"/>
                <a:gd name="connsiteY69" fmla="*/ 646362 h 1207769"/>
                <a:gd name="connsiteX70" fmla="*/ 35972 w 810032"/>
                <a:gd name="connsiteY70" fmla="*/ 655120 h 1207769"/>
                <a:gd name="connsiteX71" fmla="*/ 48255 w 810032"/>
                <a:gd name="connsiteY71" fmla="*/ 663003 h 1207769"/>
                <a:gd name="connsiteX72" fmla="*/ 64925 w 810032"/>
                <a:gd name="connsiteY72" fmla="*/ 672637 h 1207769"/>
                <a:gd name="connsiteX73" fmla="*/ 123709 w 810032"/>
                <a:gd name="connsiteY73" fmla="*/ 710297 h 1207769"/>
                <a:gd name="connsiteX74" fmla="*/ 147398 w 810032"/>
                <a:gd name="connsiteY74" fmla="*/ 751461 h 1207769"/>
                <a:gd name="connsiteX75" fmla="*/ 147398 w 810032"/>
                <a:gd name="connsiteY75" fmla="*/ 888966 h 1207769"/>
                <a:gd name="connsiteX76" fmla="*/ 400081 w 810032"/>
                <a:gd name="connsiteY76" fmla="*/ 888966 h 1207769"/>
                <a:gd name="connsiteX77" fmla="*/ 400081 w 810032"/>
                <a:gd name="connsiteY77" fmla="*/ 784743 h 1207769"/>
                <a:gd name="connsiteX78" fmla="*/ 509752 w 810032"/>
                <a:gd name="connsiteY78" fmla="*/ 653368 h 1207769"/>
                <a:gd name="connsiteX79" fmla="*/ 514139 w 810032"/>
                <a:gd name="connsiteY79" fmla="*/ 646362 h 1207769"/>
                <a:gd name="connsiteX80" fmla="*/ 503610 w 810032"/>
                <a:gd name="connsiteY80" fmla="*/ 610453 h 1207769"/>
                <a:gd name="connsiteX81" fmla="*/ 357090 w 810032"/>
                <a:gd name="connsiteY81" fmla="*/ 518491 h 1207769"/>
                <a:gd name="connsiteX82" fmla="*/ 339542 w 810032"/>
                <a:gd name="connsiteY82" fmla="*/ 486961 h 1207769"/>
                <a:gd name="connsiteX83" fmla="*/ 339542 w 810032"/>
                <a:gd name="connsiteY83" fmla="*/ 462438 h 1207769"/>
                <a:gd name="connsiteX84" fmla="*/ 318485 w 810032"/>
                <a:gd name="connsiteY84" fmla="*/ 463314 h 1207769"/>
                <a:gd name="connsiteX85" fmla="*/ 171087 w 810032"/>
                <a:gd name="connsiteY85" fmla="*/ 317050 h 1207769"/>
                <a:gd name="connsiteX86" fmla="*/ 187757 w 810032"/>
                <a:gd name="connsiteY86" fmla="*/ 299533 h 1207769"/>
                <a:gd name="connsiteX87" fmla="*/ 204427 w 810032"/>
                <a:gd name="connsiteY87" fmla="*/ 317050 h 1207769"/>
                <a:gd name="connsiteX88" fmla="*/ 318485 w 810032"/>
                <a:gd name="connsiteY88" fmla="*/ 430032 h 1207769"/>
                <a:gd name="connsiteX89" fmla="*/ 395694 w 810032"/>
                <a:gd name="connsiteY89" fmla="*/ 401130 h 1207769"/>
                <a:gd name="connsiteX90" fmla="*/ 426402 w 810032"/>
                <a:gd name="connsiteY90" fmla="*/ 392371 h 1207769"/>
                <a:gd name="connsiteX91" fmla="*/ 570291 w 810032"/>
                <a:gd name="connsiteY91" fmla="*/ 435287 h 1207769"/>
                <a:gd name="connsiteX92" fmla="*/ 575555 w 810032"/>
                <a:gd name="connsiteY92" fmla="*/ 433535 h 1207769"/>
                <a:gd name="connsiteX93" fmla="*/ 603631 w 810032"/>
                <a:gd name="connsiteY93" fmla="*/ 372227 h 1207769"/>
                <a:gd name="connsiteX94" fmla="*/ 607140 w 810032"/>
                <a:gd name="connsiteY94" fmla="*/ 339822 h 1207769"/>
                <a:gd name="connsiteX95" fmla="*/ 577310 w 810032"/>
                <a:gd name="connsiteY95" fmla="*/ 305664 h 1207769"/>
                <a:gd name="connsiteX96" fmla="*/ 374637 w 810032"/>
                <a:gd name="connsiteY96" fmla="*/ 218081 h 1207769"/>
                <a:gd name="connsiteX97" fmla="*/ 337787 w 810032"/>
                <a:gd name="connsiteY97" fmla="*/ 204944 h 1207769"/>
                <a:gd name="connsiteX98" fmla="*/ 327259 w 810032"/>
                <a:gd name="connsiteY98" fmla="*/ 183048 h 1207769"/>
                <a:gd name="connsiteX99" fmla="*/ 348316 w 810032"/>
                <a:gd name="connsiteY99" fmla="*/ 172538 h 1207769"/>
                <a:gd name="connsiteX100" fmla="*/ 370250 w 810032"/>
                <a:gd name="connsiteY100" fmla="*/ 180421 h 1207769"/>
                <a:gd name="connsiteX101" fmla="*/ 479044 w 810032"/>
                <a:gd name="connsiteY101" fmla="*/ 42916 h 1207769"/>
                <a:gd name="connsiteX102" fmla="*/ 454478 w 810032"/>
                <a:gd name="connsiteY102" fmla="*/ 36785 h 1207769"/>
                <a:gd name="connsiteX103" fmla="*/ 404468 w 810032"/>
                <a:gd name="connsiteY103" fmla="*/ 34157 h 1207769"/>
                <a:gd name="connsiteX104" fmla="*/ 404468 w 810032"/>
                <a:gd name="connsiteY104" fmla="*/ 0 h 1207769"/>
                <a:gd name="connsiteX105" fmla="*/ 458865 w 810032"/>
                <a:gd name="connsiteY105" fmla="*/ 4379 h 1207769"/>
                <a:gd name="connsiteX106" fmla="*/ 486940 w 810032"/>
                <a:gd name="connsiteY106" fmla="*/ 9634 h 1207769"/>
                <a:gd name="connsiteX107" fmla="*/ 511507 w 810032"/>
                <a:gd name="connsiteY107" fmla="*/ 31530 h 1207769"/>
                <a:gd name="connsiteX108" fmla="*/ 505365 w 810032"/>
                <a:gd name="connsiteY108" fmla="*/ 63936 h 1207769"/>
                <a:gd name="connsiteX109" fmla="*/ 401836 w 810032"/>
                <a:gd name="connsiteY109" fmla="*/ 194434 h 1207769"/>
                <a:gd name="connsiteX110" fmla="*/ 591347 w 810032"/>
                <a:gd name="connsiteY110" fmla="*/ 274134 h 1207769"/>
                <a:gd name="connsiteX111" fmla="*/ 639603 w 810032"/>
                <a:gd name="connsiteY111" fmla="*/ 331939 h 1207769"/>
                <a:gd name="connsiteX112" fmla="*/ 634339 w 810032"/>
                <a:gd name="connsiteY112" fmla="*/ 386241 h 1207769"/>
                <a:gd name="connsiteX113" fmla="*/ 606263 w 810032"/>
                <a:gd name="connsiteY113" fmla="*/ 447549 h 1207769"/>
                <a:gd name="connsiteX114" fmla="*/ 572045 w 810032"/>
                <a:gd name="connsiteY114" fmla="*/ 469444 h 1207769"/>
                <a:gd name="connsiteX115" fmla="*/ 561517 w 810032"/>
                <a:gd name="connsiteY115" fmla="*/ 467693 h 1207769"/>
                <a:gd name="connsiteX116" fmla="*/ 418506 w 810032"/>
                <a:gd name="connsiteY116" fmla="*/ 424777 h 1207769"/>
                <a:gd name="connsiteX117" fmla="*/ 372882 w 810032"/>
                <a:gd name="connsiteY117" fmla="*/ 453679 h 1207769"/>
                <a:gd name="connsiteX118" fmla="*/ 372882 w 810032"/>
                <a:gd name="connsiteY118" fmla="*/ 486961 h 1207769"/>
                <a:gd name="connsiteX119" fmla="*/ 374637 w 810032"/>
                <a:gd name="connsiteY119" fmla="*/ 490464 h 1207769"/>
                <a:gd name="connsiteX120" fmla="*/ 526422 w 810032"/>
                <a:gd name="connsiteY120" fmla="*/ 585930 h 1207769"/>
                <a:gd name="connsiteX121" fmla="*/ 546602 w 810032"/>
                <a:gd name="connsiteY121" fmla="*/ 651617 h 1207769"/>
                <a:gd name="connsiteX122" fmla="*/ 533441 w 810032"/>
                <a:gd name="connsiteY122" fmla="*/ 676140 h 1207769"/>
                <a:gd name="connsiteX123" fmla="*/ 433421 w 810032"/>
                <a:gd name="connsiteY123" fmla="*/ 787370 h 1207769"/>
                <a:gd name="connsiteX124" fmla="*/ 433421 w 810032"/>
                <a:gd name="connsiteY124" fmla="*/ 888966 h 1207769"/>
                <a:gd name="connsiteX125" fmla="*/ 441317 w 810032"/>
                <a:gd name="connsiteY125" fmla="*/ 888966 h 1207769"/>
                <a:gd name="connsiteX126" fmla="*/ 509752 w 810032"/>
                <a:gd name="connsiteY126" fmla="*/ 958157 h 1207769"/>
                <a:gd name="connsiteX127" fmla="*/ 509752 w 810032"/>
                <a:gd name="connsiteY127" fmla="*/ 992314 h 1207769"/>
                <a:gd name="connsiteX128" fmla="*/ 503610 w 810032"/>
                <a:gd name="connsiteY128" fmla="*/ 1014210 h 1207769"/>
                <a:gd name="connsiteX129" fmla="*/ 548356 w 810032"/>
                <a:gd name="connsiteY129" fmla="*/ 1088655 h 1207769"/>
                <a:gd name="connsiteX130" fmla="*/ 548356 w 810032"/>
                <a:gd name="connsiteY130" fmla="*/ 1154343 h 1207769"/>
                <a:gd name="connsiteX131" fmla="*/ 494837 w 810032"/>
                <a:gd name="connsiteY131" fmla="*/ 1207768 h 1207769"/>
                <a:gd name="connsiteX132" fmla="*/ 52642 w 810032"/>
                <a:gd name="connsiteY132" fmla="*/ 1207768 h 1207769"/>
                <a:gd name="connsiteX133" fmla="*/ 0 w 810032"/>
                <a:gd name="connsiteY133" fmla="*/ 1154343 h 1207769"/>
                <a:gd name="connsiteX134" fmla="*/ 0 w 810032"/>
                <a:gd name="connsiteY134" fmla="*/ 1088655 h 1207769"/>
                <a:gd name="connsiteX135" fmla="*/ 43869 w 810032"/>
                <a:gd name="connsiteY135" fmla="*/ 1014210 h 1207769"/>
                <a:gd name="connsiteX136" fmla="*/ 37727 w 810032"/>
                <a:gd name="connsiteY136" fmla="*/ 992314 h 1207769"/>
                <a:gd name="connsiteX137" fmla="*/ 37727 w 810032"/>
                <a:gd name="connsiteY137" fmla="*/ 958157 h 1207769"/>
                <a:gd name="connsiteX138" fmla="*/ 107039 w 810032"/>
                <a:gd name="connsiteY138" fmla="*/ 888966 h 1207769"/>
                <a:gd name="connsiteX139" fmla="*/ 114058 w 810032"/>
                <a:gd name="connsiteY139" fmla="*/ 888966 h 1207769"/>
                <a:gd name="connsiteX140" fmla="*/ 114058 w 810032"/>
                <a:gd name="connsiteY140" fmla="*/ 751461 h 1207769"/>
                <a:gd name="connsiteX141" fmla="*/ 107039 w 810032"/>
                <a:gd name="connsiteY141" fmla="*/ 738324 h 1207769"/>
                <a:gd name="connsiteX142" fmla="*/ 44746 w 810032"/>
                <a:gd name="connsiteY142" fmla="*/ 698911 h 1207769"/>
                <a:gd name="connsiteX143" fmla="*/ 31585 w 810032"/>
                <a:gd name="connsiteY143" fmla="*/ 691905 h 1207769"/>
                <a:gd name="connsiteX144" fmla="*/ 11406 w 810032"/>
                <a:gd name="connsiteY144" fmla="*/ 677892 h 1207769"/>
                <a:gd name="connsiteX145" fmla="*/ 0 w 810032"/>
                <a:gd name="connsiteY145" fmla="*/ 646362 h 1207769"/>
                <a:gd name="connsiteX146" fmla="*/ 0 w 810032"/>
                <a:gd name="connsiteY146" fmla="*/ 422150 h 1207769"/>
                <a:gd name="connsiteX147" fmla="*/ 0 w 810032"/>
                <a:gd name="connsiteY147" fmla="*/ 416895 h 1207769"/>
                <a:gd name="connsiteX148" fmla="*/ 0 w 810032"/>
                <a:gd name="connsiteY148" fmla="*/ 404633 h 1207769"/>
                <a:gd name="connsiteX149" fmla="*/ 404468 w 810032"/>
                <a:gd name="connsiteY149" fmla="*/ 0 h 1207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</a:cxnLst>
              <a:rect l="l" t="t" r="r" b="b"/>
              <a:pathLst>
                <a:path w="810032" h="1207769">
                  <a:moveTo>
                    <a:pt x="85105" y="1036106"/>
                  </a:moveTo>
                  <a:cubicBezTo>
                    <a:pt x="56152" y="1036106"/>
                    <a:pt x="32463" y="1059753"/>
                    <a:pt x="32463" y="1088655"/>
                  </a:cubicBezTo>
                  <a:lnTo>
                    <a:pt x="32463" y="1154343"/>
                  </a:lnTo>
                  <a:cubicBezTo>
                    <a:pt x="32463" y="1165728"/>
                    <a:pt x="42114" y="1174487"/>
                    <a:pt x="52642" y="1174487"/>
                  </a:cubicBezTo>
                  <a:lnTo>
                    <a:pt x="494837" y="1174487"/>
                  </a:lnTo>
                  <a:cubicBezTo>
                    <a:pt x="505365" y="1174487"/>
                    <a:pt x="515016" y="1165728"/>
                    <a:pt x="515016" y="1154343"/>
                  </a:cubicBezTo>
                  <a:lnTo>
                    <a:pt x="515016" y="1088655"/>
                  </a:lnTo>
                  <a:cubicBezTo>
                    <a:pt x="515016" y="1059753"/>
                    <a:pt x="491327" y="1036106"/>
                    <a:pt x="462374" y="1036106"/>
                  </a:cubicBezTo>
                  <a:close/>
                  <a:moveTo>
                    <a:pt x="107039" y="921372"/>
                  </a:moveTo>
                  <a:cubicBezTo>
                    <a:pt x="86860" y="921372"/>
                    <a:pt x="71067" y="938013"/>
                    <a:pt x="71067" y="958157"/>
                  </a:cubicBezTo>
                  <a:lnTo>
                    <a:pt x="71067" y="992314"/>
                  </a:lnTo>
                  <a:cubicBezTo>
                    <a:pt x="71067" y="998445"/>
                    <a:pt x="76331" y="1003700"/>
                    <a:pt x="82473" y="1003700"/>
                  </a:cubicBezTo>
                  <a:lnTo>
                    <a:pt x="85105" y="1003700"/>
                  </a:lnTo>
                  <a:lnTo>
                    <a:pt x="462374" y="1003700"/>
                  </a:lnTo>
                  <a:lnTo>
                    <a:pt x="465006" y="1003700"/>
                  </a:lnTo>
                  <a:cubicBezTo>
                    <a:pt x="471148" y="1003700"/>
                    <a:pt x="476412" y="998445"/>
                    <a:pt x="476412" y="992314"/>
                  </a:cubicBezTo>
                  <a:lnTo>
                    <a:pt x="476412" y="958157"/>
                  </a:lnTo>
                  <a:cubicBezTo>
                    <a:pt x="476412" y="938013"/>
                    <a:pt x="460619" y="921372"/>
                    <a:pt x="441317" y="921372"/>
                  </a:cubicBezTo>
                  <a:lnTo>
                    <a:pt x="408854" y="921372"/>
                  </a:lnTo>
                  <a:lnTo>
                    <a:pt x="138624" y="921372"/>
                  </a:lnTo>
                  <a:close/>
                  <a:moveTo>
                    <a:pt x="612131" y="532885"/>
                  </a:moveTo>
                  <a:cubicBezTo>
                    <a:pt x="698328" y="532885"/>
                    <a:pt x="769573" y="602912"/>
                    <a:pt x="769573" y="689570"/>
                  </a:cubicBezTo>
                  <a:cubicBezTo>
                    <a:pt x="769573" y="721957"/>
                    <a:pt x="759897" y="752594"/>
                    <a:pt x="741427" y="779730"/>
                  </a:cubicBezTo>
                  <a:cubicBezTo>
                    <a:pt x="758138" y="787608"/>
                    <a:pt x="769573" y="804239"/>
                    <a:pt x="769573" y="825247"/>
                  </a:cubicBezTo>
                  <a:lnTo>
                    <a:pt x="769573" y="834876"/>
                  </a:lnTo>
                  <a:cubicBezTo>
                    <a:pt x="769573" y="860260"/>
                    <a:pt x="751981" y="880393"/>
                    <a:pt x="729113" y="885645"/>
                  </a:cubicBezTo>
                  <a:lnTo>
                    <a:pt x="729113" y="1054585"/>
                  </a:lnTo>
                  <a:lnTo>
                    <a:pt x="744065" y="1054585"/>
                  </a:lnTo>
                  <a:cubicBezTo>
                    <a:pt x="780127" y="1054585"/>
                    <a:pt x="810032" y="1083471"/>
                    <a:pt x="810032" y="1119360"/>
                  </a:cubicBezTo>
                  <a:lnTo>
                    <a:pt x="810032" y="1164877"/>
                  </a:lnTo>
                  <a:cubicBezTo>
                    <a:pt x="810032" y="1188511"/>
                    <a:pt x="790682" y="1207769"/>
                    <a:pt x="766054" y="1207769"/>
                  </a:cubicBezTo>
                  <a:lnTo>
                    <a:pt x="583106" y="1207769"/>
                  </a:lnTo>
                  <a:cubicBezTo>
                    <a:pt x="573430" y="1207769"/>
                    <a:pt x="566394" y="1200766"/>
                    <a:pt x="566394" y="1192013"/>
                  </a:cubicBezTo>
                  <a:cubicBezTo>
                    <a:pt x="566394" y="1181509"/>
                    <a:pt x="573430" y="1174506"/>
                    <a:pt x="583106" y="1174506"/>
                  </a:cubicBezTo>
                  <a:lnTo>
                    <a:pt x="766054" y="1174506"/>
                  </a:lnTo>
                  <a:cubicBezTo>
                    <a:pt x="772211" y="1174506"/>
                    <a:pt x="776609" y="1170129"/>
                    <a:pt x="776609" y="1164877"/>
                  </a:cubicBezTo>
                  <a:lnTo>
                    <a:pt x="776609" y="1119360"/>
                  </a:lnTo>
                  <a:cubicBezTo>
                    <a:pt x="776609" y="1101853"/>
                    <a:pt x="761657" y="1087848"/>
                    <a:pt x="744065" y="1087848"/>
                  </a:cubicBezTo>
                  <a:lnTo>
                    <a:pt x="729113" y="1087848"/>
                  </a:lnTo>
                  <a:lnTo>
                    <a:pt x="605095" y="1087848"/>
                  </a:lnTo>
                  <a:cubicBezTo>
                    <a:pt x="595420" y="1087848"/>
                    <a:pt x="588383" y="1080845"/>
                    <a:pt x="588383" y="1071216"/>
                  </a:cubicBezTo>
                  <a:cubicBezTo>
                    <a:pt x="588383" y="1061588"/>
                    <a:pt x="595420" y="1054585"/>
                    <a:pt x="605095" y="1054585"/>
                  </a:cubicBezTo>
                  <a:lnTo>
                    <a:pt x="694810" y="1054585"/>
                  </a:lnTo>
                  <a:lnTo>
                    <a:pt x="694810" y="887396"/>
                  </a:lnTo>
                  <a:lnTo>
                    <a:pt x="516259" y="887396"/>
                  </a:lnTo>
                  <a:lnTo>
                    <a:pt x="510982" y="887396"/>
                  </a:lnTo>
                  <a:cubicBezTo>
                    <a:pt x="501306" y="887396"/>
                    <a:pt x="494270" y="879518"/>
                    <a:pt x="494270" y="869889"/>
                  </a:cubicBezTo>
                  <a:cubicBezTo>
                    <a:pt x="494270" y="861136"/>
                    <a:pt x="501306" y="853258"/>
                    <a:pt x="510982" y="853258"/>
                  </a:cubicBezTo>
                  <a:lnTo>
                    <a:pt x="516259" y="853258"/>
                  </a:lnTo>
                  <a:lnTo>
                    <a:pt x="717679" y="853258"/>
                  </a:lnTo>
                  <a:cubicBezTo>
                    <a:pt x="727354" y="853258"/>
                    <a:pt x="736149" y="846255"/>
                    <a:pt x="736149" y="834876"/>
                  </a:cubicBezTo>
                  <a:lnTo>
                    <a:pt x="736149" y="825247"/>
                  </a:lnTo>
                  <a:cubicBezTo>
                    <a:pt x="736149" y="814743"/>
                    <a:pt x="727354" y="806865"/>
                    <a:pt x="717679" y="806865"/>
                  </a:cubicBezTo>
                  <a:lnTo>
                    <a:pt x="510982" y="806865"/>
                  </a:lnTo>
                  <a:cubicBezTo>
                    <a:pt x="501306" y="806865"/>
                    <a:pt x="494270" y="799862"/>
                    <a:pt x="494270" y="790234"/>
                  </a:cubicBezTo>
                  <a:cubicBezTo>
                    <a:pt x="494270" y="781480"/>
                    <a:pt x="501306" y="773602"/>
                    <a:pt x="510982" y="773602"/>
                  </a:cubicBezTo>
                  <a:lnTo>
                    <a:pt x="703606" y="773602"/>
                  </a:lnTo>
                  <a:lnTo>
                    <a:pt x="703606" y="772727"/>
                  </a:lnTo>
                  <a:cubicBezTo>
                    <a:pt x="724715" y="749968"/>
                    <a:pt x="736149" y="721082"/>
                    <a:pt x="736149" y="689570"/>
                  </a:cubicBezTo>
                  <a:cubicBezTo>
                    <a:pt x="736149" y="622169"/>
                    <a:pt x="679857" y="566148"/>
                    <a:pt x="612131" y="566148"/>
                  </a:cubicBezTo>
                  <a:cubicBezTo>
                    <a:pt x="601576" y="566148"/>
                    <a:pt x="591901" y="567023"/>
                    <a:pt x="582226" y="569649"/>
                  </a:cubicBezTo>
                  <a:cubicBezTo>
                    <a:pt x="572551" y="571400"/>
                    <a:pt x="563755" y="566148"/>
                    <a:pt x="561996" y="557394"/>
                  </a:cubicBezTo>
                  <a:cubicBezTo>
                    <a:pt x="560237" y="547766"/>
                    <a:pt x="564635" y="539888"/>
                    <a:pt x="574310" y="537262"/>
                  </a:cubicBezTo>
                  <a:cubicBezTo>
                    <a:pt x="586624" y="534636"/>
                    <a:pt x="598938" y="532885"/>
                    <a:pt x="612131" y="532885"/>
                  </a:cubicBezTo>
                  <a:close/>
                  <a:moveTo>
                    <a:pt x="404468" y="34157"/>
                  </a:moveTo>
                  <a:cubicBezTo>
                    <a:pt x="200040" y="34157"/>
                    <a:pt x="32463" y="199689"/>
                    <a:pt x="32463" y="404633"/>
                  </a:cubicBezTo>
                  <a:cubicBezTo>
                    <a:pt x="32463" y="408136"/>
                    <a:pt x="33340" y="412515"/>
                    <a:pt x="33340" y="416895"/>
                  </a:cubicBezTo>
                  <a:lnTo>
                    <a:pt x="33340" y="418646"/>
                  </a:lnTo>
                  <a:lnTo>
                    <a:pt x="32463" y="422150"/>
                  </a:lnTo>
                  <a:lnTo>
                    <a:pt x="32463" y="646362"/>
                  </a:lnTo>
                  <a:cubicBezTo>
                    <a:pt x="32463" y="650741"/>
                    <a:pt x="35095" y="653368"/>
                    <a:pt x="35972" y="655120"/>
                  </a:cubicBezTo>
                  <a:cubicBezTo>
                    <a:pt x="36850" y="655996"/>
                    <a:pt x="43869" y="659499"/>
                    <a:pt x="48255" y="663003"/>
                  </a:cubicBezTo>
                  <a:cubicBezTo>
                    <a:pt x="54397" y="665630"/>
                    <a:pt x="60539" y="670009"/>
                    <a:pt x="64925" y="672637"/>
                  </a:cubicBezTo>
                  <a:lnTo>
                    <a:pt x="123709" y="710297"/>
                  </a:lnTo>
                  <a:cubicBezTo>
                    <a:pt x="138624" y="719056"/>
                    <a:pt x="147398" y="734821"/>
                    <a:pt x="147398" y="751461"/>
                  </a:cubicBezTo>
                  <a:lnTo>
                    <a:pt x="147398" y="888966"/>
                  </a:lnTo>
                  <a:lnTo>
                    <a:pt x="400081" y="888966"/>
                  </a:lnTo>
                  <a:lnTo>
                    <a:pt x="400081" y="784743"/>
                  </a:lnTo>
                  <a:cubicBezTo>
                    <a:pt x="400081" y="775985"/>
                    <a:pt x="400081" y="763723"/>
                    <a:pt x="509752" y="653368"/>
                  </a:cubicBezTo>
                  <a:cubicBezTo>
                    <a:pt x="511507" y="651617"/>
                    <a:pt x="513262" y="648113"/>
                    <a:pt x="514139" y="646362"/>
                  </a:cubicBezTo>
                  <a:cubicBezTo>
                    <a:pt x="516771" y="633224"/>
                    <a:pt x="513262" y="620087"/>
                    <a:pt x="503610" y="610453"/>
                  </a:cubicBezTo>
                  <a:lnTo>
                    <a:pt x="357090" y="518491"/>
                  </a:lnTo>
                  <a:cubicBezTo>
                    <a:pt x="346561" y="512360"/>
                    <a:pt x="339542" y="500098"/>
                    <a:pt x="339542" y="486961"/>
                  </a:cubicBezTo>
                  <a:lnTo>
                    <a:pt x="339542" y="462438"/>
                  </a:lnTo>
                  <a:cubicBezTo>
                    <a:pt x="332523" y="463314"/>
                    <a:pt x="325504" y="463314"/>
                    <a:pt x="318485" y="463314"/>
                  </a:cubicBezTo>
                  <a:cubicBezTo>
                    <a:pt x="236890" y="463314"/>
                    <a:pt x="171087" y="397626"/>
                    <a:pt x="171087" y="317050"/>
                  </a:cubicBezTo>
                  <a:cubicBezTo>
                    <a:pt x="171087" y="307416"/>
                    <a:pt x="178106" y="299533"/>
                    <a:pt x="187757" y="299533"/>
                  </a:cubicBezTo>
                  <a:cubicBezTo>
                    <a:pt x="197408" y="299533"/>
                    <a:pt x="204427" y="307416"/>
                    <a:pt x="204427" y="317050"/>
                  </a:cubicBezTo>
                  <a:cubicBezTo>
                    <a:pt x="204427" y="379234"/>
                    <a:pt x="255315" y="430032"/>
                    <a:pt x="318485" y="430032"/>
                  </a:cubicBezTo>
                  <a:cubicBezTo>
                    <a:pt x="359722" y="430032"/>
                    <a:pt x="386043" y="409888"/>
                    <a:pt x="395694" y="401130"/>
                  </a:cubicBezTo>
                  <a:cubicBezTo>
                    <a:pt x="403590" y="392371"/>
                    <a:pt x="415873" y="389744"/>
                    <a:pt x="426402" y="392371"/>
                  </a:cubicBezTo>
                  <a:lnTo>
                    <a:pt x="570291" y="435287"/>
                  </a:lnTo>
                  <a:cubicBezTo>
                    <a:pt x="572923" y="436163"/>
                    <a:pt x="574677" y="435287"/>
                    <a:pt x="575555" y="433535"/>
                  </a:cubicBezTo>
                  <a:lnTo>
                    <a:pt x="603631" y="372227"/>
                  </a:lnTo>
                  <a:cubicBezTo>
                    <a:pt x="608895" y="362593"/>
                    <a:pt x="609772" y="351207"/>
                    <a:pt x="607140" y="339822"/>
                  </a:cubicBezTo>
                  <a:cubicBezTo>
                    <a:pt x="603631" y="324057"/>
                    <a:pt x="593102" y="311795"/>
                    <a:pt x="577310" y="305664"/>
                  </a:cubicBezTo>
                  <a:lnTo>
                    <a:pt x="374637" y="218081"/>
                  </a:lnTo>
                  <a:cubicBezTo>
                    <a:pt x="370250" y="215454"/>
                    <a:pt x="352703" y="209323"/>
                    <a:pt x="337787" y="204944"/>
                  </a:cubicBezTo>
                  <a:cubicBezTo>
                    <a:pt x="329891" y="201441"/>
                    <a:pt x="324627" y="191807"/>
                    <a:pt x="327259" y="183048"/>
                  </a:cubicBezTo>
                  <a:cubicBezTo>
                    <a:pt x="330769" y="174290"/>
                    <a:pt x="339542" y="169911"/>
                    <a:pt x="348316" y="172538"/>
                  </a:cubicBezTo>
                  <a:cubicBezTo>
                    <a:pt x="351825" y="173414"/>
                    <a:pt x="360599" y="176042"/>
                    <a:pt x="370250" y="180421"/>
                  </a:cubicBezTo>
                  <a:lnTo>
                    <a:pt x="479044" y="42916"/>
                  </a:lnTo>
                  <a:cubicBezTo>
                    <a:pt x="464129" y="38536"/>
                    <a:pt x="454478" y="36785"/>
                    <a:pt x="454478" y="36785"/>
                  </a:cubicBezTo>
                  <a:cubicBezTo>
                    <a:pt x="437808" y="34157"/>
                    <a:pt x="421138" y="34157"/>
                    <a:pt x="404468" y="34157"/>
                  </a:cubicBezTo>
                  <a:close/>
                  <a:moveTo>
                    <a:pt x="404468" y="0"/>
                  </a:moveTo>
                  <a:cubicBezTo>
                    <a:pt x="422892" y="0"/>
                    <a:pt x="441317" y="1752"/>
                    <a:pt x="458865" y="4379"/>
                  </a:cubicBezTo>
                  <a:cubicBezTo>
                    <a:pt x="458865" y="4379"/>
                    <a:pt x="469393" y="5255"/>
                    <a:pt x="486940" y="9634"/>
                  </a:cubicBezTo>
                  <a:cubicBezTo>
                    <a:pt x="498346" y="12262"/>
                    <a:pt x="507120" y="20144"/>
                    <a:pt x="511507" y="31530"/>
                  </a:cubicBezTo>
                  <a:cubicBezTo>
                    <a:pt x="515016" y="42040"/>
                    <a:pt x="513262" y="54301"/>
                    <a:pt x="505365" y="63936"/>
                  </a:cubicBezTo>
                  <a:lnTo>
                    <a:pt x="401836" y="194434"/>
                  </a:lnTo>
                  <a:lnTo>
                    <a:pt x="591347" y="274134"/>
                  </a:lnTo>
                  <a:cubicBezTo>
                    <a:pt x="615914" y="284644"/>
                    <a:pt x="633461" y="305664"/>
                    <a:pt x="639603" y="331939"/>
                  </a:cubicBezTo>
                  <a:cubicBezTo>
                    <a:pt x="643990" y="350332"/>
                    <a:pt x="641358" y="370476"/>
                    <a:pt x="634339" y="386241"/>
                  </a:cubicBezTo>
                  <a:lnTo>
                    <a:pt x="606263" y="447549"/>
                  </a:lnTo>
                  <a:cubicBezTo>
                    <a:pt x="600121" y="460686"/>
                    <a:pt x="586083" y="469444"/>
                    <a:pt x="572045" y="469444"/>
                  </a:cubicBezTo>
                  <a:cubicBezTo>
                    <a:pt x="568536" y="469444"/>
                    <a:pt x="564149" y="468569"/>
                    <a:pt x="561517" y="467693"/>
                  </a:cubicBezTo>
                  <a:lnTo>
                    <a:pt x="418506" y="424777"/>
                  </a:lnTo>
                  <a:cubicBezTo>
                    <a:pt x="408854" y="433535"/>
                    <a:pt x="393939" y="444921"/>
                    <a:pt x="372882" y="453679"/>
                  </a:cubicBezTo>
                  <a:lnTo>
                    <a:pt x="372882" y="486961"/>
                  </a:lnTo>
                  <a:cubicBezTo>
                    <a:pt x="372882" y="487837"/>
                    <a:pt x="373760" y="489588"/>
                    <a:pt x="374637" y="490464"/>
                  </a:cubicBezTo>
                  <a:lnTo>
                    <a:pt x="526422" y="585930"/>
                  </a:lnTo>
                  <a:cubicBezTo>
                    <a:pt x="543969" y="603446"/>
                    <a:pt x="551866" y="627969"/>
                    <a:pt x="546602" y="651617"/>
                  </a:cubicBezTo>
                  <a:cubicBezTo>
                    <a:pt x="544847" y="661251"/>
                    <a:pt x="540460" y="670009"/>
                    <a:pt x="533441" y="676140"/>
                  </a:cubicBezTo>
                  <a:cubicBezTo>
                    <a:pt x="472025" y="739200"/>
                    <a:pt x="439562" y="776860"/>
                    <a:pt x="433421" y="787370"/>
                  </a:cubicBezTo>
                  <a:lnTo>
                    <a:pt x="433421" y="888966"/>
                  </a:lnTo>
                  <a:lnTo>
                    <a:pt x="441317" y="888966"/>
                  </a:lnTo>
                  <a:cubicBezTo>
                    <a:pt x="479044" y="888966"/>
                    <a:pt x="509752" y="919620"/>
                    <a:pt x="509752" y="958157"/>
                  </a:cubicBezTo>
                  <a:lnTo>
                    <a:pt x="509752" y="992314"/>
                  </a:lnTo>
                  <a:cubicBezTo>
                    <a:pt x="509752" y="999321"/>
                    <a:pt x="507120" y="1007203"/>
                    <a:pt x="503610" y="1014210"/>
                  </a:cubicBezTo>
                  <a:cubicBezTo>
                    <a:pt x="529932" y="1029099"/>
                    <a:pt x="548356" y="1057126"/>
                    <a:pt x="548356" y="1088655"/>
                  </a:cubicBezTo>
                  <a:lnTo>
                    <a:pt x="548356" y="1154343"/>
                  </a:lnTo>
                  <a:cubicBezTo>
                    <a:pt x="548356" y="1184121"/>
                    <a:pt x="523790" y="1207768"/>
                    <a:pt x="494837" y="1207768"/>
                  </a:cubicBezTo>
                  <a:lnTo>
                    <a:pt x="52642" y="1207768"/>
                  </a:lnTo>
                  <a:cubicBezTo>
                    <a:pt x="23689" y="1207768"/>
                    <a:pt x="0" y="1184121"/>
                    <a:pt x="0" y="1154343"/>
                  </a:cubicBezTo>
                  <a:lnTo>
                    <a:pt x="0" y="1088655"/>
                  </a:lnTo>
                  <a:cubicBezTo>
                    <a:pt x="0" y="1057126"/>
                    <a:pt x="17547" y="1029099"/>
                    <a:pt x="43869" y="1014210"/>
                  </a:cubicBezTo>
                  <a:cubicBezTo>
                    <a:pt x="40359" y="1007203"/>
                    <a:pt x="37727" y="999321"/>
                    <a:pt x="37727" y="992314"/>
                  </a:cubicBezTo>
                  <a:lnTo>
                    <a:pt x="37727" y="958157"/>
                  </a:lnTo>
                  <a:cubicBezTo>
                    <a:pt x="37727" y="919620"/>
                    <a:pt x="68435" y="888966"/>
                    <a:pt x="107039" y="888966"/>
                  </a:cubicBezTo>
                  <a:lnTo>
                    <a:pt x="114058" y="888966"/>
                  </a:lnTo>
                  <a:lnTo>
                    <a:pt x="114058" y="751461"/>
                  </a:lnTo>
                  <a:cubicBezTo>
                    <a:pt x="114058" y="746206"/>
                    <a:pt x="111426" y="740951"/>
                    <a:pt x="107039" y="738324"/>
                  </a:cubicBezTo>
                  <a:lnTo>
                    <a:pt x="44746" y="698911"/>
                  </a:lnTo>
                  <a:cubicBezTo>
                    <a:pt x="42114" y="698036"/>
                    <a:pt x="35972" y="693657"/>
                    <a:pt x="31585" y="691905"/>
                  </a:cubicBezTo>
                  <a:cubicBezTo>
                    <a:pt x="21057" y="685774"/>
                    <a:pt x="14915" y="682271"/>
                    <a:pt x="11406" y="677892"/>
                  </a:cubicBezTo>
                  <a:cubicBezTo>
                    <a:pt x="3509" y="669133"/>
                    <a:pt x="0" y="657748"/>
                    <a:pt x="0" y="646362"/>
                  </a:cubicBezTo>
                  <a:lnTo>
                    <a:pt x="0" y="422150"/>
                  </a:lnTo>
                  <a:cubicBezTo>
                    <a:pt x="0" y="420398"/>
                    <a:pt x="0" y="418646"/>
                    <a:pt x="0" y="416895"/>
                  </a:cubicBezTo>
                  <a:cubicBezTo>
                    <a:pt x="0" y="413391"/>
                    <a:pt x="0" y="409012"/>
                    <a:pt x="0" y="404633"/>
                  </a:cubicBezTo>
                  <a:cubicBezTo>
                    <a:pt x="0" y="182172"/>
                    <a:pt x="181616" y="0"/>
                    <a:pt x="40446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34" name="Line 33">
              <a:extLst>
                <a:ext uri="{FF2B5EF4-FFF2-40B4-BE49-F238E27FC236}">
                  <a16:creationId xmlns:a16="http://schemas.microsoft.com/office/drawing/2014/main" id="{D11F373B-3801-4243-819A-133FEEBF39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920783" y="12970732"/>
              <a:ext cx="0" cy="745268"/>
            </a:xfrm>
            <a:prstGeom prst="line">
              <a:avLst/>
            </a:prstGeom>
            <a:noFill/>
            <a:ln w="63500" cap="flat">
              <a:solidFill>
                <a:schemeClr val="accent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67198D4-EA85-4406-B3B7-9C1F9FC422D6}"/>
              </a:ext>
            </a:extLst>
          </p:cNvPr>
          <p:cNvGrpSpPr/>
          <p:nvPr/>
        </p:nvGrpSpPr>
        <p:grpSpPr>
          <a:xfrm>
            <a:off x="19253371" y="10727209"/>
            <a:ext cx="2243525" cy="2988791"/>
            <a:chOff x="19253371" y="10727209"/>
            <a:chExt cx="2243525" cy="2988791"/>
          </a:xfrm>
        </p:grpSpPr>
        <p:sp>
          <p:nvSpPr>
            <p:cNvPr id="36" name="Freeform 6">
              <a:extLst>
                <a:ext uri="{FF2B5EF4-FFF2-40B4-BE49-F238E27FC236}">
                  <a16:creationId xmlns:a16="http://schemas.microsoft.com/office/drawing/2014/main" id="{F5FE7417-5647-4C56-95F0-7C51272F02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53371" y="10727209"/>
              <a:ext cx="2243525" cy="2243522"/>
            </a:xfrm>
            <a:custGeom>
              <a:avLst/>
              <a:gdLst>
                <a:gd name="T0" fmla="*/ 2561 w 2562"/>
                <a:gd name="T1" fmla="*/ 1281 h 2562"/>
                <a:gd name="T2" fmla="*/ 2561 w 2562"/>
                <a:gd name="T3" fmla="*/ 1281 h 2562"/>
                <a:gd name="T4" fmla="*/ 1280 w 2562"/>
                <a:gd name="T5" fmla="*/ 2561 h 2562"/>
                <a:gd name="T6" fmla="*/ 1280 w 2562"/>
                <a:gd name="T7" fmla="*/ 2561 h 2562"/>
                <a:gd name="T8" fmla="*/ 0 w 2562"/>
                <a:gd name="T9" fmla="*/ 1281 h 2562"/>
                <a:gd name="T10" fmla="*/ 0 w 2562"/>
                <a:gd name="T11" fmla="*/ 1281 h 2562"/>
                <a:gd name="T12" fmla="*/ 1280 w 2562"/>
                <a:gd name="T13" fmla="*/ 0 h 2562"/>
                <a:gd name="T14" fmla="*/ 1280 w 2562"/>
                <a:gd name="T15" fmla="*/ 0 h 2562"/>
                <a:gd name="T16" fmla="*/ 2561 w 2562"/>
                <a:gd name="T17" fmla="*/ 1281 h 25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62" h="2562">
                  <a:moveTo>
                    <a:pt x="2561" y="1281"/>
                  </a:moveTo>
                  <a:lnTo>
                    <a:pt x="2561" y="1281"/>
                  </a:lnTo>
                  <a:cubicBezTo>
                    <a:pt x="2561" y="1988"/>
                    <a:pt x="1988" y="2561"/>
                    <a:pt x="1280" y="2561"/>
                  </a:cubicBezTo>
                  <a:lnTo>
                    <a:pt x="1280" y="2561"/>
                  </a:lnTo>
                  <a:cubicBezTo>
                    <a:pt x="574" y="2561"/>
                    <a:pt x="0" y="1988"/>
                    <a:pt x="0" y="1281"/>
                  </a:cubicBezTo>
                  <a:lnTo>
                    <a:pt x="0" y="1281"/>
                  </a:lnTo>
                  <a:cubicBezTo>
                    <a:pt x="0" y="574"/>
                    <a:pt x="574" y="0"/>
                    <a:pt x="1280" y="0"/>
                  </a:cubicBezTo>
                  <a:lnTo>
                    <a:pt x="1280" y="0"/>
                  </a:lnTo>
                  <a:cubicBezTo>
                    <a:pt x="1988" y="0"/>
                    <a:pt x="2561" y="574"/>
                    <a:pt x="2561" y="1281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9347BD2-3D27-478D-B8D5-0D89584389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40316" y="11229203"/>
              <a:ext cx="1066937" cy="1219364"/>
            </a:xfrm>
            <a:custGeom>
              <a:avLst/>
              <a:gdLst>
                <a:gd name="connsiteX0" fmla="*/ 731304 w 1066937"/>
                <a:gd name="connsiteY0" fmla="*/ 1061907 h 1219364"/>
                <a:gd name="connsiteX1" fmla="*/ 739396 w 1066937"/>
                <a:gd name="connsiteY1" fmla="*/ 1069693 h 1219364"/>
                <a:gd name="connsiteX2" fmla="*/ 739396 w 1066937"/>
                <a:gd name="connsiteY2" fmla="*/ 1079210 h 1219364"/>
                <a:gd name="connsiteX3" fmla="*/ 763676 w 1066937"/>
                <a:gd name="connsiteY3" fmla="*/ 1109490 h 1219364"/>
                <a:gd name="connsiteX4" fmla="*/ 755582 w 1066937"/>
                <a:gd name="connsiteY4" fmla="*/ 1116411 h 1219364"/>
                <a:gd name="connsiteX5" fmla="*/ 747490 w 1066937"/>
                <a:gd name="connsiteY5" fmla="*/ 1109490 h 1219364"/>
                <a:gd name="connsiteX6" fmla="*/ 731304 w 1066937"/>
                <a:gd name="connsiteY6" fmla="*/ 1093052 h 1219364"/>
                <a:gd name="connsiteX7" fmla="*/ 715118 w 1066937"/>
                <a:gd name="connsiteY7" fmla="*/ 1109490 h 1219364"/>
                <a:gd name="connsiteX8" fmla="*/ 715118 w 1066937"/>
                <a:gd name="connsiteY8" fmla="*/ 1116411 h 1219364"/>
                <a:gd name="connsiteX9" fmla="*/ 731304 w 1066937"/>
                <a:gd name="connsiteY9" fmla="*/ 1132849 h 1219364"/>
                <a:gd name="connsiteX10" fmla="*/ 733102 w 1066937"/>
                <a:gd name="connsiteY10" fmla="*/ 1132849 h 1219364"/>
                <a:gd name="connsiteX11" fmla="*/ 763676 w 1066937"/>
                <a:gd name="connsiteY11" fmla="*/ 1163994 h 1219364"/>
                <a:gd name="connsiteX12" fmla="*/ 763676 w 1066937"/>
                <a:gd name="connsiteY12" fmla="*/ 1171781 h 1219364"/>
                <a:gd name="connsiteX13" fmla="*/ 739396 w 1066937"/>
                <a:gd name="connsiteY13" fmla="*/ 1201196 h 1219364"/>
                <a:gd name="connsiteX14" fmla="*/ 739396 w 1066937"/>
                <a:gd name="connsiteY14" fmla="*/ 1210712 h 1219364"/>
                <a:gd name="connsiteX15" fmla="*/ 731304 w 1066937"/>
                <a:gd name="connsiteY15" fmla="*/ 1219364 h 1219364"/>
                <a:gd name="connsiteX16" fmla="*/ 723210 w 1066937"/>
                <a:gd name="connsiteY16" fmla="*/ 1210712 h 1219364"/>
                <a:gd name="connsiteX17" fmla="*/ 723210 w 1066937"/>
                <a:gd name="connsiteY17" fmla="*/ 1201196 h 1219364"/>
                <a:gd name="connsiteX18" fmla="*/ 698932 w 1066937"/>
                <a:gd name="connsiteY18" fmla="*/ 1171781 h 1219364"/>
                <a:gd name="connsiteX19" fmla="*/ 706124 w 1066937"/>
                <a:gd name="connsiteY19" fmla="*/ 1163994 h 1219364"/>
                <a:gd name="connsiteX20" fmla="*/ 715118 w 1066937"/>
                <a:gd name="connsiteY20" fmla="*/ 1171781 h 1219364"/>
                <a:gd name="connsiteX21" fmla="*/ 731304 w 1066937"/>
                <a:gd name="connsiteY21" fmla="*/ 1187353 h 1219364"/>
                <a:gd name="connsiteX22" fmla="*/ 747490 w 1066937"/>
                <a:gd name="connsiteY22" fmla="*/ 1171781 h 1219364"/>
                <a:gd name="connsiteX23" fmla="*/ 747490 w 1066937"/>
                <a:gd name="connsiteY23" fmla="*/ 1163994 h 1219364"/>
                <a:gd name="connsiteX24" fmla="*/ 732202 w 1066937"/>
                <a:gd name="connsiteY24" fmla="*/ 1148422 h 1219364"/>
                <a:gd name="connsiteX25" fmla="*/ 729504 w 1066937"/>
                <a:gd name="connsiteY25" fmla="*/ 1148422 h 1219364"/>
                <a:gd name="connsiteX26" fmla="*/ 698932 w 1066937"/>
                <a:gd name="connsiteY26" fmla="*/ 1116411 h 1219364"/>
                <a:gd name="connsiteX27" fmla="*/ 698932 w 1066937"/>
                <a:gd name="connsiteY27" fmla="*/ 1109490 h 1219364"/>
                <a:gd name="connsiteX28" fmla="*/ 723210 w 1066937"/>
                <a:gd name="connsiteY28" fmla="*/ 1079210 h 1219364"/>
                <a:gd name="connsiteX29" fmla="*/ 723210 w 1066937"/>
                <a:gd name="connsiteY29" fmla="*/ 1069693 h 1219364"/>
                <a:gd name="connsiteX30" fmla="*/ 731304 w 1066937"/>
                <a:gd name="connsiteY30" fmla="*/ 1061907 h 1219364"/>
                <a:gd name="connsiteX31" fmla="*/ 287682 w 1066937"/>
                <a:gd name="connsiteY31" fmla="*/ 1038738 h 1219364"/>
                <a:gd name="connsiteX32" fmla="*/ 304164 w 1066937"/>
                <a:gd name="connsiteY32" fmla="*/ 1055219 h 1219364"/>
                <a:gd name="connsiteX33" fmla="*/ 304164 w 1066937"/>
                <a:gd name="connsiteY33" fmla="*/ 1082110 h 1219364"/>
                <a:gd name="connsiteX34" fmla="*/ 330186 w 1066937"/>
                <a:gd name="connsiteY34" fmla="*/ 1082110 h 1219364"/>
                <a:gd name="connsiteX35" fmla="*/ 346668 w 1066937"/>
                <a:gd name="connsiteY35" fmla="*/ 1098591 h 1219364"/>
                <a:gd name="connsiteX36" fmla="*/ 330186 w 1066937"/>
                <a:gd name="connsiteY36" fmla="*/ 1114205 h 1219364"/>
                <a:gd name="connsiteX37" fmla="*/ 304164 w 1066937"/>
                <a:gd name="connsiteY37" fmla="*/ 1114205 h 1219364"/>
                <a:gd name="connsiteX38" fmla="*/ 304164 w 1066937"/>
                <a:gd name="connsiteY38" fmla="*/ 1141096 h 1219364"/>
                <a:gd name="connsiteX39" fmla="*/ 287682 w 1066937"/>
                <a:gd name="connsiteY39" fmla="*/ 1157578 h 1219364"/>
                <a:gd name="connsiteX40" fmla="*/ 270334 w 1066937"/>
                <a:gd name="connsiteY40" fmla="*/ 1141096 h 1219364"/>
                <a:gd name="connsiteX41" fmla="*/ 270334 w 1066937"/>
                <a:gd name="connsiteY41" fmla="*/ 1114205 h 1219364"/>
                <a:gd name="connsiteX42" fmla="*/ 244312 w 1066937"/>
                <a:gd name="connsiteY42" fmla="*/ 1114205 h 1219364"/>
                <a:gd name="connsiteX43" fmla="*/ 227830 w 1066937"/>
                <a:gd name="connsiteY43" fmla="*/ 1098591 h 1219364"/>
                <a:gd name="connsiteX44" fmla="*/ 244312 w 1066937"/>
                <a:gd name="connsiteY44" fmla="*/ 1082110 h 1219364"/>
                <a:gd name="connsiteX45" fmla="*/ 270334 w 1066937"/>
                <a:gd name="connsiteY45" fmla="*/ 1082110 h 1219364"/>
                <a:gd name="connsiteX46" fmla="*/ 270334 w 1066937"/>
                <a:gd name="connsiteY46" fmla="*/ 1055219 h 1219364"/>
                <a:gd name="connsiteX47" fmla="*/ 287682 w 1066937"/>
                <a:gd name="connsiteY47" fmla="*/ 1038738 h 1219364"/>
                <a:gd name="connsiteX48" fmla="*/ 491896 w 1066937"/>
                <a:gd name="connsiteY48" fmla="*/ 903588 h 1219364"/>
                <a:gd name="connsiteX49" fmla="*/ 508826 w 1066937"/>
                <a:gd name="connsiteY49" fmla="*/ 920393 h 1219364"/>
                <a:gd name="connsiteX50" fmla="*/ 508826 w 1066937"/>
                <a:gd name="connsiteY50" fmla="*/ 1044219 h 1219364"/>
                <a:gd name="connsiteX51" fmla="*/ 491896 w 1066937"/>
                <a:gd name="connsiteY51" fmla="*/ 1061024 h 1219364"/>
                <a:gd name="connsiteX52" fmla="*/ 474964 w 1066937"/>
                <a:gd name="connsiteY52" fmla="*/ 1044219 h 1219364"/>
                <a:gd name="connsiteX53" fmla="*/ 474964 w 1066937"/>
                <a:gd name="connsiteY53" fmla="*/ 920393 h 1219364"/>
                <a:gd name="connsiteX54" fmla="*/ 491896 w 1066937"/>
                <a:gd name="connsiteY54" fmla="*/ 903588 h 1219364"/>
                <a:gd name="connsiteX55" fmla="*/ 243328 w 1066937"/>
                <a:gd name="connsiteY55" fmla="*/ 800870 h 1219364"/>
                <a:gd name="connsiteX56" fmla="*/ 254750 w 1066937"/>
                <a:gd name="connsiteY56" fmla="*/ 805504 h 1219364"/>
                <a:gd name="connsiteX57" fmla="*/ 254750 w 1066937"/>
                <a:gd name="connsiteY57" fmla="*/ 829335 h 1219364"/>
                <a:gd name="connsiteX58" fmla="*/ 168600 w 1066937"/>
                <a:gd name="connsiteY58" fmla="*/ 917598 h 1219364"/>
                <a:gd name="connsiteX59" fmla="*/ 157288 w 1066937"/>
                <a:gd name="connsiteY59" fmla="*/ 922011 h 1219364"/>
                <a:gd name="connsiteX60" fmla="*/ 145106 w 1066937"/>
                <a:gd name="connsiteY60" fmla="*/ 917598 h 1219364"/>
                <a:gd name="connsiteX61" fmla="*/ 145106 w 1066937"/>
                <a:gd name="connsiteY61" fmla="*/ 892885 h 1219364"/>
                <a:gd name="connsiteX62" fmla="*/ 231254 w 1066937"/>
                <a:gd name="connsiteY62" fmla="*/ 805504 h 1219364"/>
                <a:gd name="connsiteX63" fmla="*/ 243328 w 1066937"/>
                <a:gd name="connsiteY63" fmla="*/ 800870 h 1219364"/>
                <a:gd name="connsiteX64" fmla="*/ 513942 w 1066937"/>
                <a:gd name="connsiteY64" fmla="*/ 561758 h 1219364"/>
                <a:gd name="connsiteX65" fmla="*/ 492960 w 1066937"/>
                <a:gd name="connsiteY65" fmla="*/ 567018 h 1219364"/>
                <a:gd name="connsiteX66" fmla="*/ 487714 w 1066937"/>
                <a:gd name="connsiteY66" fmla="*/ 588058 h 1219364"/>
                <a:gd name="connsiteX67" fmla="*/ 598750 w 1066937"/>
                <a:gd name="connsiteY67" fmla="*/ 1003607 h 1219364"/>
                <a:gd name="connsiteX68" fmla="*/ 613612 w 1066937"/>
                <a:gd name="connsiteY68" fmla="*/ 1018511 h 1219364"/>
                <a:gd name="connsiteX69" fmla="*/ 634596 w 1066937"/>
                <a:gd name="connsiteY69" fmla="*/ 1013251 h 1219364"/>
                <a:gd name="connsiteX70" fmla="*/ 732518 w 1066937"/>
                <a:gd name="connsiteY70" fmla="*/ 914185 h 1219364"/>
                <a:gd name="connsiteX71" fmla="*/ 919618 w 1066937"/>
                <a:gd name="connsiteY71" fmla="*/ 1100919 h 1219364"/>
                <a:gd name="connsiteX72" fmla="*/ 937104 w 1066937"/>
                <a:gd name="connsiteY72" fmla="*/ 1108809 h 1219364"/>
                <a:gd name="connsiteX73" fmla="*/ 955464 w 1066937"/>
                <a:gd name="connsiteY73" fmla="*/ 1100919 h 1219364"/>
                <a:gd name="connsiteX74" fmla="*/ 1026282 w 1066937"/>
                <a:gd name="connsiteY74" fmla="*/ 1029908 h 1219364"/>
                <a:gd name="connsiteX75" fmla="*/ 1026282 w 1066937"/>
                <a:gd name="connsiteY75" fmla="*/ 994840 h 1219364"/>
                <a:gd name="connsiteX76" fmla="*/ 840056 w 1066937"/>
                <a:gd name="connsiteY76" fmla="*/ 808106 h 1219364"/>
                <a:gd name="connsiteX77" fmla="*/ 937978 w 1066937"/>
                <a:gd name="connsiteY77" fmla="*/ 709041 h 1219364"/>
                <a:gd name="connsiteX78" fmla="*/ 944098 w 1066937"/>
                <a:gd name="connsiteY78" fmla="*/ 688000 h 1219364"/>
                <a:gd name="connsiteX79" fmla="*/ 928360 w 1066937"/>
                <a:gd name="connsiteY79" fmla="*/ 673097 h 1219364"/>
                <a:gd name="connsiteX80" fmla="*/ 835292 w 1066937"/>
                <a:gd name="connsiteY80" fmla="*/ 552191 h 1219364"/>
                <a:gd name="connsiteX81" fmla="*/ 962408 w 1066937"/>
                <a:gd name="connsiteY81" fmla="*/ 552191 h 1219364"/>
                <a:gd name="connsiteX82" fmla="*/ 979942 w 1066937"/>
                <a:gd name="connsiteY82" fmla="*/ 569569 h 1219364"/>
                <a:gd name="connsiteX83" fmla="*/ 962408 w 1066937"/>
                <a:gd name="connsiteY83" fmla="*/ 586077 h 1219364"/>
                <a:gd name="connsiteX84" fmla="*/ 835292 w 1066937"/>
                <a:gd name="connsiteY84" fmla="*/ 586077 h 1219364"/>
                <a:gd name="connsiteX85" fmla="*/ 818636 w 1066937"/>
                <a:gd name="connsiteY85" fmla="*/ 569569 h 1219364"/>
                <a:gd name="connsiteX86" fmla="*/ 835292 w 1066937"/>
                <a:gd name="connsiteY86" fmla="*/ 552191 h 1219364"/>
                <a:gd name="connsiteX87" fmla="*/ 17592 w 1066937"/>
                <a:gd name="connsiteY87" fmla="*/ 552191 h 1219364"/>
                <a:gd name="connsiteX88" fmla="*/ 139852 w 1066937"/>
                <a:gd name="connsiteY88" fmla="*/ 552191 h 1219364"/>
                <a:gd name="connsiteX89" fmla="*/ 157444 w 1066937"/>
                <a:gd name="connsiteY89" fmla="*/ 569569 h 1219364"/>
                <a:gd name="connsiteX90" fmla="*/ 139852 w 1066937"/>
                <a:gd name="connsiteY90" fmla="*/ 586077 h 1219364"/>
                <a:gd name="connsiteX91" fmla="*/ 17592 w 1066937"/>
                <a:gd name="connsiteY91" fmla="*/ 586077 h 1219364"/>
                <a:gd name="connsiteX92" fmla="*/ 0 w 1066937"/>
                <a:gd name="connsiteY92" fmla="*/ 569569 h 1219364"/>
                <a:gd name="connsiteX93" fmla="*/ 17592 w 1066937"/>
                <a:gd name="connsiteY93" fmla="*/ 552191 h 1219364"/>
                <a:gd name="connsiteX94" fmla="*/ 490336 w 1066937"/>
                <a:gd name="connsiteY94" fmla="*/ 461815 h 1219364"/>
                <a:gd name="connsiteX95" fmla="*/ 388044 w 1066937"/>
                <a:gd name="connsiteY95" fmla="*/ 564388 h 1219364"/>
                <a:gd name="connsiteX96" fmla="*/ 473726 w 1066937"/>
                <a:gd name="connsiteY96" fmla="*/ 666083 h 1219364"/>
                <a:gd name="connsiteX97" fmla="*/ 457988 w 1066937"/>
                <a:gd name="connsiteY97" fmla="*/ 603839 h 1219364"/>
                <a:gd name="connsiteX98" fmla="*/ 439628 w 1066937"/>
                <a:gd name="connsiteY98" fmla="*/ 564388 h 1219364"/>
                <a:gd name="connsiteX99" fmla="*/ 490336 w 1066937"/>
                <a:gd name="connsiteY99" fmla="*/ 513540 h 1219364"/>
                <a:gd name="connsiteX100" fmla="*/ 528806 w 1066937"/>
                <a:gd name="connsiteY100" fmla="*/ 531074 h 1219364"/>
                <a:gd name="connsiteX101" fmla="*/ 591756 w 1066937"/>
                <a:gd name="connsiteY101" fmla="*/ 547731 h 1219364"/>
                <a:gd name="connsiteX102" fmla="*/ 490336 w 1066937"/>
                <a:gd name="connsiteY102" fmla="*/ 461815 h 1219364"/>
                <a:gd name="connsiteX103" fmla="*/ 490336 w 1066937"/>
                <a:gd name="connsiteY103" fmla="*/ 346970 h 1219364"/>
                <a:gd name="connsiteX104" fmla="*/ 272636 w 1066937"/>
                <a:gd name="connsiteY104" fmla="*/ 564388 h 1219364"/>
                <a:gd name="connsiteX105" fmla="*/ 490336 w 1066937"/>
                <a:gd name="connsiteY105" fmla="*/ 783559 h 1219364"/>
                <a:gd name="connsiteX106" fmla="*/ 504326 w 1066937"/>
                <a:gd name="connsiteY106" fmla="*/ 782682 h 1219364"/>
                <a:gd name="connsiteX107" fmla="*/ 482468 w 1066937"/>
                <a:gd name="connsiteY107" fmla="*/ 700274 h 1219364"/>
                <a:gd name="connsiteX108" fmla="*/ 354820 w 1066937"/>
                <a:gd name="connsiteY108" fmla="*/ 564388 h 1219364"/>
                <a:gd name="connsiteX109" fmla="*/ 490336 w 1066937"/>
                <a:gd name="connsiteY109" fmla="*/ 428501 h 1219364"/>
                <a:gd name="connsiteX110" fmla="*/ 625854 w 1066937"/>
                <a:gd name="connsiteY110" fmla="*/ 557374 h 1219364"/>
                <a:gd name="connsiteX111" fmla="*/ 708038 w 1066937"/>
                <a:gd name="connsiteY111" fmla="*/ 579291 h 1219364"/>
                <a:gd name="connsiteX112" fmla="*/ 708912 w 1066937"/>
                <a:gd name="connsiteY112" fmla="*/ 564388 h 1219364"/>
                <a:gd name="connsiteX113" fmla="*/ 490336 w 1066937"/>
                <a:gd name="connsiteY113" fmla="*/ 346970 h 1219364"/>
                <a:gd name="connsiteX114" fmla="*/ 490336 w 1066937"/>
                <a:gd name="connsiteY114" fmla="*/ 312779 h 1219364"/>
                <a:gd name="connsiteX115" fmla="*/ 741260 w 1066937"/>
                <a:gd name="connsiteY115" fmla="*/ 564388 h 1219364"/>
                <a:gd name="connsiteX116" fmla="*/ 740386 w 1066937"/>
                <a:gd name="connsiteY116" fmla="*/ 588058 h 1219364"/>
                <a:gd name="connsiteX117" fmla="*/ 937104 w 1066937"/>
                <a:gd name="connsiteY117" fmla="*/ 640659 h 1219364"/>
                <a:gd name="connsiteX118" fmla="*/ 975572 w 1066937"/>
                <a:gd name="connsiteY118" fmla="*/ 679233 h 1219364"/>
                <a:gd name="connsiteX119" fmla="*/ 961584 w 1066937"/>
                <a:gd name="connsiteY119" fmla="*/ 732711 h 1219364"/>
                <a:gd name="connsiteX120" fmla="*/ 886394 w 1066937"/>
                <a:gd name="connsiteY120" fmla="*/ 808106 h 1219364"/>
                <a:gd name="connsiteX121" fmla="*/ 1049888 w 1066937"/>
                <a:gd name="connsiteY121" fmla="*/ 971170 h 1219364"/>
                <a:gd name="connsiteX122" fmla="*/ 1049888 w 1066937"/>
                <a:gd name="connsiteY122" fmla="*/ 1053578 h 1219364"/>
                <a:gd name="connsiteX123" fmla="*/ 979070 w 1066937"/>
                <a:gd name="connsiteY123" fmla="*/ 1124590 h 1219364"/>
                <a:gd name="connsiteX124" fmla="*/ 937104 w 1066937"/>
                <a:gd name="connsiteY124" fmla="*/ 1142123 h 1219364"/>
                <a:gd name="connsiteX125" fmla="*/ 896012 w 1066937"/>
                <a:gd name="connsiteY125" fmla="*/ 1124590 h 1219364"/>
                <a:gd name="connsiteX126" fmla="*/ 732518 w 1066937"/>
                <a:gd name="connsiteY126" fmla="*/ 961526 h 1219364"/>
                <a:gd name="connsiteX127" fmla="*/ 658202 w 1066937"/>
                <a:gd name="connsiteY127" fmla="*/ 1036921 h 1219364"/>
                <a:gd name="connsiteX128" fmla="*/ 604870 w 1066937"/>
                <a:gd name="connsiteY128" fmla="*/ 1050071 h 1219364"/>
                <a:gd name="connsiteX129" fmla="*/ 566400 w 1066937"/>
                <a:gd name="connsiteY129" fmla="*/ 1011497 h 1219364"/>
                <a:gd name="connsiteX130" fmla="*/ 513942 w 1066937"/>
                <a:gd name="connsiteY130" fmla="*/ 815120 h 1219364"/>
                <a:gd name="connsiteX131" fmla="*/ 490336 w 1066937"/>
                <a:gd name="connsiteY131" fmla="*/ 816873 h 1219364"/>
                <a:gd name="connsiteX132" fmla="*/ 239412 w 1066937"/>
                <a:gd name="connsiteY132" fmla="*/ 564388 h 1219364"/>
                <a:gd name="connsiteX133" fmla="*/ 490336 w 1066937"/>
                <a:gd name="connsiteY133" fmla="*/ 312779 h 1219364"/>
                <a:gd name="connsiteX134" fmla="*/ 45480 w 1066937"/>
                <a:gd name="connsiteY134" fmla="*/ 258718 h 1219364"/>
                <a:gd name="connsiteX135" fmla="*/ 56636 w 1066937"/>
                <a:gd name="connsiteY135" fmla="*/ 270119 h 1219364"/>
                <a:gd name="connsiteX136" fmla="*/ 56636 w 1066937"/>
                <a:gd name="connsiteY136" fmla="*/ 284150 h 1219364"/>
                <a:gd name="connsiteX137" fmla="*/ 91818 w 1066937"/>
                <a:gd name="connsiteY137" fmla="*/ 329752 h 1219364"/>
                <a:gd name="connsiteX138" fmla="*/ 81522 w 1066937"/>
                <a:gd name="connsiteY138" fmla="*/ 341153 h 1219364"/>
                <a:gd name="connsiteX139" fmla="*/ 69508 w 1066937"/>
                <a:gd name="connsiteY139" fmla="*/ 329752 h 1219364"/>
                <a:gd name="connsiteX140" fmla="*/ 45480 w 1066937"/>
                <a:gd name="connsiteY140" fmla="*/ 305197 h 1219364"/>
                <a:gd name="connsiteX141" fmla="*/ 21454 w 1066937"/>
                <a:gd name="connsiteY141" fmla="*/ 329752 h 1219364"/>
                <a:gd name="connsiteX142" fmla="*/ 21454 w 1066937"/>
                <a:gd name="connsiteY142" fmla="*/ 342030 h 1219364"/>
                <a:gd name="connsiteX143" fmla="*/ 44622 w 1066937"/>
                <a:gd name="connsiteY143" fmla="*/ 366585 h 1219364"/>
                <a:gd name="connsiteX144" fmla="*/ 48056 w 1066937"/>
                <a:gd name="connsiteY144" fmla="*/ 366585 h 1219364"/>
                <a:gd name="connsiteX145" fmla="*/ 91818 w 1066937"/>
                <a:gd name="connsiteY145" fmla="*/ 413941 h 1219364"/>
                <a:gd name="connsiteX146" fmla="*/ 91818 w 1066937"/>
                <a:gd name="connsiteY146" fmla="*/ 426219 h 1219364"/>
                <a:gd name="connsiteX147" fmla="*/ 56636 w 1066937"/>
                <a:gd name="connsiteY147" fmla="*/ 470944 h 1219364"/>
                <a:gd name="connsiteX148" fmla="*/ 56636 w 1066937"/>
                <a:gd name="connsiteY148" fmla="*/ 485852 h 1219364"/>
                <a:gd name="connsiteX149" fmla="*/ 45480 w 1066937"/>
                <a:gd name="connsiteY149" fmla="*/ 497253 h 1219364"/>
                <a:gd name="connsiteX150" fmla="*/ 34326 w 1066937"/>
                <a:gd name="connsiteY150" fmla="*/ 485852 h 1219364"/>
                <a:gd name="connsiteX151" fmla="*/ 34326 w 1066937"/>
                <a:gd name="connsiteY151" fmla="*/ 470944 h 1219364"/>
                <a:gd name="connsiteX152" fmla="*/ 0 w 1066937"/>
                <a:gd name="connsiteY152" fmla="*/ 426219 h 1219364"/>
                <a:gd name="connsiteX153" fmla="*/ 10298 w 1066937"/>
                <a:gd name="connsiteY153" fmla="*/ 414818 h 1219364"/>
                <a:gd name="connsiteX154" fmla="*/ 21454 w 1066937"/>
                <a:gd name="connsiteY154" fmla="*/ 426219 h 1219364"/>
                <a:gd name="connsiteX155" fmla="*/ 45480 w 1066937"/>
                <a:gd name="connsiteY155" fmla="*/ 450774 h 1219364"/>
                <a:gd name="connsiteX156" fmla="*/ 69508 w 1066937"/>
                <a:gd name="connsiteY156" fmla="*/ 426219 h 1219364"/>
                <a:gd name="connsiteX157" fmla="*/ 69508 w 1066937"/>
                <a:gd name="connsiteY157" fmla="*/ 413941 h 1219364"/>
                <a:gd name="connsiteX158" fmla="*/ 47198 w 1066937"/>
                <a:gd name="connsiteY158" fmla="*/ 388509 h 1219364"/>
                <a:gd name="connsiteX159" fmla="*/ 43764 w 1066937"/>
                <a:gd name="connsiteY159" fmla="*/ 388509 h 1219364"/>
                <a:gd name="connsiteX160" fmla="*/ 0 w 1066937"/>
                <a:gd name="connsiteY160" fmla="*/ 342030 h 1219364"/>
                <a:gd name="connsiteX161" fmla="*/ 0 w 1066937"/>
                <a:gd name="connsiteY161" fmla="*/ 329752 h 1219364"/>
                <a:gd name="connsiteX162" fmla="*/ 34326 w 1066937"/>
                <a:gd name="connsiteY162" fmla="*/ 284150 h 1219364"/>
                <a:gd name="connsiteX163" fmla="*/ 34326 w 1066937"/>
                <a:gd name="connsiteY163" fmla="*/ 270119 h 1219364"/>
                <a:gd name="connsiteX164" fmla="*/ 45480 w 1066937"/>
                <a:gd name="connsiteY164" fmla="*/ 258718 h 1219364"/>
                <a:gd name="connsiteX165" fmla="*/ 157180 w 1066937"/>
                <a:gd name="connsiteY165" fmla="*/ 217799 h 1219364"/>
                <a:gd name="connsiteX166" fmla="*/ 168600 w 1066937"/>
                <a:gd name="connsiteY166" fmla="*/ 222466 h 1219364"/>
                <a:gd name="connsiteX167" fmla="*/ 254750 w 1066937"/>
                <a:gd name="connsiteY167" fmla="*/ 310475 h 1219364"/>
                <a:gd name="connsiteX168" fmla="*/ 254750 w 1066937"/>
                <a:gd name="connsiteY168" fmla="*/ 334477 h 1219364"/>
                <a:gd name="connsiteX169" fmla="*/ 243438 w 1066937"/>
                <a:gd name="connsiteY169" fmla="*/ 338922 h 1219364"/>
                <a:gd name="connsiteX170" fmla="*/ 231254 w 1066937"/>
                <a:gd name="connsiteY170" fmla="*/ 334477 h 1219364"/>
                <a:gd name="connsiteX171" fmla="*/ 145106 w 1066937"/>
                <a:gd name="connsiteY171" fmla="*/ 245579 h 1219364"/>
                <a:gd name="connsiteX172" fmla="*/ 145106 w 1066937"/>
                <a:gd name="connsiteY172" fmla="*/ 222466 h 1219364"/>
                <a:gd name="connsiteX173" fmla="*/ 157180 w 1066937"/>
                <a:gd name="connsiteY173" fmla="*/ 217799 h 1219364"/>
                <a:gd name="connsiteX174" fmla="*/ 826772 w 1066937"/>
                <a:gd name="connsiteY174" fmla="*/ 217755 h 1219364"/>
                <a:gd name="connsiteX175" fmla="*/ 838636 w 1066937"/>
                <a:gd name="connsiteY175" fmla="*/ 222292 h 1219364"/>
                <a:gd name="connsiteX176" fmla="*/ 838636 w 1066937"/>
                <a:gd name="connsiteY176" fmla="*/ 244759 h 1219364"/>
                <a:gd name="connsiteX177" fmla="*/ 748118 w 1066937"/>
                <a:gd name="connsiteY177" fmla="*/ 334626 h 1219364"/>
                <a:gd name="connsiteX178" fmla="*/ 735814 w 1066937"/>
                <a:gd name="connsiteY178" fmla="*/ 338947 h 1219364"/>
                <a:gd name="connsiteX179" fmla="*/ 724388 w 1066937"/>
                <a:gd name="connsiteY179" fmla="*/ 334626 h 1219364"/>
                <a:gd name="connsiteX180" fmla="*/ 724388 w 1066937"/>
                <a:gd name="connsiteY180" fmla="*/ 311295 h 1219364"/>
                <a:gd name="connsiteX181" fmla="*/ 814908 w 1066937"/>
                <a:gd name="connsiteY181" fmla="*/ 222292 h 1219364"/>
                <a:gd name="connsiteX182" fmla="*/ 826772 w 1066937"/>
                <a:gd name="connsiteY182" fmla="*/ 217755 h 1219364"/>
                <a:gd name="connsiteX183" fmla="*/ 491896 w 1066937"/>
                <a:gd name="connsiteY183" fmla="*/ 77229 h 1219364"/>
                <a:gd name="connsiteX184" fmla="*/ 508826 w 1066937"/>
                <a:gd name="connsiteY184" fmla="*/ 93976 h 1219364"/>
                <a:gd name="connsiteX185" fmla="*/ 508826 w 1066937"/>
                <a:gd name="connsiteY185" fmla="*/ 221783 h 1219364"/>
                <a:gd name="connsiteX186" fmla="*/ 491896 w 1066937"/>
                <a:gd name="connsiteY186" fmla="*/ 238530 h 1219364"/>
                <a:gd name="connsiteX187" fmla="*/ 474964 w 1066937"/>
                <a:gd name="connsiteY187" fmla="*/ 221783 h 1219364"/>
                <a:gd name="connsiteX188" fmla="*/ 474964 w 1066937"/>
                <a:gd name="connsiteY188" fmla="*/ 93976 h 1219364"/>
                <a:gd name="connsiteX189" fmla="*/ 491896 w 1066937"/>
                <a:gd name="connsiteY189" fmla="*/ 77229 h 1219364"/>
                <a:gd name="connsiteX190" fmla="*/ 901216 w 1066937"/>
                <a:gd name="connsiteY190" fmla="*/ 0 h 1219364"/>
                <a:gd name="connsiteX191" fmla="*/ 918022 w 1066937"/>
                <a:gd name="connsiteY191" fmla="*/ 15619 h 1219364"/>
                <a:gd name="connsiteX192" fmla="*/ 918022 w 1066937"/>
                <a:gd name="connsiteY192" fmla="*/ 59875 h 1219364"/>
                <a:gd name="connsiteX193" fmla="*/ 963130 w 1066937"/>
                <a:gd name="connsiteY193" fmla="*/ 59875 h 1219364"/>
                <a:gd name="connsiteX194" fmla="*/ 979934 w 1066937"/>
                <a:gd name="connsiteY194" fmla="*/ 76362 h 1219364"/>
                <a:gd name="connsiteX195" fmla="*/ 963130 w 1066937"/>
                <a:gd name="connsiteY195" fmla="*/ 92849 h 1219364"/>
                <a:gd name="connsiteX196" fmla="*/ 918022 w 1066937"/>
                <a:gd name="connsiteY196" fmla="*/ 92849 h 1219364"/>
                <a:gd name="connsiteX197" fmla="*/ 918022 w 1066937"/>
                <a:gd name="connsiteY197" fmla="*/ 137104 h 1219364"/>
                <a:gd name="connsiteX198" fmla="*/ 901216 w 1066937"/>
                <a:gd name="connsiteY198" fmla="*/ 153591 h 1219364"/>
                <a:gd name="connsiteX199" fmla="*/ 884412 w 1066937"/>
                <a:gd name="connsiteY199" fmla="*/ 137104 h 1219364"/>
                <a:gd name="connsiteX200" fmla="*/ 884412 w 1066937"/>
                <a:gd name="connsiteY200" fmla="*/ 92849 h 1219364"/>
                <a:gd name="connsiteX201" fmla="*/ 839304 w 1066937"/>
                <a:gd name="connsiteY201" fmla="*/ 92849 h 1219364"/>
                <a:gd name="connsiteX202" fmla="*/ 822500 w 1066937"/>
                <a:gd name="connsiteY202" fmla="*/ 76362 h 1219364"/>
                <a:gd name="connsiteX203" fmla="*/ 839304 w 1066937"/>
                <a:gd name="connsiteY203" fmla="*/ 59875 h 1219364"/>
                <a:gd name="connsiteX204" fmla="*/ 884412 w 1066937"/>
                <a:gd name="connsiteY204" fmla="*/ 59875 h 1219364"/>
                <a:gd name="connsiteX205" fmla="*/ 884412 w 1066937"/>
                <a:gd name="connsiteY205" fmla="*/ 15619 h 1219364"/>
                <a:gd name="connsiteX206" fmla="*/ 901216 w 1066937"/>
                <a:gd name="connsiteY206" fmla="*/ 0 h 1219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</a:cxnLst>
              <a:rect l="l" t="t" r="r" b="b"/>
              <a:pathLst>
                <a:path w="1066937" h="1219364">
                  <a:moveTo>
                    <a:pt x="731304" y="1061907"/>
                  </a:moveTo>
                  <a:cubicBezTo>
                    <a:pt x="734900" y="1061907"/>
                    <a:pt x="739396" y="1065368"/>
                    <a:pt x="739396" y="1069693"/>
                  </a:cubicBezTo>
                  <a:lnTo>
                    <a:pt x="739396" y="1079210"/>
                  </a:lnTo>
                  <a:cubicBezTo>
                    <a:pt x="753784" y="1082671"/>
                    <a:pt x="763676" y="1094783"/>
                    <a:pt x="763676" y="1109490"/>
                  </a:cubicBezTo>
                  <a:cubicBezTo>
                    <a:pt x="763676" y="1113816"/>
                    <a:pt x="760078" y="1116411"/>
                    <a:pt x="755582" y="1116411"/>
                  </a:cubicBezTo>
                  <a:cubicBezTo>
                    <a:pt x="751086" y="1116411"/>
                    <a:pt x="747490" y="1113816"/>
                    <a:pt x="747490" y="1109490"/>
                  </a:cubicBezTo>
                  <a:cubicBezTo>
                    <a:pt x="747490" y="1099973"/>
                    <a:pt x="740296" y="1093052"/>
                    <a:pt x="731304" y="1093052"/>
                  </a:cubicBezTo>
                  <a:cubicBezTo>
                    <a:pt x="722312" y="1093052"/>
                    <a:pt x="715118" y="1099973"/>
                    <a:pt x="715118" y="1109490"/>
                  </a:cubicBezTo>
                  <a:lnTo>
                    <a:pt x="715118" y="1116411"/>
                  </a:lnTo>
                  <a:cubicBezTo>
                    <a:pt x="715118" y="1125063"/>
                    <a:pt x="721412" y="1131984"/>
                    <a:pt x="731304" y="1132849"/>
                  </a:cubicBezTo>
                  <a:lnTo>
                    <a:pt x="733102" y="1132849"/>
                  </a:lnTo>
                  <a:cubicBezTo>
                    <a:pt x="750188" y="1133714"/>
                    <a:pt x="763676" y="1147557"/>
                    <a:pt x="763676" y="1163994"/>
                  </a:cubicBezTo>
                  <a:lnTo>
                    <a:pt x="763676" y="1171781"/>
                  </a:lnTo>
                  <a:cubicBezTo>
                    <a:pt x="763676" y="1186488"/>
                    <a:pt x="753784" y="1198600"/>
                    <a:pt x="739396" y="1201196"/>
                  </a:cubicBezTo>
                  <a:lnTo>
                    <a:pt x="739396" y="1210712"/>
                  </a:lnTo>
                  <a:cubicBezTo>
                    <a:pt x="739396" y="1215038"/>
                    <a:pt x="734900" y="1219364"/>
                    <a:pt x="731304" y="1219364"/>
                  </a:cubicBezTo>
                  <a:cubicBezTo>
                    <a:pt x="726808" y="1219364"/>
                    <a:pt x="723210" y="1215038"/>
                    <a:pt x="723210" y="1210712"/>
                  </a:cubicBezTo>
                  <a:lnTo>
                    <a:pt x="723210" y="1201196"/>
                  </a:lnTo>
                  <a:cubicBezTo>
                    <a:pt x="709722" y="1198600"/>
                    <a:pt x="698932" y="1186488"/>
                    <a:pt x="698932" y="1171781"/>
                  </a:cubicBezTo>
                  <a:cubicBezTo>
                    <a:pt x="698932" y="1167455"/>
                    <a:pt x="702528" y="1163994"/>
                    <a:pt x="706124" y="1163994"/>
                  </a:cubicBezTo>
                  <a:cubicBezTo>
                    <a:pt x="711520" y="1163994"/>
                    <a:pt x="715118" y="1167455"/>
                    <a:pt x="715118" y="1171781"/>
                  </a:cubicBezTo>
                  <a:cubicBezTo>
                    <a:pt x="715118" y="1180432"/>
                    <a:pt x="722312" y="1187353"/>
                    <a:pt x="731304" y="1187353"/>
                  </a:cubicBezTo>
                  <a:cubicBezTo>
                    <a:pt x="740296" y="1187353"/>
                    <a:pt x="747490" y="1180432"/>
                    <a:pt x="747490" y="1171781"/>
                  </a:cubicBezTo>
                  <a:lnTo>
                    <a:pt x="747490" y="1163994"/>
                  </a:lnTo>
                  <a:cubicBezTo>
                    <a:pt x="747490" y="1155343"/>
                    <a:pt x="741194" y="1149287"/>
                    <a:pt x="732202" y="1148422"/>
                  </a:cubicBezTo>
                  <a:lnTo>
                    <a:pt x="729504" y="1148422"/>
                  </a:lnTo>
                  <a:cubicBezTo>
                    <a:pt x="712420" y="1147557"/>
                    <a:pt x="698932" y="1133714"/>
                    <a:pt x="698932" y="1116411"/>
                  </a:cubicBezTo>
                  <a:lnTo>
                    <a:pt x="698932" y="1109490"/>
                  </a:lnTo>
                  <a:cubicBezTo>
                    <a:pt x="698932" y="1094783"/>
                    <a:pt x="709722" y="1082671"/>
                    <a:pt x="723210" y="1079210"/>
                  </a:cubicBezTo>
                  <a:lnTo>
                    <a:pt x="723210" y="1069693"/>
                  </a:lnTo>
                  <a:cubicBezTo>
                    <a:pt x="723210" y="1065368"/>
                    <a:pt x="726808" y="1061907"/>
                    <a:pt x="731304" y="1061907"/>
                  </a:cubicBezTo>
                  <a:close/>
                  <a:moveTo>
                    <a:pt x="287682" y="1038738"/>
                  </a:moveTo>
                  <a:cubicBezTo>
                    <a:pt x="296356" y="1038738"/>
                    <a:pt x="304164" y="1046545"/>
                    <a:pt x="304164" y="1055219"/>
                  </a:cubicBezTo>
                  <a:lnTo>
                    <a:pt x="304164" y="1082110"/>
                  </a:lnTo>
                  <a:lnTo>
                    <a:pt x="330186" y="1082110"/>
                  </a:lnTo>
                  <a:cubicBezTo>
                    <a:pt x="339728" y="1082110"/>
                    <a:pt x="346668" y="1089050"/>
                    <a:pt x="346668" y="1098591"/>
                  </a:cubicBezTo>
                  <a:cubicBezTo>
                    <a:pt x="346668" y="1107266"/>
                    <a:pt x="339728" y="1114205"/>
                    <a:pt x="330186" y="1114205"/>
                  </a:cubicBezTo>
                  <a:lnTo>
                    <a:pt x="304164" y="1114205"/>
                  </a:lnTo>
                  <a:lnTo>
                    <a:pt x="304164" y="1141096"/>
                  </a:lnTo>
                  <a:cubicBezTo>
                    <a:pt x="304164" y="1149771"/>
                    <a:pt x="296356" y="1157578"/>
                    <a:pt x="287682" y="1157578"/>
                  </a:cubicBezTo>
                  <a:cubicBezTo>
                    <a:pt x="278140" y="1157578"/>
                    <a:pt x="270334" y="1149771"/>
                    <a:pt x="270334" y="1141096"/>
                  </a:cubicBezTo>
                  <a:lnTo>
                    <a:pt x="270334" y="1114205"/>
                  </a:lnTo>
                  <a:lnTo>
                    <a:pt x="244312" y="1114205"/>
                  </a:lnTo>
                  <a:cubicBezTo>
                    <a:pt x="235636" y="1114205"/>
                    <a:pt x="227830" y="1107266"/>
                    <a:pt x="227830" y="1098591"/>
                  </a:cubicBezTo>
                  <a:cubicBezTo>
                    <a:pt x="227830" y="1089050"/>
                    <a:pt x="235636" y="1082110"/>
                    <a:pt x="244312" y="1082110"/>
                  </a:cubicBezTo>
                  <a:lnTo>
                    <a:pt x="270334" y="1082110"/>
                  </a:lnTo>
                  <a:lnTo>
                    <a:pt x="270334" y="1055219"/>
                  </a:lnTo>
                  <a:cubicBezTo>
                    <a:pt x="270334" y="1046545"/>
                    <a:pt x="278140" y="1038738"/>
                    <a:pt x="287682" y="1038738"/>
                  </a:cubicBezTo>
                  <a:close/>
                  <a:moveTo>
                    <a:pt x="491896" y="903588"/>
                  </a:moveTo>
                  <a:cubicBezTo>
                    <a:pt x="500806" y="903588"/>
                    <a:pt x="508826" y="910664"/>
                    <a:pt x="508826" y="920393"/>
                  </a:cubicBezTo>
                  <a:lnTo>
                    <a:pt x="508826" y="1044219"/>
                  </a:lnTo>
                  <a:cubicBezTo>
                    <a:pt x="508826" y="1053948"/>
                    <a:pt x="500806" y="1061024"/>
                    <a:pt x="491896" y="1061024"/>
                  </a:cubicBezTo>
                  <a:cubicBezTo>
                    <a:pt x="482984" y="1061024"/>
                    <a:pt x="474964" y="1053948"/>
                    <a:pt x="474964" y="1044219"/>
                  </a:cubicBezTo>
                  <a:lnTo>
                    <a:pt x="474964" y="920393"/>
                  </a:lnTo>
                  <a:cubicBezTo>
                    <a:pt x="474964" y="910664"/>
                    <a:pt x="482984" y="903588"/>
                    <a:pt x="491896" y="903588"/>
                  </a:cubicBezTo>
                  <a:close/>
                  <a:moveTo>
                    <a:pt x="243328" y="800870"/>
                  </a:moveTo>
                  <a:cubicBezTo>
                    <a:pt x="247570" y="800870"/>
                    <a:pt x="251704" y="802415"/>
                    <a:pt x="254750" y="805504"/>
                  </a:cubicBezTo>
                  <a:cubicBezTo>
                    <a:pt x="261712" y="811683"/>
                    <a:pt x="261712" y="822274"/>
                    <a:pt x="254750" y="829335"/>
                  </a:cubicBezTo>
                  <a:lnTo>
                    <a:pt x="168600" y="917598"/>
                  </a:lnTo>
                  <a:cubicBezTo>
                    <a:pt x="165120" y="920246"/>
                    <a:pt x="161640" y="922011"/>
                    <a:pt x="157288" y="922011"/>
                  </a:cubicBezTo>
                  <a:cubicBezTo>
                    <a:pt x="152938" y="922011"/>
                    <a:pt x="148586" y="920246"/>
                    <a:pt x="145106" y="917598"/>
                  </a:cubicBezTo>
                  <a:cubicBezTo>
                    <a:pt x="139014" y="910537"/>
                    <a:pt x="139014" y="899063"/>
                    <a:pt x="145106" y="892885"/>
                  </a:cubicBezTo>
                  <a:lnTo>
                    <a:pt x="231254" y="805504"/>
                  </a:lnTo>
                  <a:cubicBezTo>
                    <a:pt x="234736" y="802415"/>
                    <a:pt x="239086" y="800870"/>
                    <a:pt x="243328" y="800870"/>
                  </a:cubicBezTo>
                  <a:close/>
                  <a:moveTo>
                    <a:pt x="513942" y="561758"/>
                  </a:moveTo>
                  <a:cubicBezTo>
                    <a:pt x="503452" y="558251"/>
                    <a:pt x="495582" y="564388"/>
                    <a:pt x="492960" y="567018"/>
                  </a:cubicBezTo>
                  <a:cubicBezTo>
                    <a:pt x="490336" y="569648"/>
                    <a:pt x="484216" y="576661"/>
                    <a:pt x="487714" y="588058"/>
                  </a:cubicBezTo>
                  <a:lnTo>
                    <a:pt x="598750" y="1003607"/>
                  </a:lnTo>
                  <a:cubicBezTo>
                    <a:pt x="601372" y="1014127"/>
                    <a:pt x="610116" y="1017634"/>
                    <a:pt x="613612" y="1018511"/>
                  </a:cubicBezTo>
                  <a:cubicBezTo>
                    <a:pt x="617110" y="1019387"/>
                    <a:pt x="626728" y="1021141"/>
                    <a:pt x="634596" y="1013251"/>
                  </a:cubicBezTo>
                  <a:lnTo>
                    <a:pt x="732518" y="914185"/>
                  </a:lnTo>
                  <a:lnTo>
                    <a:pt x="919618" y="1100919"/>
                  </a:lnTo>
                  <a:cubicBezTo>
                    <a:pt x="923988" y="1105303"/>
                    <a:pt x="930984" y="1108809"/>
                    <a:pt x="937104" y="1108809"/>
                  </a:cubicBezTo>
                  <a:cubicBezTo>
                    <a:pt x="944098" y="1108809"/>
                    <a:pt x="949344" y="1105303"/>
                    <a:pt x="955464" y="1100919"/>
                  </a:cubicBezTo>
                  <a:lnTo>
                    <a:pt x="1026282" y="1029908"/>
                  </a:lnTo>
                  <a:cubicBezTo>
                    <a:pt x="1035900" y="1020264"/>
                    <a:pt x="1035900" y="1003607"/>
                    <a:pt x="1026282" y="994840"/>
                  </a:cubicBezTo>
                  <a:lnTo>
                    <a:pt x="840056" y="808106"/>
                  </a:lnTo>
                  <a:lnTo>
                    <a:pt x="937978" y="709041"/>
                  </a:lnTo>
                  <a:cubicBezTo>
                    <a:pt x="945846" y="701151"/>
                    <a:pt x="944972" y="691507"/>
                    <a:pt x="944098" y="688000"/>
                  </a:cubicBezTo>
                  <a:cubicBezTo>
                    <a:pt x="943224" y="684494"/>
                    <a:pt x="938852" y="674850"/>
                    <a:pt x="928360" y="673097"/>
                  </a:cubicBezTo>
                  <a:close/>
                  <a:moveTo>
                    <a:pt x="835292" y="552191"/>
                  </a:moveTo>
                  <a:lnTo>
                    <a:pt x="962408" y="552191"/>
                  </a:lnTo>
                  <a:cubicBezTo>
                    <a:pt x="972052" y="552191"/>
                    <a:pt x="979942" y="560011"/>
                    <a:pt x="979942" y="569569"/>
                  </a:cubicBezTo>
                  <a:cubicBezTo>
                    <a:pt x="979942" y="578257"/>
                    <a:pt x="972052" y="586077"/>
                    <a:pt x="962408" y="586077"/>
                  </a:cubicBezTo>
                  <a:lnTo>
                    <a:pt x="835292" y="586077"/>
                  </a:lnTo>
                  <a:cubicBezTo>
                    <a:pt x="826526" y="586077"/>
                    <a:pt x="818636" y="578257"/>
                    <a:pt x="818636" y="569569"/>
                  </a:cubicBezTo>
                  <a:cubicBezTo>
                    <a:pt x="818636" y="560011"/>
                    <a:pt x="826526" y="552191"/>
                    <a:pt x="835292" y="552191"/>
                  </a:cubicBezTo>
                  <a:close/>
                  <a:moveTo>
                    <a:pt x="17592" y="552191"/>
                  </a:moveTo>
                  <a:lnTo>
                    <a:pt x="139852" y="552191"/>
                  </a:lnTo>
                  <a:cubicBezTo>
                    <a:pt x="149528" y="552191"/>
                    <a:pt x="157444" y="560011"/>
                    <a:pt x="157444" y="569569"/>
                  </a:cubicBezTo>
                  <a:cubicBezTo>
                    <a:pt x="157444" y="578257"/>
                    <a:pt x="149528" y="586077"/>
                    <a:pt x="139852" y="586077"/>
                  </a:cubicBezTo>
                  <a:lnTo>
                    <a:pt x="17592" y="586077"/>
                  </a:lnTo>
                  <a:cubicBezTo>
                    <a:pt x="7918" y="586077"/>
                    <a:pt x="0" y="578257"/>
                    <a:pt x="0" y="569569"/>
                  </a:cubicBezTo>
                  <a:cubicBezTo>
                    <a:pt x="0" y="560011"/>
                    <a:pt x="7918" y="552191"/>
                    <a:pt x="17592" y="552191"/>
                  </a:cubicBezTo>
                  <a:close/>
                  <a:moveTo>
                    <a:pt x="490336" y="461815"/>
                  </a:moveTo>
                  <a:cubicBezTo>
                    <a:pt x="433508" y="461815"/>
                    <a:pt x="388044" y="508280"/>
                    <a:pt x="388044" y="564388"/>
                  </a:cubicBezTo>
                  <a:cubicBezTo>
                    <a:pt x="388044" y="616112"/>
                    <a:pt x="425638" y="657316"/>
                    <a:pt x="473726" y="666083"/>
                  </a:cubicBezTo>
                  <a:lnTo>
                    <a:pt x="457988" y="603839"/>
                  </a:lnTo>
                  <a:cubicBezTo>
                    <a:pt x="445748" y="594195"/>
                    <a:pt x="439628" y="580168"/>
                    <a:pt x="439628" y="564388"/>
                  </a:cubicBezTo>
                  <a:cubicBezTo>
                    <a:pt x="439628" y="536334"/>
                    <a:pt x="462360" y="513540"/>
                    <a:pt x="490336" y="513540"/>
                  </a:cubicBezTo>
                  <a:cubicBezTo>
                    <a:pt x="505200" y="513540"/>
                    <a:pt x="519188" y="520553"/>
                    <a:pt x="528806" y="531074"/>
                  </a:cubicBezTo>
                  <a:lnTo>
                    <a:pt x="591756" y="547731"/>
                  </a:lnTo>
                  <a:cubicBezTo>
                    <a:pt x="583012" y="498636"/>
                    <a:pt x="541046" y="461815"/>
                    <a:pt x="490336" y="461815"/>
                  </a:cubicBezTo>
                  <a:close/>
                  <a:moveTo>
                    <a:pt x="490336" y="346970"/>
                  </a:moveTo>
                  <a:cubicBezTo>
                    <a:pt x="370558" y="346970"/>
                    <a:pt x="272636" y="444282"/>
                    <a:pt x="272636" y="564388"/>
                  </a:cubicBezTo>
                  <a:cubicBezTo>
                    <a:pt x="272636" y="685370"/>
                    <a:pt x="370558" y="783559"/>
                    <a:pt x="490336" y="783559"/>
                  </a:cubicBezTo>
                  <a:cubicBezTo>
                    <a:pt x="495582" y="783559"/>
                    <a:pt x="499954" y="782682"/>
                    <a:pt x="504326" y="782682"/>
                  </a:cubicBezTo>
                  <a:lnTo>
                    <a:pt x="482468" y="700274"/>
                  </a:lnTo>
                  <a:cubicBezTo>
                    <a:pt x="411650" y="696767"/>
                    <a:pt x="354820" y="637153"/>
                    <a:pt x="354820" y="564388"/>
                  </a:cubicBezTo>
                  <a:cubicBezTo>
                    <a:pt x="354820" y="489869"/>
                    <a:pt x="416022" y="428501"/>
                    <a:pt x="490336" y="428501"/>
                  </a:cubicBezTo>
                  <a:cubicBezTo>
                    <a:pt x="562904" y="428501"/>
                    <a:pt x="621482" y="485486"/>
                    <a:pt x="625854" y="557374"/>
                  </a:cubicBezTo>
                  <a:lnTo>
                    <a:pt x="708038" y="579291"/>
                  </a:lnTo>
                  <a:cubicBezTo>
                    <a:pt x="708038" y="574908"/>
                    <a:pt x="708912" y="569648"/>
                    <a:pt x="708912" y="564388"/>
                  </a:cubicBezTo>
                  <a:cubicBezTo>
                    <a:pt x="708912" y="444282"/>
                    <a:pt x="610116" y="346970"/>
                    <a:pt x="490336" y="346970"/>
                  </a:cubicBezTo>
                  <a:close/>
                  <a:moveTo>
                    <a:pt x="490336" y="312779"/>
                  </a:moveTo>
                  <a:cubicBezTo>
                    <a:pt x="628476" y="312779"/>
                    <a:pt x="741260" y="425871"/>
                    <a:pt x="741260" y="564388"/>
                  </a:cubicBezTo>
                  <a:cubicBezTo>
                    <a:pt x="741260" y="572278"/>
                    <a:pt x="741260" y="580168"/>
                    <a:pt x="740386" y="588058"/>
                  </a:cubicBezTo>
                  <a:lnTo>
                    <a:pt x="937104" y="640659"/>
                  </a:lnTo>
                  <a:cubicBezTo>
                    <a:pt x="955464" y="645043"/>
                    <a:pt x="970326" y="659946"/>
                    <a:pt x="975572" y="679233"/>
                  </a:cubicBezTo>
                  <a:cubicBezTo>
                    <a:pt x="980818" y="699397"/>
                    <a:pt x="975572" y="718684"/>
                    <a:pt x="961584" y="732711"/>
                  </a:cubicBezTo>
                  <a:lnTo>
                    <a:pt x="886394" y="808106"/>
                  </a:lnTo>
                  <a:lnTo>
                    <a:pt x="1049888" y="971170"/>
                  </a:lnTo>
                  <a:cubicBezTo>
                    <a:pt x="1072620" y="993963"/>
                    <a:pt x="1072620" y="1030784"/>
                    <a:pt x="1049888" y="1053578"/>
                  </a:cubicBezTo>
                  <a:lnTo>
                    <a:pt x="979070" y="1124590"/>
                  </a:lnTo>
                  <a:cubicBezTo>
                    <a:pt x="967704" y="1135987"/>
                    <a:pt x="952840" y="1142123"/>
                    <a:pt x="937104" y="1142123"/>
                  </a:cubicBezTo>
                  <a:cubicBezTo>
                    <a:pt x="921366" y="1142123"/>
                    <a:pt x="907378" y="1135987"/>
                    <a:pt x="896012" y="1124590"/>
                  </a:cubicBezTo>
                  <a:lnTo>
                    <a:pt x="732518" y="961526"/>
                  </a:lnTo>
                  <a:lnTo>
                    <a:pt x="658202" y="1036921"/>
                  </a:lnTo>
                  <a:cubicBezTo>
                    <a:pt x="644214" y="1050071"/>
                    <a:pt x="624104" y="1056208"/>
                    <a:pt x="604870" y="1050071"/>
                  </a:cubicBezTo>
                  <a:cubicBezTo>
                    <a:pt x="586510" y="1046565"/>
                    <a:pt x="571646" y="1031661"/>
                    <a:pt x="566400" y="1011497"/>
                  </a:cubicBezTo>
                  <a:lnTo>
                    <a:pt x="513942" y="815120"/>
                  </a:lnTo>
                  <a:cubicBezTo>
                    <a:pt x="506074" y="816873"/>
                    <a:pt x="498206" y="816873"/>
                    <a:pt x="490336" y="816873"/>
                  </a:cubicBezTo>
                  <a:cubicBezTo>
                    <a:pt x="352198" y="816873"/>
                    <a:pt x="239412" y="703781"/>
                    <a:pt x="239412" y="564388"/>
                  </a:cubicBezTo>
                  <a:cubicBezTo>
                    <a:pt x="239412" y="425871"/>
                    <a:pt x="352198" y="312779"/>
                    <a:pt x="490336" y="312779"/>
                  </a:cubicBezTo>
                  <a:close/>
                  <a:moveTo>
                    <a:pt x="45480" y="258718"/>
                  </a:moveTo>
                  <a:cubicBezTo>
                    <a:pt x="52346" y="258718"/>
                    <a:pt x="56636" y="263980"/>
                    <a:pt x="56636" y="270119"/>
                  </a:cubicBezTo>
                  <a:lnTo>
                    <a:pt x="56636" y="284150"/>
                  </a:lnTo>
                  <a:cubicBezTo>
                    <a:pt x="76372" y="289412"/>
                    <a:pt x="91818" y="307828"/>
                    <a:pt x="91818" y="329752"/>
                  </a:cubicBezTo>
                  <a:cubicBezTo>
                    <a:pt x="91818" y="335891"/>
                    <a:pt x="86670" y="341153"/>
                    <a:pt x="81522" y="341153"/>
                  </a:cubicBezTo>
                  <a:cubicBezTo>
                    <a:pt x="73798" y="341153"/>
                    <a:pt x="69508" y="335891"/>
                    <a:pt x="69508" y="329752"/>
                  </a:cubicBezTo>
                  <a:cubicBezTo>
                    <a:pt x="69508" y="316598"/>
                    <a:pt x="58352" y="305197"/>
                    <a:pt x="45480" y="305197"/>
                  </a:cubicBezTo>
                  <a:cubicBezTo>
                    <a:pt x="32610" y="305197"/>
                    <a:pt x="21454" y="316598"/>
                    <a:pt x="21454" y="329752"/>
                  </a:cubicBezTo>
                  <a:lnTo>
                    <a:pt x="21454" y="342030"/>
                  </a:lnTo>
                  <a:cubicBezTo>
                    <a:pt x="21454" y="355184"/>
                    <a:pt x="31752" y="365708"/>
                    <a:pt x="44622" y="366585"/>
                  </a:cubicBezTo>
                  <a:lnTo>
                    <a:pt x="48056" y="366585"/>
                  </a:lnTo>
                  <a:cubicBezTo>
                    <a:pt x="72940" y="368339"/>
                    <a:pt x="91818" y="388509"/>
                    <a:pt x="91818" y="413941"/>
                  </a:cubicBezTo>
                  <a:lnTo>
                    <a:pt x="91818" y="426219"/>
                  </a:lnTo>
                  <a:cubicBezTo>
                    <a:pt x="91818" y="447266"/>
                    <a:pt x="76372" y="466559"/>
                    <a:pt x="56636" y="470944"/>
                  </a:cubicBezTo>
                  <a:lnTo>
                    <a:pt x="56636" y="485852"/>
                  </a:lnTo>
                  <a:cubicBezTo>
                    <a:pt x="56636" y="491991"/>
                    <a:pt x="52346" y="497253"/>
                    <a:pt x="45480" y="497253"/>
                  </a:cubicBezTo>
                  <a:cubicBezTo>
                    <a:pt x="39474" y="497253"/>
                    <a:pt x="34326" y="491991"/>
                    <a:pt x="34326" y="485852"/>
                  </a:cubicBezTo>
                  <a:lnTo>
                    <a:pt x="34326" y="470944"/>
                  </a:lnTo>
                  <a:cubicBezTo>
                    <a:pt x="14588" y="466559"/>
                    <a:pt x="0" y="447266"/>
                    <a:pt x="0" y="426219"/>
                  </a:cubicBezTo>
                  <a:cubicBezTo>
                    <a:pt x="0" y="419203"/>
                    <a:pt x="4292" y="414818"/>
                    <a:pt x="10298" y="414818"/>
                  </a:cubicBezTo>
                  <a:cubicBezTo>
                    <a:pt x="16306" y="414818"/>
                    <a:pt x="21454" y="419203"/>
                    <a:pt x="21454" y="426219"/>
                  </a:cubicBezTo>
                  <a:cubicBezTo>
                    <a:pt x="21454" y="439373"/>
                    <a:pt x="32610" y="450774"/>
                    <a:pt x="45480" y="450774"/>
                  </a:cubicBezTo>
                  <a:cubicBezTo>
                    <a:pt x="58352" y="450774"/>
                    <a:pt x="69508" y="439373"/>
                    <a:pt x="69508" y="426219"/>
                  </a:cubicBezTo>
                  <a:lnTo>
                    <a:pt x="69508" y="413941"/>
                  </a:lnTo>
                  <a:cubicBezTo>
                    <a:pt x="69508" y="400787"/>
                    <a:pt x="60068" y="389386"/>
                    <a:pt x="47198" y="388509"/>
                  </a:cubicBezTo>
                  <a:lnTo>
                    <a:pt x="43764" y="388509"/>
                  </a:lnTo>
                  <a:cubicBezTo>
                    <a:pt x="18880" y="387632"/>
                    <a:pt x="0" y="367462"/>
                    <a:pt x="0" y="342030"/>
                  </a:cubicBezTo>
                  <a:lnTo>
                    <a:pt x="0" y="329752"/>
                  </a:lnTo>
                  <a:cubicBezTo>
                    <a:pt x="0" y="307828"/>
                    <a:pt x="14588" y="289412"/>
                    <a:pt x="34326" y="284150"/>
                  </a:cubicBezTo>
                  <a:lnTo>
                    <a:pt x="34326" y="270119"/>
                  </a:lnTo>
                  <a:cubicBezTo>
                    <a:pt x="34326" y="263980"/>
                    <a:pt x="39474" y="258718"/>
                    <a:pt x="45480" y="258718"/>
                  </a:cubicBezTo>
                  <a:close/>
                  <a:moveTo>
                    <a:pt x="157180" y="217799"/>
                  </a:moveTo>
                  <a:cubicBezTo>
                    <a:pt x="161422" y="217799"/>
                    <a:pt x="165556" y="219355"/>
                    <a:pt x="168600" y="222466"/>
                  </a:cubicBezTo>
                  <a:lnTo>
                    <a:pt x="254750" y="310475"/>
                  </a:lnTo>
                  <a:cubicBezTo>
                    <a:pt x="261712" y="317587"/>
                    <a:pt x="261712" y="327365"/>
                    <a:pt x="254750" y="334477"/>
                  </a:cubicBezTo>
                  <a:cubicBezTo>
                    <a:pt x="251270" y="337144"/>
                    <a:pt x="247788" y="338922"/>
                    <a:pt x="243438" y="338922"/>
                  </a:cubicBezTo>
                  <a:cubicBezTo>
                    <a:pt x="239086" y="338922"/>
                    <a:pt x="235606" y="337144"/>
                    <a:pt x="231254" y="334477"/>
                  </a:cubicBezTo>
                  <a:lnTo>
                    <a:pt x="145106" y="245579"/>
                  </a:lnTo>
                  <a:cubicBezTo>
                    <a:pt x="139014" y="239356"/>
                    <a:pt x="139014" y="228689"/>
                    <a:pt x="145106" y="222466"/>
                  </a:cubicBezTo>
                  <a:cubicBezTo>
                    <a:pt x="148586" y="219355"/>
                    <a:pt x="152938" y="217799"/>
                    <a:pt x="157180" y="217799"/>
                  </a:cubicBezTo>
                  <a:close/>
                  <a:moveTo>
                    <a:pt x="826772" y="217755"/>
                  </a:moveTo>
                  <a:cubicBezTo>
                    <a:pt x="830946" y="217755"/>
                    <a:pt x="835122" y="219268"/>
                    <a:pt x="838636" y="222292"/>
                  </a:cubicBezTo>
                  <a:cubicBezTo>
                    <a:pt x="844788" y="228341"/>
                    <a:pt x="844788" y="238710"/>
                    <a:pt x="838636" y="244759"/>
                  </a:cubicBezTo>
                  <a:lnTo>
                    <a:pt x="748118" y="334626"/>
                  </a:lnTo>
                  <a:cubicBezTo>
                    <a:pt x="744602" y="338083"/>
                    <a:pt x="740208" y="338947"/>
                    <a:pt x="735814" y="338947"/>
                  </a:cubicBezTo>
                  <a:cubicBezTo>
                    <a:pt x="731420" y="338947"/>
                    <a:pt x="727904" y="338083"/>
                    <a:pt x="724388" y="334626"/>
                  </a:cubicBezTo>
                  <a:cubicBezTo>
                    <a:pt x="718236" y="327713"/>
                    <a:pt x="718236" y="317344"/>
                    <a:pt x="724388" y="311295"/>
                  </a:cubicBezTo>
                  <a:lnTo>
                    <a:pt x="814908" y="222292"/>
                  </a:lnTo>
                  <a:cubicBezTo>
                    <a:pt x="818422" y="219268"/>
                    <a:pt x="822598" y="217755"/>
                    <a:pt x="826772" y="217755"/>
                  </a:cubicBezTo>
                  <a:close/>
                  <a:moveTo>
                    <a:pt x="491896" y="77229"/>
                  </a:moveTo>
                  <a:cubicBezTo>
                    <a:pt x="500806" y="77229"/>
                    <a:pt x="508826" y="85162"/>
                    <a:pt x="508826" y="93976"/>
                  </a:cubicBezTo>
                  <a:lnTo>
                    <a:pt x="508826" y="221783"/>
                  </a:lnTo>
                  <a:cubicBezTo>
                    <a:pt x="508826" y="231478"/>
                    <a:pt x="500806" y="238530"/>
                    <a:pt x="491896" y="238530"/>
                  </a:cubicBezTo>
                  <a:cubicBezTo>
                    <a:pt x="482984" y="238530"/>
                    <a:pt x="474964" y="231478"/>
                    <a:pt x="474964" y="221783"/>
                  </a:cubicBezTo>
                  <a:lnTo>
                    <a:pt x="474964" y="93976"/>
                  </a:lnTo>
                  <a:cubicBezTo>
                    <a:pt x="474964" y="85162"/>
                    <a:pt x="482984" y="77229"/>
                    <a:pt x="491896" y="77229"/>
                  </a:cubicBezTo>
                  <a:close/>
                  <a:moveTo>
                    <a:pt x="901216" y="0"/>
                  </a:moveTo>
                  <a:cubicBezTo>
                    <a:pt x="910946" y="0"/>
                    <a:pt x="918022" y="6074"/>
                    <a:pt x="918022" y="15619"/>
                  </a:cubicBezTo>
                  <a:lnTo>
                    <a:pt x="918022" y="59875"/>
                  </a:lnTo>
                  <a:lnTo>
                    <a:pt x="963130" y="59875"/>
                  </a:lnTo>
                  <a:cubicBezTo>
                    <a:pt x="971974" y="59875"/>
                    <a:pt x="979934" y="67684"/>
                    <a:pt x="979934" y="76362"/>
                  </a:cubicBezTo>
                  <a:cubicBezTo>
                    <a:pt x="979934" y="85907"/>
                    <a:pt x="971974" y="92849"/>
                    <a:pt x="963130" y="92849"/>
                  </a:cubicBezTo>
                  <a:lnTo>
                    <a:pt x="918022" y="92849"/>
                  </a:lnTo>
                  <a:lnTo>
                    <a:pt x="918022" y="137104"/>
                  </a:lnTo>
                  <a:cubicBezTo>
                    <a:pt x="918022" y="146649"/>
                    <a:pt x="910946" y="153591"/>
                    <a:pt x="901216" y="153591"/>
                  </a:cubicBezTo>
                  <a:cubicBezTo>
                    <a:pt x="892372" y="153591"/>
                    <a:pt x="884412" y="146649"/>
                    <a:pt x="884412" y="137104"/>
                  </a:cubicBezTo>
                  <a:lnTo>
                    <a:pt x="884412" y="92849"/>
                  </a:lnTo>
                  <a:lnTo>
                    <a:pt x="839304" y="92849"/>
                  </a:lnTo>
                  <a:cubicBezTo>
                    <a:pt x="829574" y="92849"/>
                    <a:pt x="822500" y="85907"/>
                    <a:pt x="822500" y="76362"/>
                  </a:cubicBezTo>
                  <a:cubicBezTo>
                    <a:pt x="822500" y="67684"/>
                    <a:pt x="829574" y="59875"/>
                    <a:pt x="839304" y="59875"/>
                  </a:cubicBezTo>
                  <a:lnTo>
                    <a:pt x="884412" y="59875"/>
                  </a:lnTo>
                  <a:lnTo>
                    <a:pt x="884412" y="15619"/>
                  </a:lnTo>
                  <a:cubicBezTo>
                    <a:pt x="884412" y="6074"/>
                    <a:pt x="892372" y="0"/>
                    <a:pt x="90121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38" name="Line 34">
              <a:extLst>
                <a:ext uri="{FF2B5EF4-FFF2-40B4-BE49-F238E27FC236}">
                  <a16:creationId xmlns:a16="http://schemas.microsoft.com/office/drawing/2014/main" id="{11CAA0E1-B00D-4A86-AF40-6DEC65A097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77065" y="12970732"/>
              <a:ext cx="0" cy="745268"/>
            </a:xfrm>
            <a:prstGeom prst="line">
              <a:avLst/>
            </a:prstGeom>
            <a:noFill/>
            <a:ln w="63500" cap="flat">
              <a:solidFill>
                <a:schemeClr val="accent4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</p:grpSp>
      <p:sp>
        <p:nvSpPr>
          <p:cNvPr id="39" name="Freeform 35">
            <a:extLst>
              <a:ext uri="{FF2B5EF4-FFF2-40B4-BE49-F238E27FC236}">
                <a16:creationId xmlns:a16="http://schemas.microsoft.com/office/drawing/2014/main" id="{8EC8E6F5-989F-48C2-892A-C19F61F31B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5504" y="11692581"/>
            <a:ext cx="1397858" cy="312779"/>
          </a:xfrm>
          <a:custGeom>
            <a:avLst/>
            <a:gdLst>
              <a:gd name="T0" fmla="*/ 1375 w 1597"/>
              <a:gd name="T1" fmla="*/ 31 h 357"/>
              <a:gd name="T2" fmla="*/ 1509 w 1597"/>
              <a:gd name="T3" fmla="*/ 156 h 357"/>
              <a:gd name="T4" fmla="*/ 0 w 1597"/>
              <a:gd name="T5" fmla="*/ 156 h 357"/>
              <a:gd name="T6" fmla="*/ 0 w 1597"/>
              <a:gd name="T7" fmla="*/ 200 h 357"/>
              <a:gd name="T8" fmla="*/ 1509 w 1597"/>
              <a:gd name="T9" fmla="*/ 200 h 357"/>
              <a:gd name="T10" fmla="*/ 1375 w 1597"/>
              <a:gd name="T11" fmla="*/ 324 h 357"/>
              <a:gd name="T12" fmla="*/ 1404 w 1597"/>
              <a:gd name="T13" fmla="*/ 356 h 357"/>
              <a:gd name="T14" fmla="*/ 1596 w 1597"/>
              <a:gd name="T15" fmla="*/ 178 h 357"/>
              <a:gd name="T16" fmla="*/ 1404 w 1597"/>
              <a:gd name="T17" fmla="*/ 0 h 357"/>
              <a:gd name="T18" fmla="*/ 1375 w 1597"/>
              <a:gd name="T19" fmla="*/ 31 h 3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597" h="357">
                <a:moveTo>
                  <a:pt x="1375" y="31"/>
                </a:moveTo>
                <a:lnTo>
                  <a:pt x="1509" y="156"/>
                </a:lnTo>
                <a:lnTo>
                  <a:pt x="0" y="156"/>
                </a:lnTo>
                <a:lnTo>
                  <a:pt x="0" y="200"/>
                </a:lnTo>
                <a:lnTo>
                  <a:pt x="1509" y="200"/>
                </a:lnTo>
                <a:lnTo>
                  <a:pt x="1375" y="324"/>
                </a:lnTo>
                <a:lnTo>
                  <a:pt x="1404" y="356"/>
                </a:lnTo>
                <a:lnTo>
                  <a:pt x="1596" y="178"/>
                </a:lnTo>
                <a:lnTo>
                  <a:pt x="1404" y="0"/>
                </a:lnTo>
                <a:lnTo>
                  <a:pt x="1375" y="31"/>
                </a:lnTo>
              </a:path>
            </a:pathLst>
          </a:custGeom>
          <a:solidFill>
            <a:schemeClr val="accent6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40" name="Freeform 36">
            <a:extLst>
              <a:ext uri="{FF2B5EF4-FFF2-40B4-BE49-F238E27FC236}">
                <a16:creationId xmlns:a16="http://schemas.microsoft.com/office/drawing/2014/main" id="{8A1B8936-0948-4CCF-A192-A116D1BAB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91783" y="11692581"/>
            <a:ext cx="1397858" cy="312779"/>
          </a:xfrm>
          <a:custGeom>
            <a:avLst/>
            <a:gdLst>
              <a:gd name="T0" fmla="*/ 1375 w 1597"/>
              <a:gd name="T1" fmla="*/ 31 h 357"/>
              <a:gd name="T2" fmla="*/ 1509 w 1597"/>
              <a:gd name="T3" fmla="*/ 156 h 357"/>
              <a:gd name="T4" fmla="*/ 0 w 1597"/>
              <a:gd name="T5" fmla="*/ 156 h 357"/>
              <a:gd name="T6" fmla="*/ 0 w 1597"/>
              <a:gd name="T7" fmla="*/ 200 h 357"/>
              <a:gd name="T8" fmla="*/ 1509 w 1597"/>
              <a:gd name="T9" fmla="*/ 200 h 357"/>
              <a:gd name="T10" fmla="*/ 1375 w 1597"/>
              <a:gd name="T11" fmla="*/ 324 h 357"/>
              <a:gd name="T12" fmla="*/ 1405 w 1597"/>
              <a:gd name="T13" fmla="*/ 356 h 357"/>
              <a:gd name="T14" fmla="*/ 1596 w 1597"/>
              <a:gd name="T15" fmla="*/ 178 h 357"/>
              <a:gd name="T16" fmla="*/ 1405 w 1597"/>
              <a:gd name="T17" fmla="*/ 0 h 357"/>
              <a:gd name="T18" fmla="*/ 1375 w 1597"/>
              <a:gd name="T19" fmla="*/ 31 h 3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597" h="357">
                <a:moveTo>
                  <a:pt x="1375" y="31"/>
                </a:moveTo>
                <a:lnTo>
                  <a:pt x="1509" y="156"/>
                </a:lnTo>
                <a:lnTo>
                  <a:pt x="0" y="156"/>
                </a:lnTo>
                <a:lnTo>
                  <a:pt x="0" y="200"/>
                </a:lnTo>
                <a:lnTo>
                  <a:pt x="1509" y="200"/>
                </a:lnTo>
                <a:lnTo>
                  <a:pt x="1375" y="324"/>
                </a:lnTo>
                <a:lnTo>
                  <a:pt x="1405" y="356"/>
                </a:lnTo>
                <a:lnTo>
                  <a:pt x="1596" y="178"/>
                </a:lnTo>
                <a:lnTo>
                  <a:pt x="1405" y="0"/>
                </a:lnTo>
                <a:lnTo>
                  <a:pt x="1375" y="31"/>
                </a:lnTo>
              </a:path>
            </a:pathLst>
          </a:custGeom>
          <a:solidFill>
            <a:schemeClr val="accent6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41" name="Freeform 37">
            <a:extLst>
              <a:ext uri="{FF2B5EF4-FFF2-40B4-BE49-F238E27FC236}">
                <a16:creationId xmlns:a16="http://schemas.microsoft.com/office/drawing/2014/main" id="{01471371-5685-4B85-B2BF-55E83D7E5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48065" y="11692581"/>
            <a:ext cx="1397858" cy="312779"/>
          </a:xfrm>
          <a:custGeom>
            <a:avLst/>
            <a:gdLst>
              <a:gd name="T0" fmla="*/ 1406 w 1598"/>
              <a:gd name="T1" fmla="*/ 0 h 357"/>
              <a:gd name="T2" fmla="*/ 1377 w 1598"/>
              <a:gd name="T3" fmla="*/ 31 h 357"/>
              <a:gd name="T4" fmla="*/ 1510 w 1598"/>
              <a:gd name="T5" fmla="*/ 156 h 357"/>
              <a:gd name="T6" fmla="*/ 0 w 1598"/>
              <a:gd name="T7" fmla="*/ 156 h 357"/>
              <a:gd name="T8" fmla="*/ 0 w 1598"/>
              <a:gd name="T9" fmla="*/ 200 h 357"/>
              <a:gd name="T10" fmla="*/ 1510 w 1598"/>
              <a:gd name="T11" fmla="*/ 200 h 357"/>
              <a:gd name="T12" fmla="*/ 1377 w 1598"/>
              <a:gd name="T13" fmla="*/ 324 h 357"/>
              <a:gd name="T14" fmla="*/ 1406 w 1598"/>
              <a:gd name="T15" fmla="*/ 356 h 357"/>
              <a:gd name="T16" fmla="*/ 1597 w 1598"/>
              <a:gd name="T17" fmla="*/ 178 h 357"/>
              <a:gd name="T18" fmla="*/ 1406 w 1598"/>
              <a:gd name="T19" fmla="*/ 0 h 3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598" h="357">
                <a:moveTo>
                  <a:pt x="1406" y="0"/>
                </a:moveTo>
                <a:lnTo>
                  <a:pt x="1377" y="31"/>
                </a:lnTo>
                <a:lnTo>
                  <a:pt x="1510" y="156"/>
                </a:lnTo>
                <a:lnTo>
                  <a:pt x="0" y="156"/>
                </a:lnTo>
                <a:lnTo>
                  <a:pt x="0" y="200"/>
                </a:lnTo>
                <a:lnTo>
                  <a:pt x="1510" y="200"/>
                </a:lnTo>
                <a:lnTo>
                  <a:pt x="1377" y="324"/>
                </a:lnTo>
                <a:lnTo>
                  <a:pt x="1406" y="356"/>
                </a:lnTo>
                <a:lnTo>
                  <a:pt x="1597" y="178"/>
                </a:lnTo>
                <a:lnTo>
                  <a:pt x="1406" y="0"/>
                </a:lnTo>
              </a:path>
            </a:pathLst>
          </a:custGeom>
          <a:solidFill>
            <a:schemeClr val="accent6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0456D37-CD68-4C02-80AD-B55BF441CCC4}"/>
              </a:ext>
            </a:extLst>
          </p:cNvPr>
          <p:cNvGrpSpPr/>
          <p:nvPr/>
        </p:nvGrpSpPr>
        <p:grpSpPr>
          <a:xfrm>
            <a:off x="12418540" y="4363480"/>
            <a:ext cx="5004487" cy="6008473"/>
            <a:chOff x="12418540" y="4363480"/>
            <a:chExt cx="5004487" cy="6008473"/>
          </a:xfrm>
        </p:grpSpPr>
        <p:sp>
          <p:nvSpPr>
            <p:cNvPr id="43" name="Freeform 4">
              <a:extLst>
                <a:ext uri="{FF2B5EF4-FFF2-40B4-BE49-F238E27FC236}">
                  <a16:creationId xmlns:a16="http://schemas.microsoft.com/office/drawing/2014/main" id="{A0F8AA58-147D-4D60-AF24-03357514F5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18540" y="4363480"/>
              <a:ext cx="5004487" cy="6008473"/>
            </a:xfrm>
            <a:custGeom>
              <a:avLst/>
              <a:gdLst>
                <a:gd name="T0" fmla="*/ 5715 w 5716"/>
                <a:gd name="T1" fmla="*/ 6860 h 6861"/>
                <a:gd name="T2" fmla="*/ 0 w 5716"/>
                <a:gd name="T3" fmla="*/ 6860 h 6861"/>
                <a:gd name="T4" fmla="*/ 0 w 5716"/>
                <a:gd name="T5" fmla="*/ 0 h 6861"/>
                <a:gd name="T6" fmla="*/ 5715 w 5716"/>
                <a:gd name="T7" fmla="*/ 0 h 6861"/>
                <a:gd name="T8" fmla="*/ 5715 w 5716"/>
                <a:gd name="T9" fmla="*/ 6860 h 68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16" h="6861">
                  <a:moveTo>
                    <a:pt x="5715" y="6860"/>
                  </a:moveTo>
                  <a:lnTo>
                    <a:pt x="0" y="6860"/>
                  </a:lnTo>
                  <a:lnTo>
                    <a:pt x="0" y="0"/>
                  </a:lnTo>
                  <a:lnTo>
                    <a:pt x="5715" y="0"/>
                  </a:lnTo>
                  <a:lnTo>
                    <a:pt x="5715" y="6860"/>
                  </a:lnTo>
                </a:path>
              </a:pathLst>
            </a:custGeom>
            <a:solidFill>
              <a:schemeClr val="accent3">
                <a:alpha val="1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44" name="Freeform 38">
              <a:extLst>
                <a:ext uri="{FF2B5EF4-FFF2-40B4-BE49-F238E27FC236}">
                  <a16:creationId xmlns:a16="http://schemas.microsoft.com/office/drawing/2014/main" id="{4A351D28-DC2F-4A0E-931B-FF9BFE8090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18540" y="4363480"/>
              <a:ext cx="5004487" cy="196935"/>
            </a:xfrm>
            <a:custGeom>
              <a:avLst/>
              <a:gdLst>
                <a:gd name="T0" fmla="*/ 5715 w 5716"/>
                <a:gd name="T1" fmla="*/ 226 h 227"/>
                <a:gd name="T2" fmla="*/ 0 w 5716"/>
                <a:gd name="T3" fmla="*/ 226 h 227"/>
                <a:gd name="T4" fmla="*/ 0 w 5716"/>
                <a:gd name="T5" fmla="*/ 0 h 227"/>
                <a:gd name="T6" fmla="*/ 5715 w 5716"/>
                <a:gd name="T7" fmla="*/ 0 h 227"/>
                <a:gd name="T8" fmla="*/ 5715 w 5716"/>
                <a:gd name="T9" fmla="*/ 226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16" h="227">
                  <a:moveTo>
                    <a:pt x="5715" y="226"/>
                  </a:moveTo>
                  <a:lnTo>
                    <a:pt x="0" y="226"/>
                  </a:lnTo>
                  <a:lnTo>
                    <a:pt x="0" y="0"/>
                  </a:lnTo>
                  <a:lnTo>
                    <a:pt x="5715" y="0"/>
                  </a:lnTo>
                  <a:lnTo>
                    <a:pt x="5715" y="226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933EDFC-8C75-48B8-9EBF-1594CF4FAA87}"/>
              </a:ext>
            </a:extLst>
          </p:cNvPr>
          <p:cNvGrpSpPr/>
          <p:nvPr/>
        </p:nvGrpSpPr>
        <p:grpSpPr>
          <a:xfrm>
            <a:off x="17874821" y="3289986"/>
            <a:ext cx="5004487" cy="7078104"/>
            <a:chOff x="17874821" y="3289986"/>
            <a:chExt cx="5004487" cy="7078104"/>
          </a:xfrm>
        </p:grpSpPr>
        <p:sp>
          <p:nvSpPr>
            <p:cNvPr id="46" name="Freeform 5">
              <a:extLst>
                <a:ext uri="{FF2B5EF4-FFF2-40B4-BE49-F238E27FC236}">
                  <a16:creationId xmlns:a16="http://schemas.microsoft.com/office/drawing/2014/main" id="{6CD7DE9E-2B3E-449E-9700-78DB393B9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74821" y="3289986"/>
              <a:ext cx="5004487" cy="7078104"/>
            </a:xfrm>
            <a:custGeom>
              <a:avLst/>
              <a:gdLst>
                <a:gd name="T0" fmla="*/ 5716 w 5717"/>
                <a:gd name="T1" fmla="*/ 8082 h 8083"/>
                <a:gd name="T2" fmla="*/ 0 w 5717"/>
                <a:gd name="T3" fmla="*/ 8082 h 8083"/>
                <a:gd name="T4" fmla="*/ 0 w 5717"/>
                <a:gd name="T5" fmla="*/ 0 h 8083"/>
                <a:gd name="T6" fmla="*/ 5716 w 5717"/>
                <a:gd name="T7" fmla="*/ 0 h 8083"/>
                <a:gd name="T8" fmla="*/ 5716 w 5717"/>
                <a:gd name="T9" fmla="*/ 8082 h 80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17" h="8083">
                  <a:moveTo>
                    <a:pt x="5716" y="8082"/>
                  </a:moveTo>
                  <a:lnTo>
                    <a:pt x="0" y="8082"/>
                  </a:lnTo>
                  <a:lnTo>
                    <a:pt x="0" y="0"/>
                  </a:lnTo>
                  <a:lnTo>
                    <a:pt x="5716" y="0"/>
                  </a:lnTo>
                  <a:lnTo>
                    <a:pt x="5716" y="8082"/>
                  </a:lnTo>
                </a:path>
              </a:pathLst>
            </a:custGeom>
            <a:solidFill>
              <a:schemeClr val="accent4">
                <a:alpha val="1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47" name="Freeform 39">
              <a:extLst>
                <a:ext uri="{FF2B5EF4-FFF2-40B4-BE49-F238E27FC236}">
                  <a16:creationId xmlns:a16="http://schemas.microsoft.com/office/drawing/2014/main" id="{C9B3A1B6-AC88-47E7-8C2C-65FFC60D65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74821" y="3289986"/>
              <a:ext cx="5004487" cy="200797"/>
            </a:xfrm>
            <a:custGeom>
              <a:avLst/>
              <a:gdLst>
                <a:gd name="T0" fmla="*/ 5716 w 5717"/>
                <a:gd name="T1" fmla="*/ 227 h 228"/>
                <a:gd name="T2" fmla="*/ 0 w 5717"/>
                <a:gd name="T3" fmla="*/ 227 h 228"/>
                <a:gd name="T4" fmla="*/ 0 w 5717"/>
                <a:gd name="T5" fmla="*/ 0 h 228"/>
                <a:gd name="T6" fmla="*/ 5716 w 5717"/>
                <a:gd name="T7" fmla="*/ 0 h 228"/>
                <a:gd name="T8" fmla="*/ 5716 w 5717"/>
                <a:gd name="T9" fmla="*/ 227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17" h="228">
                  <a:moveTo>
                    <a:pt x="5716" y="227"/>
                  </a:moveTo>
                  <a:lnTo>
                    <a:pt x="0" y="227"/>
                  </a:lnTo>
                  <a:lnTo>
                    <a:pt x="0" y="0"/>
                  </a:lnTo>
                  <a:lnTo>
                    <a:pt x="5716" y="0"/>
                  </a:lnTo>
                  <a:lnTo>
                    <a:pt x="5716" y="227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F7988CD3-6770-4DED-86B1-B939C5690597}"/>
              </a:ext>
            </a:extLst>
          </p:cNvPr>
          <p:cNvGrpSpPr/>
          <p:nvPr/>
        </p:nvGrpSpPr>
        <p:grpSpPr>
          <a:xfrm>
            <a:off x="1505979" y="6502743"/>
            <a:ext cx="5004487" cy="3869209"/>
            <a:chOff x="1505979" y="6502743"/>
            <a:chExt cx="5004487" cy="3869209"/>
          </a:xfrm>
        </p:grpSpPr>
        <p:sp>
          <p:nvSpPr>
            <p:cNvPr id="49" name="Freeform 2">
              <a:extLst>
                <a:ext uri="{FF2B5EF4-FFF2-40B4-BE49-F238E27FC236}">
                  <a16:creationId xmlns:a16="http://schemas.microsoft.com/office/drawing/2014/main" id="{C101675A-89CA-4C85-9169-3FAEE7EC3F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5979" y="6502743"/>
              <a:ext cx="5004487" cy="3869209"/>
            </a:xfrm>
            <a:custGeom>
              <a:avLst/>
              <a:gdLst>
                <a:gd name="T0" fmla="*/ 5716 w 5717"/>
                <a:gd name="T1" fmla="*/ 4416 h 4417"/>
                <a:gd name="T2" fmla="*/ 0 w 5717"/>
                <a:gd name="T3" fmla="*/ 4416 h 4417"/>
                <a:gd name="T4" fmla="*/ 0 w 5717"/>
                <a:gd name="T5" fmla="*/ 0 h 4417"/>
                <a:gd name="T6" fmla="*/ 5716 w 5717"/>
                <a:gd name="T7" fmla="*/ 0 h 4417"/>
                <a:gd name="T8" fmla="*/ 5716 w 5717"/>
                <a:gd name="T9" fmla="*/ 4416 h 44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17" h="4417">
                  <a:moveTo>
                    <a:pt x="5716" y="4416"/>
                  </a:moveTo>
                  <a:lnTo>
                    <a:pt x="0" y="4416"/>
                  </a:lnTo>
                  <a:lnTo>
                    <a:pt x="0" y="0"/>
                  </a:lnTo>
                  <a:lnTo>
                    <a:pt x="5716" y="0"/>
                  </a:lnTo>
                  <a:lnTo>
                    <a:pt x="5716" y="4416"/>
                  </a:lnTo>
                </a:path>
              </a:pathLst>
            </a:custGeom>
            <a:solidFill>
              <a:schemeClr val="accent1">
                <a:alpha val="1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50" name="Freeform 38">
              <a:extLst>
                <a:ext uri="{FF2B5EF4-FFF2-40B4-BE49-F238E27FC236}">
                  <a16:creationId xmlns:a16="http://schemas.microsoft.com/office/drawing/2014/main" id="{630C4F5B-A922-43DE-9D9B-4793ADC6F9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5979" y="6502743"/>
              <a:ext cx="5004487" cy="196935"/>
            </a:xfrm>
            <a:custGeom>
              <a:avLst/>
              <a:gdLst>
                <a:gd name="T0" fmla="*/ 5715 w 5716"/>
                <a:gd name="T1" fmla="*/ 226 h 227"/>
                <a:gd name="T2" fmla="*/ 0 w 5716"/>
                <a:gd name="T3" fmla="*/ 226 h 227"/>
                <a:gd name="T4" fmla="*/ 0 w 5716"/>
                <a:gd name="T5" fmla="*/ 0 h 227"/>
                <a:gd name="T6" fmla="*/ 5715 w 5716"/>
                <a:gd name="T7" fmla="*/ 0 h 227"/>
                <a:gd name="T8" fmla="*/ 5715 w 5716"/>
                <a:gd name="T9" fmla="*/ 226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16" h="227">
                  <a:moveTo>
                    <a:pt x="5715" y="226"/>
                  </a:moveTo>
                  <a:lnTo>
                    <a:pt x="0" y="226"/>
                  </a:lnTo>
                  <a:lnTo>
                    <a:pt x="0" y="0"/>
                  </a:lnTo>
                  <a:lnTo>
                    <a:pt x="5715" y="0"/>
                  </a:lnTo>
                  <a:lnTo>
                    <a:pt x="5715" y="226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005747C-CDFA-4258-BC93-763F8EA09EC2}"/>
              </a:ext>
            </a:extLst>
          </p:cNvPr>
          <p:cNvGrpSpPr/>
          <p:nvPr/>
        </p:nvGrpSpPr>
        <p:grpSpPr>
          <a:xfrm>
            <a:off x="6960328" y="5433110"/>
            <a:ext cx="5006419" cy="4938842"/>
            <a:chOff x="6960328" y="5433110"/>
            <a:chExt cx="5006419" cy="4938842"/>
          </a:xfrm>
        </p:grpSpPr>
        <p:sp>
          <p:nvSpPr>
            <p:cNvPr id="52" name="Freeform 3">
              <a:extLst>
                <a:ext uri="{FF2B5EF4-FFF2-40B4-BE49-F238E27FC236}">
                  <a16:creationId xmlns:a16="http://schemas.microsoft.com/office/drawing/2014/main" id="{44C5573F-C141-4473-933C-4A3774458B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2260" y="5433110"/>
              <a:ext cx="5004487" cy="4938842"/>
            </a:xfrm>
            <a:custGeom>
              <a:avLst/>
              <a:gdLst>
                <a:gd name="T0" fmla="*/ 5716 w 5717"/>
                <a:gd name="T1" fmla="*/ 5638 h 5639"/>
                <a:gd name="T2" fmla="*/ 0 w 5717"/>
                <a:gd name="T3" fmla="*/ 5638 h 5639"/>
                <a:gd name="T4" fmla="*/ 0 w 5717"/>
                <a:gd name="T5" fmla="*/ 0 h 5639"/>
                <a:gd name="T6" fmla="*/ 5716 w 5717"/>
                <a:gd name="T7" fmla="*/ 0 h 5639"/>
                <a:gd name="T8" fmla="*/ 5716 w 5717"/>
                <a:gd name="T9" fmla="*/ 5638 h 56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17" h="5639">
                  <a:moveTo>
                    <a:pt x="5716" y="5638"/>
                  </a:moveTo>
                  <a:lnTo>
                    <a:pt x="0" y="5638"/>
                  </a:lnTo>
                  <a:lnTo>
                    <a:pt x="0" y="0"/>
                  </a:lnTo>
                  <a:lnTo>
                    <a:pt x="5716" y="0"/>
                  </a:lnTo>
                  <a:lnTo>
                    <a:pt x="5716" y="5638"/>
                  </a:lnTo>
                </a:path>
              </a:pathLst>
            </a:custGeom>
            <a:solidFill>
              <a:schemeClr val="accent2">
                <a:alpha val="1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53" name="Freeform 38">
              <a:extLst>
                <a:ext uri="{FF2B5EF4-FFF2-40B4-BE49-F238E27FC236}">
                  <a16:creationId xmlns:a16="http://schemas.microsoft.com/office/drawing/2014/main" id="{FCA4EAA5-081B-4315-B269-F78E0DCA00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60328" y="5433110"/>
              <a:ext cx="5004487" cy="196935"/>
            </a:xfrm>
            <a:custGeom>
              <a:avLst/>
              <a:gdLst>
                <a:gd name="T0" fmla="*/ 5715 w 5716"/>
                <a:gd name="T1" fmla="*/ 226 h 227"/>
                <a:gd name="T2" fmla="*/ 0 w 5716"/>
                <a:gd name="T3" fmla="*/ 226 h 227"/>
                <a:gd name="T4" fmla="*/ 0 w 5716"/>
                <a:gd name="T5" fmla="*/ 0 h 227"/>
                <a:gd name="T6" fmla="*/ 5715 w 5716"/>
                <a:gd name="T7" fmla="*/ 0 h 227"/>
                <a:gd name="T8" fmla="*/ 5715 w 5716"/>
                <a:gd name="T9" fmla="*/ 226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16" h="227">
                  <a:moveTo>
                    <a:pt x="5715" y="226"/>
                  </a:moveTo>
                  <a:lnTo>
                    <a:pt x="0" y="226"/>
                  </a:lnTo>
                  <a:lnTo>
                    <a:pt x="0" y="0"/>
                  </a:lnTo>
                  <a:lnTo>
                    <a:pt x="5715" y="0"/>
                  </a:lnTo>
                  <a:lnTo>
                    <a:pt x="5715" y="226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E190CEC9-3B14-4E5B-B8EE-42C09741DC91}"/>
              </a:ext>
            </a:extLst>
          </p:cNvPr>
          <p:cNvSpPr txBox="1"/>
          <p:nvPr/>
        </p:nvSpPr>
        <p:spPr>
          <a:xfrm>
            <a:off x="1520825" y="750700"/>
            <a:ext cx="21336000" cy="116955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7000" b="1" spc="-29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CHALLENGES SLIDE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F1A0A64-E01F-4199-BB3A-A147D1E797FD}"/>
              </a:ext>
            </a:extLst>
          </p:cNvPr>
          <p:cNvSpPr txBox="1"/>
          <p:nvPr/>
        </p:nvSpPr>
        <p:spPr>
          <a:xfrm>
            <a:off x="1520827" y="1886522"/>
            <a:ext cx="213359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spc="-120" dirty="0">
                <a:latin typeface="Montserrat" pitchFamily="2" charset="77"/>
                <a:cs typeface="Poppins" pitchFamily="2" charset="77"/>
              </a:rPr>
              <a:t>Make a big impact with our professional slides and charts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9BAA2B-0E64-4C84-9743-4B75349391A4}"/>
              </a:ext>
            </a:extLst>
          </p:cNvPr>
          <p:cNvSpPr txBox="1"/>
          <p:nvPr/>
        </p:nvSpPr>
        <p:spPr>
          <a:xfrm>
            <a:off x="2147550" y="7170783"/>
            <a:ext cx="3708270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 01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1F2E5EF-290F-4B19-B6DC-C7A2A6404C2E}"/>
              </a:ext>
            </a:extLst>
          </p:cNvPr>
          <p:cNvSpPr txBox="1"/>
          <p:nvPr/>
        </p:nvSpPr>
        <p:spPr>
          <a:xfrm>
            <a:off x="2147550" y="7852125"/>
            <a:ext cx="3708272" cy="1899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44D8FA-D67F-4B44-B4CF-C4AD4F331203}"/>
              </a:ext>
            </a:extLst>
          </p:cNvPr>
          <p:cNvSpPr txBox="1"/>
          <p:nvPr/>
        </p:nvSpPr>
        <p:spPr>
          <a:xfrm>
            <a:off x="7605904" y="6112816"/>
            <a:ext cx="3708270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 02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B903559-164A-439F-B373-278CF5F45E79}"/>
              </a:ext>
            </a:extLst>
          </p:cNvPr>
          <p:cNvSpPr txBox="1"/>
          <p:nvPr/>
        </p:nvSpPr>
        <p:spPr>
          <a:xfrm>
            <a:off x="7605904" y="6794158"/>
            <a:ext cx="3708272" cy="1899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C672B87-B76F-4DB8-A0F3-96CD779EB30E}"/>
              </a:ext>
            </a:extLst>
          </p:cNvPr>
          <p:cNvSpPr txBox="1"/>
          <p:nvPr/>
        </p:nvSpPr>
        <p:spPr>
          <a:xfrm>
            <a:off x="13057380" y="5048149"/>
            <a:ext cx="3708270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 03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141A935-EF94-4966-B32E-A1CDBF518CB8}"/>
              </a:ext>
            </a:extLst>
          </p:cNvPr>
          <p:cNvSpPr txBox="1"/>
          <p:nvPr/>
        </p:nvSpPr>
        <p:spPr>
          <a:xfrm>
            <a:off x="13057380" y="5729491"/>
            <a:ext cx="3708272" cy="1899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21480D-1A59-4D9E-B695-D2A20020CE7F}"/>
              </a:ext>
            </a:extLst>
          </p:cNvPr>
          <p:cNvSpPr txBox="1"/>
          <p:nvPr/>
        </p:nvSpPr>
        <p:spPr>
          <a:xfrm>
            <a:off x="18508854" y="3977306"/>
            <a:ext cx="3708270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OPPORTUNITY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EFFD842-59B4-42E8-9714-77D00DDA6BA3}"/>
              </a:ext>
            </a:extLst>
          </p:cNvPr>
          <p:cNvSpPr txBox="1"/>
          <p:nvPr/>
        </p:nvSpPr>
        <p:spPr>
          <a:xfrm>
            <a:off x="18508854" y="4658648"/>
            <a:ext cx="3708272" cy="1899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00CEAA1F-58D7-4AA6-945E-61CB3AA7AFBB}"/>
              </a:ext>
            </a:extLst>
          </p:cNvPr>
          <p:cNvGrpSpPr/>
          <p:nvPr/>
        </p:nvGrpSpPr>
        <p:grpSpPr>
          <a:xfrm>
            <a:off x="7103277" y="3292626"/>
            <a:ext cx="10180059" cy="10423374"/>
            <a:chOff x="7103277" y="3292626"/>
            <a:chExt cx="10180059" cy="10423374"/>
          </a:xfrm>
        </p:grpSpPr>
        <p:sp>
          <p:nvSpPr>
            <p:cNvPr id="19" name="Freeform 2">
              <a:extLst>
                <a:ext uri="{FF2B5EF4-FFF2-40B4-BE49-F238E27FC236}">
                  <a16:creationId xmlns:a16="http://schemas.microsoft.com/office/drawing/2014/main" id="{988D47BB-80DD-4AD5-8671-1833ED74ED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24555" y="3292626"/>
              <a:ext cx="333578" cy="10423374"/>
            </a:xfrm>
            <a:custGeom>
              <a:avLst/>
              <a:gdLst>
                <a:gd name="T0" fmla="*/ 0 w 376"/>
                <a:gd name="T1" fmla="*/ 11710 h 11711"/>
                <a:gd name="T2" fmla="*/ 375 w 376"/>
                <a:gd name="T3" fmla="*/ 11710 h 11711"/>
                <a:gd name="T4" fmla="*/ 375 w 376"/>
                <a:gd name="T5" fmla="*/ 0 h 11711"/>
                <a:gd name="T6" fmla="*/ 0 w 376"/>
                <a:gd name="T7" fmla="*/ 0 h 11711"/>
                <a:gd name="T8" fmla="*/ 0 w 376"/>
                <a:gd name="T9" fmla="*/ 11710 h 11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6" h="11711">
                  <a:moveTo>
                    <a:pt x="0" y="11710"/>
                  </a:moveTo>
                  <a:lnTo>
                    <a:pt x="375" y="11710"/>
                  </a:lnTo>
                  <a:lnTo>
                    <a:pt x="375" y="0"/>
                  </a:lnTo>
                  <a:lnTo>
                    <a:pt x="0" y="0"/>
                  </a:lnTo>
                  <a:lnTo>
                    <a:pt x="0" y="11710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20" name="Freeform 3">
              <a:extLst>
                <a:ext uri="{FF2B5EF4-FFF2-40B4-BE49-F238E27FC236}">
                  <a16:creationId xmlns:a16="http://schemas.microsoft.com/office/drawing/2014/main" id="{C39A7481-D2EA-4FE5-97C4-8183A3DF534A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7103277" y="3351492"/>
              <a:ext cx="4885956" cy="1522692"/>
            </a:xfrm>
            <a:prstGeom prst="homePlate">
              <a:avLst>
                <a:gd name="adj" fmla="val 32652"/>
              </a:avLst>
            </a:pr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21" name="Freeform 4">
              <a:extLst>
                <a:ext uri="{FF2B5EF4-FFF2-40B4-BE49-F238E27FC236}">
                  <a16:creationId xmlns:a16="http://schemas.microsoft.com/office/drawing/2014/main" id="{D6840A5A-E0EC-4EB5-A7EA-EFB45F6CCA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98972" y="3292626"/>
              <a:ext cx="588669" cy="1636500"/>
            </a:xfrm>
            <a:custGeom>
              <a:avLst/>
              <a:gdLst>
                <a:gd name="T0" fmla="*/ 660 w 661"/>
                <a:gd name="T1" fmla="*/ 243 h 1840"/>
                <a:gd name="T2" fmla="*/ 660 w 661"/>
                <a:gd name="T3" fmla="*/ 0 h 1840"/>
                <a:gd name="T4" fmla="*/ 0 w 661"/>
                <a:gd name="T5" fmla="*/ 0 h 1840"/>
                <a:gd name="T6" fmla="*/ 0 w 661"/>
                <a:gd name="T7" fmla="*/ 243 h 1840"/>
                <a:gd name="T8" fmla="*/ 101 w 661"/>
                <a:gd name="T9" fmla="*/ 243 h 1840"/>
                <a:gd name="T10" fmla="*/ 101 w 661"/>
                <a:gd name="T11" fmla="*/ 1598 h 1840"/>
                <a:gd name="T12" fmla="*/ 0 w 661"/>
                <a:gd name="T13" fmla="*/ 1598 h 1840"/>
                <a:gd name="T14" fmla="*/ 0 w 661"/>
                <a:gd name="T15" fmla="*/ 1839 h 1840"/>
                <a:gd name="T16" fmla="*/ 660 w 661"/>
                <a:gd name="T17" fmla="*/ 1839 h 1840"/>
                <a:gd name="T18" fmla="*/ 660 w 661"/>
                <a:gd name="T19" fmla="*/ 1598 h 1840"/>
                <a:gd name="T20" fmla="*/ 559 w 661"/>
                <a:gd name="T21" fmla="*/ 1598 h 1840"/>
                <a:gd name="T22" fmla="*/ 559 w 661"/>
                <a:gd name="T23" fmla="*/ 243 h 1840"/>
                <a:gd name="T24" fmla="*/ 660 w 661"/>
                <a:gd name="T25" fmla="*/ 243 h 18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61" h="1840">
                  <a:moveTo>
                    <a:pt x="660" y="243"/>
                  </a:moveTo>
                  <a:lnTo>
                    <a:pt x="660" y="0"/>
                  </a:lnTo>
                  <a:lnTo>
                    <a:pt x="0" y="0"/>
                  </a:lnTo>
                  <a:lnTo>
                    <a:pt x="0" y="243"/>
                  </a:lnTo>
                  <a:lnTo>
                    <a:pt x="101" y="243"/>
                  </a:lnTo>
                  <a:lnTo>
                    <a:pt x="101" y="1598"/>
                  </a:lnTo>
                  <a:lnTo>
                    <a:pt x="0" y="1598"/>
                  </a:lnTo>
                  <a:lnTo>
                    <a:pt x="0" y="1839"/>
                  </a:lnTo>
                  <a:lnTo>
                    <a:pt x="660" y="1839"/>
                  </a:lnTo>
                  <a:lnTo>
                    <a:pt x="660" y="1598"/>
                  </a:lnTo>
                  <a:lnTo>
                    <a:pt x="559" y="1598"/>
                  </a:lnTo>
                  <a:lnTo>
                    <a:pt x="559" y="243"/>
                  </a:lnTo>
                  <a:lnTo>
                    <a:pt x="660" y="243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F4CB4415-82F6-4289-A05A-E4BDDF78F1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98972" y="4717205"/>
              <a:ext cx="588669" cy="215847"/>
            </a:xfrm>
            <a:custGeom>
              <a:avLst/>
              <a:gdLst>
                <a:gd name="T0" fmla="*/ 660 w 661"/>
                <a:gd name="T1" fmla="*/ 241 h 242"/>
                <a:gd name="T2" fmla="*/ 0 w 661"/>
                <a:gd name="T3" fmla="*/ 241 h 242"/>
                <a:gd name="T4" fmla="*/ 0 w 661"/>
                <a:gd name="T5" fmla="*/ 0 h 242"/>
                <a:gd name="T6" fmla="*/ 660 w 661"/>
                <a:gd name="T7" fmla="*/ 0 h 242"/>
                <a:gd name="T8" fmla="*/ 660 w 661"/>
                <a:gd name="T9" fmla="*/ 2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1" h="242">
                  <a:moveTo>
                    <a:pt x="660" y="241"/>
                  </a:moveTo>
                  <a:lnTo>
                    <a:pt x="0" y="241"/>
                  </a:lnTo>
                  <a:lnTo>
                    <a:pt x="0" y="0"/>
                  </a:lnTo>
                  <a:lnTo>
                    <a:pt x="660" y="0"/>
                  </a:lnTo>
                  <a:lnTo>
                    <a:pt x="660" y="241"/>
                  </a:lnTo>
                </a:path>
              </a:pathLst>
            </a:custGeom>
            <a:solidFill>
              <a:srgbClr val="111340">
                <a:alpha val="35000"/>
              </a:srgb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86B06B9F-25FD-4CE4-BC9F-C3542CD536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98972" y="3292626"/>
              <a:ext cx="588669" cy="215844"/>
            </a:xfrm>
            <a:custGeom>
              <a:avLst/>
              <a:gdLst>
                <a:gd name="T0" fmla="*/ 660 w 661"/>
                <a:gd name="T1" fmla="*/ 243 h 244"/>
                <a:gd name="T2" fmla="*/ 0 w 661"/>
                <a:gd name="T3" fmla="*/ 243 h 244"/>
                <a:gd name="T4" fmla="*/ 0 w 661"/>
                <a:gd name="T5" fmla="*/ 0 h 244"/>
                <a:gd name="T6" fmla="*/ 660 w 661"/>
                <a:gd name="T7" fmla="*/ 0 h 244"/>
                <a:gd name="T8" fmla="*/ 660 w 661"/>
                <a:gd name="T9" fmla="*/ 243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1" h="244">
                  <a:moveTo>
                    <a:pt x="660" y="243"/>
                  </a:moveTo>
                  <a:lnTo>
                    <a:pt x="0" y="243"/>
                  </a:lnTo>
                  <a:lnTo>
                    <a:pt x="0" y="0"/>
                  </a:lnTo>
                  <a:lnTo>
                    <a:pt x="660" y="0"/>
                  </a:lnTo>
                  <a:lnTo>
                    <a:pt x="660" y="243"/>
                  </a:lnTo>
                </a:path>
              </a:pathLst>
            </a:custGeom>
            <a:solidFill>
              <a:srgbClr val="111340">
                <a:alpha val="35000"/>
              </a:srgb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1E3D980D-033A-4904-A731-788E4B3173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89234" y="3508470"/>
              <a:ext cx="408144" cy="1208735"/>
            </a:xfrm>
            <a:custGeom>
              <a:avLst/>
              <a:gdLst>
                <a:gd name="T0" fmla="*/ 458 w 459"/>
                <a:gd name="T1" fmla="*/ 1355 h 1356"/>
                <a:gd name="T2" fmla="*/ 0 w 459"/>
                <a:gd name="T3" fmla="*/ 1355 h 1356"/>
                <a:gd name="T4" fmla="*/ 0 w 459"/>
                <a:gd name="T5" fmla="*/ 0 h 1356"/>
                <a:gd name="T6" fmla="*/ 458 w 459"/>
                <a:gd name="T7" fmla="*/ 0 h 1356"/>
                <a:gd name="T8" fmla="*/ 458 w 459"/>
                <a:gd name="T9" fmla="*/ 1355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9" h="1356">
                  <a:moveTo>
                    <a:pt x="458" y="1355"/>
                  </a:moveTo>
                  <a:lnTo>
                    <a:pt x="0" y="1355"/>
                  </a:lnTo>
                  <a:lnTo>
                    <a:pt x="0" y="0"/>
                  </a:lnTo>
                  <a:lnTo>
                    <a:pt x="458" y="0"/>
                  </a:lnTo>
                  <a:lnTo>
                    <a:pt x="458" y="1355"/>
                  </a:lnTo>
                </a:path>
              </a:pathLst>
            </a:custGeom>
            <a:solidFill>
              <a:srgbClr val="111340">
                <a:alpha val="25000"/>
              </a:srgb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25" name="Freeform 8">
              <a:extLst>
                <a:ext uri="{FF2B5EF4-FFF2-40B4-BE49-F238E27FC236}">
                  <a16:creationId xmlns:a16="http://schemas.microsoft.com/office/drawing/2014/main" id="{D4B4996C-9789-4DCB-A787-3BF1704474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7378" y="4987994"/>
              <a:ext cx="4885958" cy="1522692"/>
            </a:xfrm>
            <a:prstGeom prst="homePlate">
              <a:avLst>
                <a:gd name="adj" fmla="val 33986"/>
              </a:avLst>
            </a:pr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26" name="Freeform 9">
              <a:extLst>
                <a:ext uri="{FF2B5EF4-FFF2-40B4-BE49-F238E27FC236}">
                  <a16:creationId xmlns:a16="http://schemas.microsoft.com/office/drawing/2014/main" id="{8B3C9E7D-8D80-41B4-840E-9E0C984DB0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98972" y="4929126"/>
              <a:ext cx="588669" cy="1636502"/>
            </a:xfrm>
            <a:custGeom>
              <a:avLst/>
              <a:gdLst>
                <a:gd name="T0" fmla="*/ 0 w 661"/>
                <a:gd name="T1" fmla="*/ 243 h 1841"/>
                <a:gd name="T2" fmla="*/ 0 w 661"/>
                <a:gd name="T3" fmla="*/ 0 h 1841"/>
                <a:gd name="T4" fmla="*/ 660 w 661"/>
                <a:gd name="T5" fmla="*/ 0 h 1841"/>
                <a:gd name="T6" fmla="*/ 660 w 661"/>
                <a:gd name="T7" fmla="*/ 243 h 1841"/>
                <a:gd name="T8" fmla="*/ 559 w 661"/>
                <a:gd name="T9" fmla="*/ 243 h 1841"/>
                <a:gd name="T10" fmla="*/ 559 w 661"/>
                <a:gd name="T11" fmla="*/ 1598 h 1841"/>
                <a:gd name="T12" fmla="*/ 660 w 661"/>
                <a:gd name="T13" fmla="*/ 1598 h 1841"/>
                <a:gd name="T14" fmla="*/ 660 w 661"/>
                <a:gd name="T15" fmla="*/ 1840 h 1841"/>
                <a:gd name="T16" fmla="*/ 0 w 661"/>
                <a:gd name="T17" fmla="*/ 1840 h 1841"/>
                <a:gd name="T18" fmla="*/ 0 w 661"/>
                <a:gd name="T19" fmla="*/ 1598 h 1841"/>
                <a:gd name="T20" fmla="*/ 101 w 661"/>
                <a:gd name="T21" fmla="*/ 1598 h 1841"/>
                <a:gd name="T22" fmla="*/ 101 w 661"/>
                <a:gd name="T23" fmla="*/ 243 h 1841"/>
                <a:gd name="T24" fmla="*/ 0 w 661"/>
                <a:gd name="T25" fmla="*/ 243 h 18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61" h="1841">
                  <a:moveTo>
                    <a:pt x="0" y="243"/>
                  </a:moveTo>
                  <a:lnTo>
                    <a:pt x="0" y="0"/>
                  </a:lnTo>
                  <a:lnTo>
                    <a:pt x="660" y="0"/>
                  </a:lnTo>
                  <a:lnTo>
                    <a:pt x="660" y="243"/>
                  </a:lnTo>
                  <a:lnTo>
                    <a:pt x="559" y="243"/>
                  </a:lnTo>
                  <a:lnTo>
                    <a:pt x="559" y="1598"/>
                  </a:lnTo>
                  <a:lnTo>
                    <a:pt x="660" y="1598"/>
                  </a:lnTo>
                  <a:lnTo>
                    <a:pt x="660" y="1840"/>
                  </a:lnTo>
                  <a:lnTo>
                    <a:pt x="0" y="1840"/>
                  </a:lnTo>
                  <a:lnTo>
                    <a:pt x="0" y="1598"/>
                  </a:lnTo>
                  <a:lnTo>
                    <a:pt x="101" y="1598"/>
                  </a:lnTo>
                  <a:lnTo>
                    <a:pt x="101" y="243"/>
                  </a:lnTo>
                  <a:lnTo>
                    <a:pt x="0" y="243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86A95246-8DFB-462A-B5B5-4E0F5873C8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98972" y="6353707"/>
              <a:ext cx="588669" cy="215844"/>
            </a:xfrm>
            <a:custGeom>
              <a:avLst/>
              <a:gdLst>
                <a:gd name="T0" fmla="*/ 0 w 661"/>
                <a:gd name="T1" fmla="*/ 242 h 243"/>
                <a:gd name="T2" fmla="*/ 660 w 661"/>
                <a:gd name="T3" fmla="*/ 242 h 243"/>
                <a:gd name="T4" fmla="*/ 660 w 661"/>
                <a:gd name="T5" fmla="*/ 0 h 243"/>
                <a:gd name="T6" fmla="*/ 0 w 661"/>
                <a:gd name="T7" fmla="*/ 0 h 243"/>
                <a:gd name="T8" fmla="*/ 0 w 661"/>
                <a:gd name="T9" fmla="*/ 242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1" h="243">
                  <a:moveTo>
                    <a:pt x="0" y="242"/>
                  </a:moveTo>
                  <a:lnTo>
                    <a:pt x="660" y="242"/>
                  </a:lnTo>
                  <a:lnTo>
                    <a:pt x="660" y="0"/>
                  </a:lnTo>
                  <a:lnTo>
                    <a:pt x="0" y="0"/>
                  </a:lnTo>
                  <a:lnTo>
                    <a:pt x="0" y="242"/>
                  </a:lnTo>
                </a:path>
              </a:pathLst>
            </a:custGeom>
            <a:solidFill>
              <a:srgbClr val="111340">
                <a:alpha val="35000"/>
              </a:srgb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28" name="Freeform 11">
              <a:extLst>
                <a:ext uri="{FF2B5EF4-FFF2-40B4-BE49-F238E27FC236}">
                  <a16:creationId xmlns:a16="http://schemas.microsoft.com/office/drawing/2014/main" id="{9C596760-AAFF-4D96-9253-1DA8AB564C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98972" y="4929126"/>
              <a:ext cx="588669" cy="215847"/>
            </a:xfrm>
            <a:custGeom>
              <a:avLst/>
              <a:gdLst>
                <a:gd name="T0" fmla="*/ 0 w 661"/>
                <a:gd name="T1" fmla="*/ 243 h 244"/>
                <a:gd name="T2" fmla="*/ 660 w 661"/>
                <a:gd name="T3" fmla="*/ 243 h 244"/>
                <a:gd name="T4" fmla="*/ 660 w 661"/>
                <a:gd name="T5" fmla="*/ 0 h 244"/>
                <a:gd name="T6" fmla="*/ 0 w 661"/>
                <a:gd name="T7" fmla="*/ 0 h 244"/>
                <a:gd name="T8" fmla="*/ 0 w 661"/>
                <a:gd name="T9" fmla="*/ 243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1" h="244">
                  <a:moveTo>
                    <a:pt x="0" y="243"/>
                  </a:moveTo>
                  <a:lnTo>
                    <a:pt x="660" y="243"/>
                  </a:lnTo>
                  <a:lnTo>
                    <a:pt x="660" y="0"/>
                  </a:lnTo>
                  <a:lnTo>
                    <a:pt x="0" y="0"/>
                  </a:lnTo>
                  <a:lnTo>
                    <a:pt x="0" y="243"/>
                  </a:lnTo>
                </a:path>
              </a:pathLst>
            </a:custGeom>
            <a:solidFill>
              <a:srgbClr val="111340">
                <a:alpha val="35000"/>
              </a:srgb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29" name="Freeform 12">
              <a:extLst>
                <a:ext uri="{FF2B5EF4-FFF2-40B4-BE49-F238E27FC236}">
                  <a16:creationId xmlns:a16="http://schemas.microsoft.com/office/drawing/2014/main" id="{25A791E3-6FC1-42A2-8A52-9CA0824E6C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89234" y="5144972"/>
              <a:ext cx="408144" cy="1208735"/>
            </a:xfrm>
            <a:custGeom>
              <a:avLst/>
              <a:gdLst>
                <a:gd name="T0" fmla="*/ 0 w 459"/>
                <a:gd name="T1" fmla="*/ 1355 h 1356"/>
                <a:gd name="T2" fmla="*/ 458 w 459"/>
                <a:gd name="T3" fmla="*/ 1355 h 1356"/>
                <a:gd name="T4" fmla="*/ 458 w 459"/>
                <a:gd name="T5" fmla="*/ 0 h 1356"/>
                <a:gd name="T6" fmla="*/ 0 w 459"/>
                <a:gd name="T7" fmla="*/ 0 h 1356"/>
                <a:gd name="T8" fmla="*/ 0 w 459"/>
                <a:gd name="T9" fmla="*/ 1355 h 13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9" h="1356">
                  <a:moveTo>
                    <a:pt x="0" y="1355"/>
                  </a:moveTo>
                  <a:lnTo>
                    <a:pt x="458" y="1355"/>
                  </a:lnTo>
                  <a:lnTo>
                    <a:pt x="458" y="0"/>
                  </a:lnTo>
                  <a:lnTo>
                    <a:pt x="0" y="0"/>
                  </a:lnTo>
                  <a:lnTo>
                    <a:pt x="0" y="1355"/>
                  </a:lnTo>
                </a:path>
              </a:pathLst>
            </a:custGeom>
            <a:solidFill>
              <a:srgbClr val="111340">
                <a:alpha val="25000"/>
              </a:srgb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</p:grpSp>
      <p:sp>
        <p:nvSpPr>
          <p:cNvPr id="30" name="Freeform 13">
            <a:extLst>
              <a:ext uri="{FF2B5EF4-FFF2-40B4-BE49-F238E27FC236}">
                <a16:creationId xmlns:a16="http://schemas.microsoft.com/office/drawing/2014/main" id="{49D7633B-E27E-41FC-A0DF-64094E97F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4244" y="6075069"/>
            <a:ext cx="934022" cy="5490325"/>
          </a:xfrm>
          <a:custGeom>
            <a:avLst/>
            <a:gdLst>
              <a:gd name="T0" fmla="*/ 0 w 1048"/>
              <a:gd name="T1" fmla="*/ 0 h 6171"/>
              <a:gd name="T2" fmla="*/ 1047 w 1048"/>
              <a:gd name="T3" fmla="*/ 0 h 6171"/>
              <a:gd name="T4" fmla="*/ 1047 w 1048"/>
              <a:gd name="T5" fmla="*/ 6170 h 6171"/>
              <a:gd name="T6" fmla="*/ 0 w 1048"/>
              <a:gd name="T7" fmla="*/ 6170 h 61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48" h="6171">
                <a:moveTo>
                  <a:pt x="0" y="0"/>
                </a:moveTo>
                <a:lnTo>
                  <a:pt x="1047" y="0"/>
                </a:lnTo>
                <a:lnTo>
                  <a:pt x="1047" y="6170"/>
                </a:lnTo>
                <a:lnTo>
                  <a:pt x="0" y="6170"/>
                </a:lnTo>
              </a:path>
            </a:pathLst>
          </a:custGeom>
          <a:noFill/>
          <a:ln w="38100" cap="flat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31" name="Freeform 14">
            <a:extLst>
              <a:ext uri="{FF2B5EF4-FFF2-40B4-BE49-F238E27FC236}">
                <a16:creationId xmlns:a16="http://schemas.microsoft.com/office/drawing/2014/main" id="{EA8B603E-EE94-497C-B7EC-9AC8BC1AAF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78347" y="7888171"/>
            <a:ext cx="934022" cy="2747124"/>
          </a:xfrm>
          <a:custGeom>
            <a:avLst/>
            <a:gdLst>
              <a:gd name="T0" fmla="*/ 1047 w 1048"/>
              <a:gd name="T1" fmla="*/ 3086 h 3087"/>
              <a:gd name="T2" fmla="*/ 0 w 1048"/>
              <a:gd name="T3" fmla="*/ 3086 h 3087"/>
              <a:gd name="T4" fmla="*/ 0 w 1048"/>
              <a:gd name="T5" fmla="*/ 0 h 3087"/>
              <a:gd name="T6" fmla="*/ 1047 w 1048"/>
              <a:gd name="T7" fmla="*/ 0 h 30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48" h="3087">
                <a:moveTo>
                  <a:pt x="1047" y="3086"/>
                </a:moveTo>
                <a:lnTo>
                  <a:pt x="0" y="3086"/>
                </a:lnTo>
                <a:lnTo>
                  <a:pt x="0" y="0"/>
                </a:lnTo>
                <a:lnTo>
                  <a:pt x="1047" y="0"/>
                </a:lnTo>
              </a:path>
            </a:pathLst>
          </a:custGeom>
          <a:noFill/>
          <a:ln w="38100" cap="flat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32" name="Line 15">
            <a:extLst>
              <a:ext uri="{FF2B5EF4-FFF2-40B4-BE49-F238E27FC236}">
                <a16:creationId xmlns:a16="http://schemas.microsoft.com/office/drawing/2014/main" id="{7B2CCC9E-3E89-4C09-9753-5E14BE642C58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74244" y="8822193"/>
            <a:ext cx="930097" cy="0"/>
          </a:xfrm>
          <a:prstGeom prst="line">
            <a:avLst/>
          </a:prstGeom>
          <a:noFill/>
          <a:ln w="38100" cap="flat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350E658-F70E-43BE-BF5E-6F1197B978D3}"/>
              </a:ext>
            </a:extLst>
          </p:cNvPr>
          <p:cNvSpPr txBox="1"/>
          <p:nvPr/>
        </p:nvSpPr>
        <p:spPr>
          <a:xfrm>
            <a:off x="1520825" y="750700"/>
            <a:ext cx="21336000" cy="116955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7000" b="1" spc="-29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CHALLENGES SLIDE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512489E-016C-4B6E-A21D-06A04A8B2B9F}"/>
              </a:ext>
            </a:extLst>
          </p:cNvPr>
          <p:cNvSpPr txBox="1"/>
          <p:nvPr/>
        </p:nvSpPr>
        <p:spPr>
          <a:xfrm>
            <a:off x="1520827" y="1886522"/>
            <a:ext cx="213359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spc="-120" dirty="0">
                <a:latin typeface="Montserrat" pitchFamily="2" charset="77"/>
                <a:cs typeface="Poppins" pitchFamily="2" charset="77"/>
              </a:rPr>
              <a:t>Make a big impact with our professional slides and charts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DD5D24-E323-4337-BD1B-510B6FEA7950}"/>
              </a:ext>
            </a:extLst>
          </p:cNvPr>
          <p:cNvSpPr txBox="1"/>
          <p:nvPr/>
        </p:nvSpPr>
        <p:spPr>
          <a:xfrm>
            <a:off x="3583403" y="5759687"/>
            <a:ext cx="6390273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 01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8F00DD-CF8A-4015-8CF6-234383069BD8}"/>
              </a:ext>
            </a:extLst>
          </p:cNvPr>
          <p:cNvSpPr txBox="1"/>
          <p:nvPr/>
        </p:nvSpPr>
        <p:spPr>
          <a:xfrm>
            <a:off x="3583404" y="6441029"/>
            <a:ext cx="6390275" cy="976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4DDC10-284F-4B68-93A6-6CFE3F375FEC}"/>
              </a:ext>
            </a:extLst>
          </p:cNvPr>
          <p:cNvSpPr txBox="1"/>
          <p:nvPr/>
        </p:nvSpPr>
        <p:spPr>
          <a:xfrm>
            <a:off x="3583406" y="8501721"/>
            <a:ext cx="6390273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 02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C9C9AD-025E-4DA6-825E-A535ADC98A46}"/>
              </a:ext>
            </a:extLst>
          </p:cNvPr>
          <p:cNvSpPr txBox="1"/>
          <p:nvPr/>
        </p:nvSpPr>
        <p:spPr>
          <a:xfrm>
            <a:off x="3583407" y="9183063"/>
            <a:ext cx="6390275" cy="976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5021E5-B156-463B-82B7-DA74A8E31127}"/>
              </a:ext>
            </a:extLst>
          </p:cNvPr>
          <p:cNvSpPr txBox="1"/>
          <p:nvPr/>
        </p:nvSpPr>
        <p:spPr>
          <a:xfrm>
            <a:off x="3583400" y="11250437"/>
            <a:ext cx="6390273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 03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40DAF1-E4F0-4797-9F07-98CF4B4E0486}"/>
              </a:ext>
            </a:extLst>
          </p:cNvPr>
          <p:cNvSpPr txBox="1"/>
          <p:nvPr/>
        </p:nvSpPr>
        <p:spPr>
          <a:xfrm>
            <a:off x="3583401" y="11931779"/>
            <a:ext cx="6390275" cy="976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ED078C-85A6-4CAA-9C3C-A16FB69BE119}"/>
              </a:ext>
            </a:extLst>
          </p:cNvPr>
          <p:cNvSpPr txBox="1"/>
          <p:nvPr/>
        </p:nvSpPr>
        <p:spPr>
          <a:xfrm>
            <a:off x="14403964" y="7567212"/>
            <a:ext cx="6390273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OPPORTUNITY 01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364DC7-24EF-4025-8F61-A808C1B4225A}"/>
              </a:ext>
            </a:extLst>
          </p:cNvPr>
          <p:cNvSpPr txBox="1"/>
          <p:nvPr/>
        </p:nvSpPr>
        <p:spPr>
          <a:xfrm>
            <a:off x="14403965" y="8248554"/>
            <a:ext cx="6390275" cy="976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AA77FB-A9A3-4ABA-A9D6-401A8674598B}"/>
              </a:ext>
            </a:extLst>
          </p:cNvPr>
          <p:cNvSpPr txBox="1"/>
          <p:nvPr/>
        </p:nvSpPr>
        <p:spPr>
          <a:xfrm>
            <a:off x="14403967" y="10309246"/>
            <a:ext cx="6390273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OPPORTUNITY 02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98A0C8-F5BA-4A85-9E26-F4635D71D044}"/>
              </a:ext>
            </a:extLst>
          </p:cNvPr>
          <p:cNvSpPr txBox="1"/>
          <p:nvPr/>
        </p:nvSpPr>
        <p:spPr>
          <a:xfrm>
            <a:off x="14403968" y="10990588"/>
            <a:ext cx="6390275" cy="976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871A0B-5151-42DA-BF91-186A1ECCCAD5}"/>
              </a:ext>
            </a:extLst>
          </p:cNvPr>
          <p:cNvSpPr txBox="1"/>
          <p:nvPr/>
        </p:nvSpPr>
        <p:spPr>
          <a:xfrm>
            <a:off x="7547046" y="3796608"/>
            <a:ext cx="4256334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NI" sz="3200" b="1" spc="-3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CHALLENGES</a:t>
            </a:r>
            <a:endParaRPr lang="en-US" sz="3200" b="1" spc="-30" dirty="0">
              <a:solidFill>
                <a:schemeClr val="bg1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FAB79E-7AD1-4819-8143-536086C68E12}"/>
              </a:ext>
            </a:extLst>
          </p:cNvPr>
          <p:cNvSpPr txBox="1"/>
          <p:nvPr/>
        </p:nvSpPr>
        <p:spPr>
          <a:xfrm>
            <a:off x="12569462" y="5452059"/>
            <a:ext cx="4256334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NI" sz="3200" b="1" spc="-3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OPPORTUNITIES</a:t>
            </a:r>
            <a:endParaRPr lang="en-US" sz="3200" b="1" spc="-30" dirty="0">
              <a:solidFill>
                <a:schemeClr val="bg1"/>
              </a:solidFill>
              <a:latin typeface="Montserrat" pitchFamily="2" charset="77"/>
              <a:cs typeface="Poppins" pitchFamily="2" charset="77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6EF49281-5375-4E85-820E-013048CCCC10}"/>
              </a:ext>
            </a:extLst>
          </p:cNvPr>
          <p:cNvGrpSpPr/>
          <p:nvPr/>
        </p:nvGrpSpPr>
        <p:grpSpPr>
          <a:xfrm>
            <a:off x="6793244" y="4050046"/>
            <a:ext cx="10796200" cy="8161993"/>
            <a:chOff x="6793244" y="4050046"/>
            <a:chExt cx="10796200" cy="8161993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3E0E96C-34B8-4455-8AA3-AF15C4D225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35560" y="4050046"/>
              <a:ext cx="7710679" cy="8161993"/>
            </a:xfrm>
            <a:custGeom>
              <a:avLst/>
              <a:gdLst>
                <a:gd name="connsiteX0" fmla="*/ 0 w 7710679"/>
                <a:gd name="connsiteY0" fmla="*/ 2209474 h 8161993"/>
                <a:gd name="connsiteX1" fmla="*/ 367514 w 7710679"/>
                <a:gd name="connsiteY1" fmla="*/ 2209474 h 8161993"/>
                <a:gd name="connsiteX2" fmla="*/ 367514 w 7710679"/>
                <a:gd name="connsiteY2" fmla="*/ 6635364 h 8161993"/>
                <a:gd name="connsiteX3" fmla="*/ 1195088 w 7710679"/>
                <a:gd name="connsiteY3" fmla="*/ 6635364 h 8161993"/>
                <a:gd name="connsiteX4" fmla="*/ 1195088 w 7710679"/>
                <a:gd name="connsiteY4" fmla="*/ 3746785 h 8161993"/>
                <a:gd name="connsiteX5" fmla="*/ 1562603 w 7710679"/>
                <a:gd name="connsiteY5" fmla="*/ 3746785 h 8161993"/>
                <a:gd name="connsiteX6" fmla="*/ 1562603 w 7710679"/>
                <a:gd name="connsiteY6" fmla="*/ 7003001 h 8161993"/>
                <a:gd name="connsiteX7" fmla="*/ 1394418 w 7710679"/>
                <a:gd name="connsiteY7" fmla="*/ 7003001 h 8161993"/>
                <a:gd name="connsiteX8" fmla="*/ 1195088 w 7710679"/>
                <a:gd name="connsiteY8" fmla="*/ 7003001 h 8161993"/>
                <a:gd name="connsiteX9" fmla="*/ 367514 w 7710679"/>
                <a:gd name="connsiteY9" fmla="*/ 7003001 h 8161993"/>
                <a:gd name="connsiteX10" fmla="*/ 367514 w 7710679"/>
                <a:gd name="connsiteY10" fmla="*/ 7795246 h 8161993"/>
                <a:gd name="connsiteX11" fmla="*/ 3091390 w 7710679"/>
                <a:gd name="connsiteY11" fmla="*/ 7795246 h 8161993"/>
                <a:gd name="connsiteX12" fmla="*/ 3091390 w 7710679"/>
                <a:gd name="connsiteY12" fmla="*/ 6617560 h 8161993"/>
                <a:gd name="connsiteX13" fmla="*/ 3458905 w 7710679"/>
                <a:gd name="connsiteY13" fmla="*/ 6617560 h 8161993"/>
                <a:gd name="connsiteX14" fmla="*/ 3458905 w 7710679"/>
                <a:gd name="connsiteY14" fmla="*/ 7795246 h 8161993"/>
                <a:gd name="connsiteX15" fmla="*/ 5217278 w 7710679"/>
                <a:gd name="connsiteY15" fmla="*/ 7795246 h 8161993"/>
                <a:gd name="connsiteX16" fmla="*/ 5217278 w 7710679"/>
                <a:gd name="connsiteY16" fmla="*/ 4959187 h 8161993"/>
                <a:gd name="connsiteX17" fmla="*/ 5432625 w 7710679"/>
                <a:gd name="connsiteY17" fmla="*/ 4959187 h 8161993"/>
                <a:gd name="connsiteX18" fmla="*/ 5584792 w 7710679"/>
                <a:gd name="connsiteY18" fmla="*/ 4959187 h 8161993"/>
                <a:gd name="connsiteX19" fmla="*/ 6463978 w 7710679"/>
                <a:gd name="connsiteY19" fmla="*/ 4959187 h 8161993"/>
                <a:gd name="connsiteX20" fmla="*/ 6463978 w 7710679"/>
                <a:gd name="connsiteY20" fmla="*/ 5326824 h 8161993"/>
                <a:gd name="connsiteX21" fmla="*/ 5584792 w 7710679"/>
                <a:gd name="connsiteY21" fmla="*/ 5326824 h 8161993"/>
                <a:gd name="connsiteX22" fmla="*/ 5584792 w 7710679"/>
                <a:gd name="connsiteY22" fmla="*/ 7795246 h 8161993"/>
                <a:gd name="connsiteX23" fmla="*/ 7344055 w 7710679"/>
                <a:gd name="connsiteY23" fmla="*/ 7795246 h 8161993"/>
                <a:gd name="connsiteX24" fmla="*/ 7344055 w 7710679"/>
                <a:gd name="connsiteY24" fmla="*/ 4651191 h 8161993"/>
                <a:gd name="connsiteX25" fmla="*/ 7710679 w 7710679"/>
                <a:gd name="connsiteY25" fmla="*/ 4651191 h 8161993"/>
                <a:gd name="connsiteX26" fmla="*/ 7710679 w 7710679"/>
                <a:gd name="connsiteY26" fmla="*/ 8161993 h 8161993"/>
                <a:gd name="connsiteX27" fmla="*/ 7621692 w 7710679"/>
                <a:gd name="connsiteY27" fmla="*/ 8161993 h 8161993"/>
                <a:gd name="connsiteX28" fmla="*/ 7344055 w 7710679"/>
                <a:gd name="connsiteY28" fmla="*/ 8161993 h 8161993"/>
                <a:gd name="connsiteX29" fmla="*/ 367514 w 7710679"/>
                <a:gd name="connsiteY29" fmla="*/ 8161993 h 8161993"/>
                <a:gd name="connsiteX30" fmla="*/ 59621 w 7710679"/>
                <a:gd name="connsiteY30" fmla="*/ 8161993 h 8161993"/>
                <a:gd name="connsiteX31" fmla="*/ 0 w 7710679"/>
                <a:gd name="connsiteY31" fmla="*/ 8161993 h 8161993"/>
                <a:gd name="connsiteX32" fmla="*/ 0 w 7710679"/>
                <a:gd name="connsiteY32" fmla="*/ 0 h 8161993"/>
                <a:gd name="connsiteX33" fmla="*/ 183312 w 7710679"/>
                <a:gd name="connsiteY33" fmla="*/ 0 h 8161993"/>
                <a:gd name="connsiteX34" fmla="*/ 7344055 w 7710679"/>
                <a:gd name="connsiteY34" fmla="*/ 0 h 8161993"/>
                <a:gd name="connsiteX35" fmla="*/ 7710679 w 7710679"/>
                <a:gd name="connsiteY35" fmla="*/ 0 h 8161993"/>
                <a:gd name="connsiteX36" fmla="*/ 7710679 w 7710679"/>
                <a:gd name="connsiteY36" fmla="*/ 3542210 h 8161993"/>
                <a:gd name="connsiteX37" fmla="*/ 7344055 w 7710679"/>
                <a:gd name="connsiteY37" fmla="*/ 3542210 h 8161993"/>
                <a:gd name="connsiteX38" fmla="*/ 7344055 w 7710679"/>
                <a:gd name="connsiteY38" fmla="*/ 2210766 h 8161993"/>
                <a:gd name="connsiteX39" fmla="*/ 6111592 w 7710679"/>
                <a:gd name="connsiteY39" fmla="*/ 2210766 h 8161993"/>
                <a:gd name="connsiteX40" fmla="*/ 6111592 w 7710679"/>
                <a:gd name="connsiteY40" fmla="*/ 3542210 h 8161993"/>
                <a:gd name="connsiteX41" fmla="*/ 5744968 w 7710679"/>
                <a:gd name="connsiteY41" fmla="*/ 3542210 h 8161993"/>
                <a:gd name="connsiteX42" fmla="*/ 5744968 w 7710679"/>
                <a:gd name="connsiteY42" fmla="*/ 2210766 h 8161993"/>
                <a:gd name="connsiteX43" fmla="*/ 5744968 w 7710679"/>
                <a:gd name="connsiteY43" fmla="*/ 1920626 h 8161993"/>
                <a:gd name="connsiteX44" fmla="*/ 5744968 w 7710679"/>
                <a:gd name="connsiteY44" fmla="*/ 1844085 h 8161993"/>
                <a:gd name="connsiteX45" fmla="*/ 7344055 w 7710679"/>
                <a:gd name="connsiteY45" fmla="*/ 1844085 h 8161993"/>
                <a:gd name="connsiteX46" fmla="*/ 7344055 w 7710679"/>
                <a:gd name="connsiteY46" fmla="*/ 367571 h 8161993"/>
                <a:gd name="connsiteX47" fmla="*/ 3458905 w 7710679"/>
                <a:gd name="connsiteY47" fmla="*/ 367571 h 8161993"/>
                <a:gd name="connsiteX48" fmla="*/ 3458905 w 7710679"/>
                <a:gd name="connsiteY48" fmla="*/ 2849788 h 8161993"/>
                <a:gd name="connsiteX49" fmla="*/ 4418179 w 7710679"/>
                <a:gd name="connsiteY49" fmla="*/ 2849788 h 8161993"/>
                <a:gd name="connsiteX50" fmla="*/ 4418179 w 7710679"/>
                <a:gd name="connsiteY50" fmla="*/ 973663 h 8161993"/>
                <a:gd name="connsiteX51" fmla="*/ 4784804 w 7710679"/>
                <a:gd name="connsiteY51" fmla="*/ 973663 h 8161993"/>
                <a:gd name="connsiteX52" fmla="*/ 4784804 w 7710679"/>
                <a:gd name="connsiteY52" fmla="*/ 3217359 h 8161993"/>
                <a:gd name="connsiteX53" fmla="*/ 4772346 w 7710679"/>
                <a:gd name="connsiteY53" fmla="*/ 3217359 h 8161993"/>
                <a:gd name="connsiteX54" fmla="*/ 4418179 w 7710679"/>
                <a:gd name="connsiteY54" fmla="*/ 3217359 h 8161993"/>
                <a:gd name="connsiteX55" fmla="*/ 3458905 w 7710679"/>
                <a:gd name="connsiteY55" fmla="*/ 3217359 h 8161993"/>
                <a:gd name="connsiteX56" fmla="*/ 3458905 w 7710679"/>
                <a:gd name="connsiteY56" fmla="*/ 5701356 h 8161993"/>
                <a:gd name="connsiteX57" fmla="*/ 3091390 w 7710679"/>
                <a:gd name="connsiteY57" fmla="*/ 5701356 h 8161993"/>
                <a:gd name="connsiteX58" fmla="*/ 3091390 w 7710679"/>
                <a:gd name="connsiteY58" fmla="*/ 367571 h 8161993"/>
                <a:gd name="connsiteX59" fmla="*/ 367514 w 7710679"/>
                <a:gd name="connsiteY59" fmla="*/ 367571 h 8161993"/>
                <a:gd name="connsiteX60" fmla="*/ 367514 w 7710679"/>
                <a:gd name="connsiteY60" fmla="*/ 1124073 h 8161993"/>
                <a:gd name="connsiteX61" fmla="*/ 0 w 7710679"/>
                <a:gd name="connsiteY61" fmla="*/ 1124073 h 8161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710679" h="8161993">
                  <a:moveTo>
                    <a:pt x="0" y="2209474"/>
                  </a:moveTo>
                  <a:lnTo>
                    <a:pt x="367514" y="2209474"/>
                  </a:lnTo>
                  <a:lnTo>
                    <a:pt x="367514" y="6635364"/>
                  </a:lnTo>
                  <a:lnTo>
                    <a:pt x="1195088" y="6635364"/>
                  </a:lnTo>
                  <a:lnTo>
                    <a:pt x="1195088" y="3746785"/>
                  </a:lnTo>
                  <a:lnTo>
                    <a:pt x="1562603" y="3746785"/>
                  </a:lnTo>
                  <a:lnTo>
                    <a:pt x="1562603" y="7003001"/>
                  </a:lnTo>
                  <a:lnTo>
                    <a:pt x="1394418" y="7003001"/>
                  </a:lnTo>
                  <a:lnTo>
                    <a:pt x="1195088" y="7003001"/>
                  </a:lnTo>
                  <a:lnTo>
                    <a:pt x="367514" y="7003001"/>
                  </a:lnTo>
                  <a:lnTo>
                    <a:pt x="367514" y="7795246"/>
                  </a:lnTo>
                  <a:lnTo>
                    <a:pt x="3091390" y="7795246"/>
                  </a:lnTo>
                  <a:lnTo>
                    <a:pt x="3091390" y="6617560"/>
                  </a:lnTo>
                  <a:lnTo>
                    <a:pt x="3458905" y="6617560"/>
                  </a:lnTo>
                  <a:lnTo>
                    <a:pt x="3458905" y="7795246"/>
                  </a:lnTo>
                  <a:lnTo>
                    <a:pt x="5217278" y="7795246"/>
                  </a:lnTo>
                  <a:lnTo>
                    <a:pt x="5217278" y="4959187"/>
                  </a:lnTo>
                  <a:lnTo>
                    <a:pt x="5432625" y="4959187"/>
                  </a:lnTo>
                  <a:lnTo>
                    <a:pt x="5584792" y="4959187"/>
                  </a:lnTo>
                  <a:lnTo>
                    <a:pt x="6463978" y="4959187"/>
                  </a:lnTo>
                  <a:lnTo>
                    <a:pt x="6463978" y="5326824"/>
                  </a:lnTo>
                  <a:lnTo>
                    <a:pt x="5584792" y="5326824"/>
                  </a:lnTo>
                  <a:lnTo>
                    <a:pt x="5584792" y="7795246"/>
                  </a:lnTo>
                  <a:lnTo>
                    <a:pt x="7344055" y="7795246"/>
                  </a:lnTo>
                  <a:lnTo>
                    <a:pt x="7344055" y="4651191"/>
                  </a:lnTo>
                  <a:lnTo>
                    <a:pt x="7710679" y="4651191"/>
                  </a:lnTo>
                  <a:lnTo>
                    <a:pt x="7710679" y="8161993"/>
                  </a:lnTo>
                  <a:lnTo>
                    <a:pt x="7621692" y="8161993"/>
                  </a:lnTo>
                  <a:lnTo>
                    <a:pt x="7344055" y="8161993"/>
                  </a:lnTo>
                  <a:lnTo>
                    <a:pt x="367514" y="8161993"/>
                  </a:lnTo>
                  <a:lnTo>
                    <a:pt x="59621" y="8161993"/>
                  </a:lnTo>
                  <a:lnTo>
                    <a:pt x="0" y="8161993"/>
                  </a:lnTo>
                  <a:close/>
                  <a:moveTo>
                    <a:pt x="0" y="0"/>
                  </a:moveTo>
                  <a:lnTo>
                    <a:pt x="183312" y="0"/>
                  </a:lnTo>
                  <a:lnTo>
                    <a:pt x="7344055" y="0"/>
                  </a:lnTo>
                  <a:lnTo>
                    <a:pt x="7710679" y="0"/>
                  </a:lnTo>
                  <a:lnTo>
                    <a:pt x="7710679" y="3542210"/>
                  </a:lnTo>
                  <a:lnTo>
                    <a:pt x="7344055" y="3542210"/>
                  </a:lnTo>
                  <a:lnTo>
                    <a:pt x="7344055" y="2210766"/>
                  </a:lnTo>
                  <a:lnTo>
                    <a:pt x="6111592" y="2210766"/>
                  </a:lnTo>
                  <a:lnTo>
                    <a:pt x="6111592" y="3542210"/>
                  </a:lnTo>
                  <a:lnTo>
                    <a:pt x="5744968" y="3542210"/>
                  </a:lnTo>
                  <a:lnTo>
                    <a:pt x="5744968" y="2210766"/>
                  </a:lnTo>
                  <a:lnTo>
                    <a:pt x="5744968" y="1920626"/>
                  </a:lnTo>
                  <a:lnTo>
                    <a:pt x="5744968" y="1844085"/>
                  </a:lnTo>
                  <a:lnTo>
                    <a:pt x="7344055" y="1844085"/>
                  </a:lnTo>
                  <a:lnTo>
                    <a:pt x="7344055" y="367571"/>
                  </a:lnTo>
                  <a:lnTo>
                    <a:pt x="3458905" y="367571"/>
                  </a:lnTo>
                  <a:lnTo>
                    <a:pt x="3458905" y="2849788"/>
                  </a:lnTo>
                  <a:lnTo>
                    <a:pt x="4418179" y="2849788"/>
                  </a:lnTo>
                  <a:lnTo>
                    <a:pt x="4418179" y="973663"/>
                  </a:lnTo>
                  <a:lnTo>
                    <a:pt x="4784804" y="973663"/>
                  </a:lnTo>
                  <a:lnTo>
                    <a:pt x="4784804" y="3217359"/>
                  </a:lnTo>
                  <a:lnTo>
                    <a:pt x="4772346" y="3217359"/>
                  </a:lnTo>
                  <a:lnTo>
                    <a:pt x="4418179" y="3217359"/>
                  </a:lnTo>
                  <a:lnTo>
                    <a:pt x="3458905" y="3217359"/>
                  </a:lnTo>
                  <a:lnTo>
                    <a:pt x="3458905" y="5701356"/>
                  </a:lnTo>
                  <a:lnTo>
                    <a:pt x="3091390" y="5701356"/>
                  </a:lnTo>
                  <a:lnTo>
                    <a:pt x="3091390" y="367571"/>
                  </a:lnTo>
                  <a:lnTo>
                    <a:pt x="367514" y="367571"/>
                  </a:lnTo>
                  <a:lnTo>
                    <a:pt x="367514" y="1124073"/>
                  </a:lnTo>
                  <a:lnTo>
                    <a:pt x="0" y="1124073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551CC1C5-E2D0-47D2-96E5-DE8A91639780}"/>
                </a:ext>
              </a:extLst>
            </p:cNvPr>
            <p:cNvGrpSpPr/>
            <p:nvPr/>
          </p:nvGrpSpPr>
          <p:grpSpPr>
            <a:xfrm>
              <a:off x="6793244" y="5062557"/>
              <a:ext cx="10796200" cy="5804283"/>
              <a:chOff x="6793244" y="5062557"/>
              <a:chExt cx="10796200" cy="5804283"/>
            </a:xfrm>
          </p:grpSpPr>
          <p:sp>
            <p:nvSpPr>
              <p:cNvPr id="36" name="Freeform 4">
                <a:extLst>
                  <a:ext uri="{FF2B5EF4-FFF2-40B4-BE49-F238E27FC236}">
                    <a16:creationId xmlns:a16="http://schemas.microsoft.com/office/drawing/2014/main" id="{BA94CA83-9431-4B96-AFBF-6A6C63A086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448631" y="5529570"/>
                <a:ext cx="9489352" cy="4874183"/>
              </a:xfrm>
              <a:custGeom>
                <a:avLst/>
                <a:gdLst>
                  <a:gd name="T0" fmla="*/ 6087 w 10663"/>
                  <a:gd name="T1" fmla="*/ 5476 h 5477"/>
                  <a:gd name="T2" fmla="*/ 3400 w 10663"/>
                  <a:gd name="T3" fmla="*/ 5476 h 5477"/>
                  <a:gd name="T4" fmla="*/ 3400 w 10663"/>
                  <a:gd name="T5" fmla="*/ 428 h 5477"/>
                  <a:gd name="T6" fmla="*/ 0 w 10663"/>
                  <a:gd name="T7" fmla="*/ 428 h 5477"/>
                  <a:gd name="T8" fmla="*/ 0 w 10663"/>
                  <a:gd name="T9" fmla="*/ 0 h 5477"/>
                  <a:gd name="T10" fmla="*/ 3828 w 10663"/>
                  <a:gd name="T11" fmla="*/ 0 h 5477"/>
                  <a:gd name="T12" fmla="*/ 3828 w 10663"/>
                  <a:gd name="T13" fmla="*/ 5047 h 5477"/>
                  <a:gd name="T14" fmla="*/ 5659 w 10663"/>
                  <a:gd name="T15" fmla="*/ 5047 h 5477"/>
                  <a:gd name="T16" fmla="*/ 5659 w 10663"/>
                  <a:gd name="T17" fmla="*/ 2730 h 5477"/>
                  <a:gd name="T18" fmla="*/ 10662 w 10663"/>
                  <a:gd name="T19" fmla="*/ 2730 h 5477"/>
                  <a:gd name="T20" fmla="*/ 10662 w 10663"/>
                  <a:gd name="T21" fmla="*/ 3158 h 5477"/>
                  <a:gd name="T22" fmla="*/ 6087 w 10663"/>
                  <a:gd name="T23" fmla="*/ 3158 h 5477"/>
                  <a:gd name="T24" fmla="*/ 6087 w 10663"/>
                  <a:gd name="T25" fmla="*/ 5476 h 54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0663" h="5477">
                    <a:moveTo>
                      <a:pt x="6087" y="5476"/>
                    </a:moveTo>
                    <a:lnTo>
                      <a:pt x="3400" y="5476"/>
                    </a:lnTo>
                    <a:lnTo>
                      <a:pt x="3400" y="428"/>
                    </a:lnTo>
                    <a:lnTo>
                      <a:pt x="0" y="428"/>
                    </a:lnTo>
                    <a:lnTo>
                      <a:pt x="0" y="0"/>
                    </a:lnTo>
                    <a:lnTo>
                      <a:pt x="3828" y="0"/>
                    </a:lnTo>
                    <a:lnTo>
                      <a:pt x="3828" y="5047"/>
                    </a:lnTo>
                    <a:lnTo>
                      <a:pt x="5659" y="5047"/>
                    </a:lnTo>
                    <a:lnTo>
                      <a:pt x="5659" y="2730"/>
                    </a:lnTo>
                    <a:lnTo>
                      <a:pt x="10662" y="2730"/>
                    </a:lnTo>
                    <a:lnTo>
                      <a:pt x="10662" y="3158"/>
                    </a:lnTo>
                    <a:lnTo>
                      <a:pt x="6087" y="3158"/>
                    </a:lnTo>
                    <a:lnTo>
                      <a:pt x="6087" y="5476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37" name="Freeform 5">
                <a:extLst>
                  <a:ext uri="{FF2B5EF4-FFF2-40B4-BE49-F238E27FC236}">
                    <a16:creationId xmlns:a16="http://schemas.microsoft.com/office/drawing/2014/main" id="{CFA46689-5557-461C-97E5-CFFFF50C6C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37983" y="7597761"/>
                <a:ext cx="651461" cy="1098850"/>
              </a:xfrm>
              <a:custGeom>
                <a:avLst/>
                <a:gdLst>
                  <a:gd name="T0" fmla="*/ 730 w 731"/>
                  <a:gd name="T1" fmla="*/ 618 h 1236"/>
                  <a:gd name="T2" fmla="*/ 0 w 731"/>
                  <a:gd name="T3" fmla="*/ 0 h 1236"/>
                  <a:gd name="T4" fmla="*/ 0 w 731"/>
                  <a:gd name="T5" fmla="*/ 1235 h 1236"/>
                  <a:gd name="T6" fmla="*/ 730 w 731"/>
                  <a:gd name="T7" fmla="*/ 618 h 1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731" h="1236">
                    <a:moveTo>
                      <a:pt x="730" y="618"/>
                    </a:moveTo>
                    <a:lnTo>
                      <a:pt x="0" y="0"/>
                    </a:lnTo>
                    <a:lnTo>
                      <a:pt x="0" y="1235"/>
                    </a:lnTo>
                    <a:lnTo>
                      <a:pt x="730" y="618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38" name="Freeform 6">
                <a:extLst>
                  <a:ext uri="{FF2B5EF4-FFF2-40B4-BE49-F238E27FC236}">
                    <a16:creationId xmlns:a16="http://schemas.microsoft.com/office/drawing/2014/main" id="{BFD56DC9-7021-42C3-8F51-B6550144AF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93244" y="5062557"/>
                <a:ext cx="1310771" cy="1310771"/>
              </a:xfrm>
              <a:custGeom>
                <a:avLst/>
                <a:gdLst>
                  <a:gd name="T0" fmla="*/ 1472 w 1473"/>
                  <a:gd name="T1" fmla="*/ 737 h 1474"/>
                  <a:gd name="T2" fmla="*/ 1472 w 1473"/>
                  <a:gd name="T3" fmla="*/ 737 h 1474"/>
                  <a:gd name="T4" fmla="*/ 737 w 1473"/>
                  <a:gd name="T5" fmla="*/ 1473 h 1474"/>
                  <a:gd name="T6" fmla="*/ 737 w 1473"/>
                  <a:gd name="T7" fmla="*/ 1473 h 1474"/>
                  <a:gd name="T8" fmla="*/ 0 w 1473"/>
                  <a:gd name="T9" fmla="*/ 737 h 1474"/>
                  <a:gd name="T10" fmla="*/ 0 w 1473"/>
                  <a:gd name="T11" fmla="*/ 737 h 1474"/>
                  <a:gd name="T12" fmla="*/ 737 w 1473"/>
                  <a:gd name="T13" fmla="*/ 0 h 1474"/>
                  <a:gd name="T14" fmla="*/ 737 w 1473"/>
                  <a:gd name="T15" fmla="*/ 0 h 1474"/>
                  <a:gd name="T16" fmla="*/ 1472 w 1473"/>
                  <a:gd name="T17" fmla="*/ 737 h 1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73" h="1474">
                    <a:moveTo>
                      <a:pt x="1472" y="737"/>
                    </a:moveTo>
                    <a:lnTo>
                      <a:pt x="1472" y="737"/>
                    </a:lnTo>
                    <a:cubicBezTo>
                      <a:pt x="1472" y="1143"/>
                      <a:pt x="1142" y="1473"/>
                      <a:pt x="737" y="1473"/>
                    </a:cubicBezTo>
                    <a:lnTo>
                      <a:pt x="737" y="1473"/>
                    </a:lnTo>
                    <a:cubicBezTo>
                      <a:pt x="330" y="1473"/>
                      <a:pt x="0" y="1143"/>
                      <a:pt x="0" y="737"/>
                    </a:cubicBezTo>
                    <a:lnTo>
                      <a:pt x="0" y="737"/>
                    </a:lnTo>
                    <a:cubicBezTo>
                      <a:pt x="0" y="330"/>
                      <a:pt x="330" y="0"/>
                      <a:pt x="737" y="0"/>
                    </a:cubicBezTo>
                    <a:lnTo>
                      <a:pt x="737" y="0"/>
                    </a:lnTo>
                    <a:cubicBezTo>
                      <a:pt x="1142" y="0"/>
                      <a:pt x="1472" y="330"/>
                      <a:pt x="1472" y="73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39" name="Freeform 8">
                <a:extLst>
                  <a:ext uri="{FF2B5EF4-FFF2-40B4-BE49-F238E27FC236}">
                    <a16:creationId xmlns:a16="http://schemas.microsoft.com/office/drawing/2014/main" id="{04AB011E-333E-4507-AC2F-83698B8B33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07381" y="9556069"/>
                <a:ext cx="1310771" cy="1310771"/>
              </a:xfrm>
              <a:custGeom>
                <a:avLst/>
                <a:gdLst>
                  <a:gd name="T0" fmla="*/ 1473 w 1474"/>
                  <a:gd name="T1" fmla="*/ 737 h 1474"/>
                  <a:gd name="T2" fmla="*/ 1473 w 1474"/>
                  <a:gd name="T3" fmla="*/ 737 h 1474"/>
                  <a:gd name="T4" fmla="*/ 737 w 1474"/>
                  <a:gd name="T5" fmla="*/ 1473 h 1474"/>
                  <a:gd name="T6" fmla="*/ 737 w 1474"/>
                  <a:gd name="T7" fmla="*/ 1473 h 1474"/>
                  <a:gd name="T8" fmla="*/ 0 w 1474"/>
                  <a:gd name="T9" fmla="*/ 737 h 1474"/>
                  <a:gd name="T10" fmla="*/ 0 w 1474"/>
                  <a:gd name="T11" fmla="*/ 737 h 1474"/>
                  <a:gd name="T12" fmla="*/ 737 w 1474"/>
                  <a:gd name="T13" fmla="*/ 0 h 1474"/>
                  <a:gd name="T14" fmla="*/ 737 w 1474"/>
                  <a:gd name="T15" fmla="*/ 0 h 1474"/>
                  <a:gd name="T16" fmla="*/ 1473 w 1474"/>
                  <a:gd name="T17" fmla="*/ 737 h 1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74" h="1474">
                    <a:moveTo>
                      <a:pt x="1473" y="737"/>
                    </a:moveTo>
                    <a:lnTo>
                      <a:pt x="1473" y="737"/>
                    </a:lnTo>
                    <a:cubicBezTo>
                      <a:pt x="1473" y="1143"/>
                      <a:pt x="1143" y="1473"/>
                      <a:pt x="737" y="1473"/>
                    </a:cubicBezTo>
                    <a:lnTo>
                      <a:pt x="737" y="1473"/>
                    </a:lnTo>
                    <a:cubicBezTo>
                      <a:pt x="330" y="1473"/>
                      <a:pt x="0" y="1143"/>
                      <a:pt x="0" y="737"/>
                    </a:cubicBezTo>
                    <a:lnTo>
                      <a:pt x="0" y="737"/>
                    </a:lnTo>
                    <a:cubicBezTo>
                      <a:pt x="0" y="330"/>
                      <a:pt x="330" y="0"/>
                      <a:pt x="737" y="0"/>
                    </a:cubicBezTo>
                    <a:lnTo>
                      <a:pt x="737" y="0"/>
                    </a:lnTo>
                    <a:cubicBezTo>
                      <a:pt x="1143" y="0"/>
                      <a:pt x="1473" y="330"/>
                      <a:pt x="1473" y="73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40" name="Freeform 10">
                <a:extLst>
                  <a:ext uri="{FF2B5EF4-FFF2-40B4-BE49-F238E27FC236}">
                    <a16:creationId xmlns:a16="http://schemas.microsoft.com/office/drawing/2014/main" id="{32262AE2-8E1D-41ED-8C24-D06592D9F0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20629" y="7491801"/>
                <a:ext cx="1310771" cy="1310771"/>
              </a:xfrm>
              <a:custGeom>
                <a:avLst/>
                <a:gdLst>
                  <a:gd name="T0" fmla="*/ 1472 w 1473"/>
                  <a:gd name="T1" fmla="*/ 737 h 1474"/>
                  <a:gd name="T2" fmla="*/ 1472 w 1473"/>
                  <a:gd name="T3" fmla="*/ 737 h 1474"/>
                  <a:gd name="T4" fmla="*/ 736 w 1473"/>
                  <a:gd name="T5" fmla="*/ 1473 h 1474"/>
                  <a:gd name="T6" fmla="*/ 736 w 1473"/>
                  <a:gd name="T7" fmla="*/ 1473 h 1474"/>
                  <a:gd name="T8" fmla="*/ 0 w 1473"/>
                  <a:gd name="T9" fmla="*/ 737 h 1474"/>
                  <a:gd name="T10" fmla="*/ 0 w 1473"/>
                  <a:gd name="T11" fmla="*/ 737 h 1474"/>
                  <a:gd name="T12" fmla="*/ 736 w 1473"/>
                  <a:gd name="T13" fmla="*/ 0 h 1474"/>
                  <a:gd name="T14" fmla="*/ 736 w 1473"/>
                  <a:gd name="T15" fmla="*/ 0 h 1474"/>
                  <a:gd name="T16" fmla="*/ 1472 w 1473"/>
                  <a:gd name="T17" fmla="*/ 737 h 1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473" h="1474">
                    <a:moveTo>
                      <a:pt x="1472" y="737"/>
                    </a:moveTo>
                    <a:lnTo>
                      <a:pt x="1472" y="737"/>
                    </a:lnTo>
                    <a:cubicBezTo>
                      <a:pt x="1472" y="1144"/>
                      <a:pt x="1142" y="1473"/>
                      <a:pt x="736" y="1473"/>
                    </a:cubicBezTo>
                    <a:lnTo>
                      <a:pt x="736" y="1473"/>
                    </a:lnTo>
                    <a:cubicBezTo>
                      <a:pt x="329" y="1473"/>
                      <a:pt x="0" y="1144"/>
                      <a:pt x="0" y="737"/>
                    </a:cubicBezTo>
                    <a:lnTo>
                      <a:pt x="0" y="737"/>
                    </a:lnTo>
                    <a:cubicBezTo>
                      <a:pt x="0" y="330"/>
                      <a:pt x="329" y="0"/>
                      <a:pt x="736" y="0"/>
                    </a:cubicBezTo>
                    <a:lnTo>
                      <a:pt x="736" y="0"/>
                    </a:lnTo>
                    <a:cubicBezTo>
                      <a:pt x="1142" y="0"/>
                      <a:pt x="1472" y="330"/>
                      <a:pt x="1472" y="737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</p:grp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685448D5-A92D-4B1E-B071-371F2FCC133D}"/>
              </a:ext>
            </a:extLst>
          </p:cNvPr>
          <p:cNvSpPr txBox="1"/>
          <p:nvPr/>
        </p:nvSpPr>
        <p:spPr>
          <a:xfrm>
            <a:off x="1520825" y="750700"/>
            <a:ext cx="21336000" cy="116955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7000" b="1" spc="-29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CHALLENGES SLIDE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AA7FB47-299F-4EE6-93DC-894780ED6E15}"/>
              </a:ext>
            </a:extLst>
          </p:cNvPr>
          <p:cNvSpPr txBox="1"/>
          <p:nvPr/>
        </p:nvSpPr>
        <p:spPr>
          <a:xfrm>
            <a:off x="1520827" y="1886522"/>
            <a:ext cx="213359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spc="-120" dirty="0">
                <a:latin typeface="Montserrat" pitchFamily="2" charset="77"/>
                <a:cs typeface="Poppins" pitchFamily="2" charset="77"/>
              </a:rPr>
              <a:t>Make a big impact with our professional slides and charts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1906AC0-FA5A-470C-8FCF-EEBB838759E2}"/>
              </a:ext>
            </a:extLst>
          </p:cNvPr>
          <p:cNvSpPr txBox="1"/>
          <p:nvPr/>
        </p:nvSpPr>
        <p:spPr>
          <a:xfrm>
            <a:off x="1412659" y="4113080"/>
            <a:ext cx="4441370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accent1"/>
                </a:solidFill>
                <a:latin typeface="Montserrat" pitchFamily="2" charset="77"/>
                <a:cs typeface="Poppins" pitchFamily="2" charset="77"/>
              </a:rPr>
              <a:t>CHALLENGE 01</a:t>
            </a:r>
            <a:endParaRPr lang="en-US" sz="3200" b="1" spc="-30" dirty="0">
              <a:solidFill>
                <a:schemeClr val="accent1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2A175A6-2CB5-47DA-8C9F-3F3779D85038}"/>
              </a:ext>
            </a:extLst>
          </p:cNvPr>
          <p:cNvSpPr txBox="1"/>
          <p:nvPr/>
        </p:nvSpPr>
        <p:spPr>
          <a:xfrm>
            <a:off x="1412659" y="4794422"/>
            <a:ext cx="4441372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AF5099-64E4-4C26-AE2D-F5380D4D8F26}"/>
              </a:ext>
            </a:extLst>
          </p:cNvPr>
          <p:cNvSpPr txBox="1"/>
          <p:nvPr/>
        </p:nvSpPr>
        <p:spPr>
          <a:xfrm>
            <a:off x="1412659" y="7022431"/>
            <a:ext cx="4441370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accent2"/>
                </a:solidFill>
                <a:latin typeface="Montserrat" pitchFamily="2" charset="77"/>
                <a:cs typeface="Poppins" pitchFamily="2" charset="77"/>
              </a:rPr>
              <a:t>CHALLENGE 02</a:t>
            </a:r>
            <a:endParaRPr lang="en-US" sz="3200" b="1" spc="-30" dirty="0">
              <a:solidFill>
                <a:schemeClr val="accent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8AD5F7A-9C33-4E51-AFA9-5651570E9A0D}"/>
              </a:ext>
            </a:extLst>
          </p:cNvPr>
          <p:cNvSpPr txBox="1"/>
          <p:nvPr/>
        </p:nvSpPr>
        <p:spPr>
          <a:xfrm>
            <a:off x="1412659" y="7703773"/>
            <a:ext cx="4441372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3F0332-1DBD-488E-9044-15DA8E9A37EB}"/>
              </a:ext>
            </a:extLst>
          </p:cNvPr>
          <p:cNvSpPr txBox="1"/>
          <p:nvPr/>
        </p:nvSpPr>
        <p:spPr>
          <a:xfrm>
            <a:off x="1412659" y="9943961"/>
            <a:ext cx="4441370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accent3"/>
                </a:solidFill>
                <a:latin typeface="Montserrat" pitchFamily="2" charset="77"/>
                <a:cs typeface="Poppins" pitchFamily="2" charset="77"/>
              </a:rPr>
              <a:t>CHALLENGE 03</a:t>
            </a:r>
            <a:endParaRPr lang="en-US" sz="3200" b="1" spc="-30" dirty="0">
              <a:solidFill>
                <a:schemeClr val="accent3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0A8BDB5-2806-446D-BCE9-8779CE022165}"/>
              </a:ext>
            </a:extLst>
          </p:cNvPr>
          <p:cNvSpPr txBox="1"/>
          <p:nvPr/>
        </p:nvSpPr>
        <p:spPr>
          <a:xfrm>
            <a:off x="1412659" y="10625303"/>
            <a:ext cx="4441372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AD05982-F4EE-473F-B07A-8F291B1E848A}"/>
              </a:ext>
            </a:extLst>
          </p:cNvPr>
          <p:cNvSpPr txBox="1"/>
          <p:nvPr/>
        </p:nvSpPr>
        <p:spPr>
          <a:xfrm>
            <a:off x="18415453" y="6705439"/>
            <a:ext cx="4441370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accent4"/>
                </a:solidFill>
                <a:latin typeface="Montserrat" pitchFamily="2" charset="77"/>
                <a:cs typeface="Poppins" pitchFamily="2" charset="77"/>
              </a:rPr>
              <a:t>SOLUTION</a:t>
            </a:r>
            <a:endParaRPr lang="en-US" sz="3200" b="1" spc="-30" dirty="0">
              <a:solidFill>
                <a:schemeClr val="accent4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F356B09-6CF5-40C4-852B-AC08A79DD516}"/>
              </a:ext>
            </a:extLst>
          </p:cNvPr>
          <p:cNvSpPr txBox="1"/>
          <p:nvPr/>
        </p:nvSpPr>
        <p:spPr>
          <a:xfrm>
            <a:off x="18415453" y="7386781"/>
            <a:ext cx="4441372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C3AD123-1560-4CC7-BAA7-56A80FED5935}"/>
              </a:ext>
            </a:extLst>
          </p:cNvPr>
          <p:cNvSpPr txBox="1"/>
          <p:nvPr/>
        </p:nvSpPr>
        <p:spPr>
          <a:xfrm>
            <a:off x="6793242" y="5126697"/>
            <a:ext cx="1263992" cy="116955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NI" sz="7000" b="1" spc="-29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A</a:t>
            </a:r>
            <a:endParaRPr lang="en-US" sz="7000" b="1" spc="-290" dirty="0">
              <a:solidFill>
                <a:schemeClr val="bg1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90FC2BC-C1B0-4B88-AF2F-D7C3B6932106}"/>
              </a:ext>
            </a:extLst>
          </p:cNvPr>
          <p:cNvSpPr txBox="1"/>
          <p:nvPr/>
        </p:nvSpPr>
        <p:spPr>
          <a:xfrm>
            <a:off x="10010980" y="9613279"/>
            <a:ext cx="1263992" cy="116955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NI" sz="7000" b="1" spc="-29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B</a:t>
            </a:r>
            <a:endParaRPr lang="en-US" sz="7000" b="1" spc="-290" dirty="0">
              <a:solidFill>
                <a:schemeClr val="bg1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FB7E8F7-BAC3-47D8-9333-14FE32E3DC7A}"/>
              </a:ext>
            </a:extLst>
          </p:cNvPr>
          <p:cNvSpPr txBox="1"/>
          <p:nvPr/>
        </p:nvSpPr>
        <p:spPr>
          <a:xfrm>
            <a:off x="12015275" y="7541085"/>
            <a:ext cx="1263992" cy="116955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NI" sz="7000" b="1" spc="-29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C</a:t>
            </a:r>
            <a:endParaRPr lang="en-US" sz="7000" b="1" spc="-290" dirty="0">
              <a:solidFill>
                <a:schemeClr val="bg1"/>
              </a:solidFill>
              <a:latin typeface="Montserrat" pitchFamily="2" charset="77"/>
              <a:cs typeface="Poppins" pitchFamily="2" charset="77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6C93ED12-655C-4247-8F5F-A2D40954EBD3}"/>
              </a:ext>
            </a:extLst>
          </p:cNvPr>
          <p:cNvGrpSpPr/>
          <p:nvPr/>
        </p:nvGrpSpPr>
        <p:grpSpPr>
          <a:xfrm>
            <a:off x="9747512" y="1683134"/>
            <a:ext cx="12878295" cy="12032866"/>
            <a:chOff x="9747512" y="1683134"/>
            <a:chExt cx="12878295" cy="12032866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62BBC53C-9F7D-404F-B050-797AB3621427}"/>
                </a:ext>
              </a:extLst>
            </p:cNvPr>
            <p:cNvGrpSpPr/>
            <p:nvPr/>
          </p:nvGrpSpPr>
          <p:grpSpPr>
            <a:xfrm>
              <a:off x="9747512" y="5277166"/>
              <a:ext cx="12878295" cy="8438834"/>
              <a:chOff x="9747512" y="5277166"/>
              <a:chExt cx="12878295" cy="8438834"/>
            </a:xfrm>
          </p:grpSpPr>
          <p:sp>
            <p:nvSpPr>
              <p:cNvPr id="50" name="Freeform 3">
                <a:extLst>
                  <a:ext uri="{FF2B5EF4-FFF2-40B4-BE49-F238E27FC236}">
                    <a16:creationId xmlns:a16="http://schemas.microsoft.com/office/drawing/2014/main" id="{09E543CF-CF8D-4F9A-9B2F-A53360334A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47512" y="5277166"/>
                <a:ext cx="12878295" cy="8438834"/>
              </a:xfrm>
              <a:custGeom>
                <a:avLst/>
                <a:gdLst>
                  <a:gd name="T0" fmla="*/ 14708 w 14709"/>
                  <a:gd name="T1" fmla="*/ 6 h 9639"/>
                  <a:gd name="T2" fmla="*/ 13333 w 14709"/>
                  <a:gd name="T3" fmla="*/ 4508 h 9639"/>
                  <a:gd name="T4" fmla="*/ 11764 w 14709"/>
                  <a:gd name="T5" fmla="*/ 9638 h 9639"/>
                  <a:gd name="T6" fmla="*/ 0 w 14709"/>
                  <a:gd name="T7" fmla="*/ 9638 h 9639"/>
                  <a:gd name="T8" fmla="*/ 6512 w 14709"/>
                  <a:gd name="T9" fmla="*/ 4508 h 9639"/>
                  <a:gd name="T10" fmla="*/ 12236 w 14709"/>
                  <a:gd name="T11" fmla="*/ 0 h 9639"/>
                  <a:gd name="T12" fmla="*/ 14708 w 14709"/>
                  <a:gd name="T13" fmla="*/ 6 h 96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709" h="9639">
                    <a:moveTo>
                      <a:pt x="14708" y="6"/>
                    </a:moveTo>
                    <a:lnTo>
                      <a:pt x="13333" y="4508"/>
                    </a:lnTo>
                    <a:lnTo>
                      <a:pt x="11764" y="9638"/>
                    </a:lnTo>
                    <a:lnTo>
                      <a:pt x="0" y="9638"/>
                    </a:lnTo>
                    <a:lnTo>
                      <a:pt x="6512" y="4508"/>
                    </a:lnTo>
                    <a:lnTo>
                      <a:pt x="12236" y="0"/>
                    </a:lnTo>
                    <a:lnTo>
                      <a:pt x="14708" y="6"/>
                    </a:lnTo>
                  </a:path>
                </a:pathLst>
              </a:custGeom>
              <a:solidFill>
                <a:schemeClr val="accent6">
                  <a:alpha val="25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11B65161-8F4F-4D53-9FA0-AC4C8BA82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57199" y="5300327"/>
                <a:ext cx="7067512" cy="8414796"/>
              </a:xfrm>
              <a:custGeom>
                <a:avLst/>
                <a:gdLst>
                  <a:gd name="connsiteX0" fmla="*/ 1955857 w 7067512"/>
                  <a:gd name="connsiteY0" fmla="*/ 6053107 h 8414796"/>
                  <a:gd name="connsiteX1" fmla="*/ 2242016 w 7067512"/>
                  <a:gd name="connsiteY1" fmla="*/ 6140674 h 8414796"/>
                  <a:gd name="connsiteX2" fmla="*/ 630950 w 7067512"/>
                  <a:gd name="connsiteY2" fmla="*/ 8190624 h 8414796"/>
                  <a:gd name="connsiteX3" fmla="*/ 455054 w 7067512"/>
                  <a:gd name="connsiteY3" fmla="*/ 8414796 h 8414796"/>
                  <a:gd name="connsiteX4" fmla="*/ 0 w 7067512"/>
                  <a:gd name="connsiteY4" fmla="*/ 8414796 h 8414796"/>
                  <a:gd name="connsiteX5" fmla="*/ 194273 w 7067512"/>
                  <a:gd name="connsiteY5" fmla="*/ 8180992 h 8414796"/>
                  <a:gd name="connsiteX6" fmla="*/ 3681232 w 7067512"/>
                  <a:gd name="connsiteY6" fmla="*/ 3972353 h 8414796"/>
                  <a:gd name="connsiteX7" fmla="*/ 3913570 w 7067512"/>
                  <a:gd name="connsiteY7" fmla="*/ 4016071 h 8414796"/>
                  <a:gd name="connsiteX8" fmla="*/ 2944770 w 7067512"/>
                  <a:gd name="connsiteY8" fmla="*/ 5245411 h 8414796"/>
                  <a:gd name="connsiteX9" fmla="*/ 2679118 w 7067512"/>
                  <a:gd name="connsiteY9" fmla="*/ 5177211 h 8414796"/>
                  <a:gd name="connsiteX10" fmla="*/ 4711760 w 7067512"/>
                  <a:gd name="connsiteY10" fmla="*/ 2725442 h 8414796"/>
                  <a:gd name="connsiteX11" fmla="*/ 4905694 w 7067512"/>
                  <a:gd name="connsiteY11" fmla="*/ 2749920 h 8414796"/>
                  <a:gd name="connsiteX12" fmla="*/ 4313406 w 7067512"/>
                  <a:gd name="connsiteY12" fmla="*/ 3504369 h 8414796"/>
                  <a:gd name="connsiteX13" fmla="*/ 4095884 w 7067512"/>
                  <a:gd name="connsiteY13" fmla="*/ 3469400 h 8414796"/>
                  <a:gd name="connsiteX14" fmla="*/ 5403030 w 7067512"/>
                  <a:gd name="connsiteY14" fmla="*/ 1895458 h 8414796"/>
                  <a:gd name="connsiteX15" fmla="*/ 5569680 w 7067512"/>
                  <a:gd name="connsiteY15" fmla="*/ 1909458 h 8414796"/>
                  <a:gd name="connsiteX16" fmla="*/ 5167968 w 7067512"/>
                  <a:gd name="connsiteY16" fmla="*/ 2419597 h 8414796"/>
                  <a:gd name="connsiteX17" fmla="*/ 4983776 w 7067512"/>
                  <a:gd name="connsiteY17" fmla="*/ 2399471 h 8414796"/>
                  <a:gd name="connsiteX18" fmla="*/ 5894588 w 7067512"/>
                  <a:gd name="connsiteY18" fmla="*/ 1300956 h 8414796"/>
                  <a:gd name="connsiteX19" fmla="*/ 6040650 w 7067512"/>
                  <a:gd name="connsiteY19" fmla="*/ 1308812 h 8414796"/>
                  <a:gd name="connsiteX20" fmla="*/ 5752026 w 7067512"/>
                  <a:gd name="connsiteY20" fmla="*/ 1674541 h 8414796"/>
                  <a:gd name="connsiteX21" fmla="*/ 5593720 w 7067512"/>
                  <a:gd name="connsiteY21" fmla="*/ 1662321 h 8414796"/>
                  <a:gd name="connsiteX22" fmla="*/ 6266770 w 7067512"/>
                  <a:gd name="connsiteY22" fmla="*/ 853150 h 8414796"/>
                  <a:gd name="connsiteX23" fmla="*/ 6395804 w 7067512"/>
                  <a:gd name="connsiteY23" fmla="*/ 857512 h 8414796"/>
                  <a:gd name="connsiteX24" fmla="*/ 6177234 w 7067512"/>
                  <a:gd name="connsiteY24" fmla="*/ 1134085 h 8414796"/>
                  <a:gd name="connsiteX25" fmla="*/ 6037666 w 7067512"/>
                  <a:gd name="connsiteY25" fmla="*/ 1127978 h 8414796"/>
                  <a:gd name="connsiteX26" fmla="*/ 6552926 w 7067512"/>
                  <a:gd name="connsiteY26" fmla="*/ 505714 h 8414796"/>
                  <a:gd name="connsiteX27" fmla="*/ 6669892 w 7067512"/>
                  <a:gd name="connsiteY27" fmla="*/ 509193 h 8414796"/>
                  <a:gd name="connsiteX28" fmla="*/ 6497522 w 7067512"/>
                  <a:gd name="connsiteY28" fmla="*/ 724886 h 8414796"/>
                  <a:gd name="connsiteX29" fmla="*/ 6373520 w 7067512"/>
                  <a:gd name="connsiteY29" fmla="*/ 720537 h 8414796"/>
                  <a:gd name="connsiteX30" fmla="*/ 6783400 w 7067512"/>
                  <a:gd name="connsiteY30" fmla="*/ 231624 h 8414796"/>
                  <a:gd name="connsiteX31" fmla="*/ 6889934 w 7067512"/>
                  <a:gd name="connsiteY31" fmla="*/ 232507 h 8414796"/>
                  <a:gd name="connsiteX32" fmla="*/ 6752586 w 7067512"/>
                  <a:gd name="connsiteY32" fmla="*/ 408318 h 8414796"/>
                  <a:gd name="connsiteX33" fmla="*/ 6639888 w 7067512"/>
                  <a:gd name="connsiteY33" fmla="*/ 405668 h 8414796"/>
                  <a:gd name="connsiteX34" fmla="*/ 6970846 w 7067512"/>
                  <a:gd name="connsiteY34" fmla="*/ 0 h 8414796"/>
                  <a:gd name="connsiteX35" fmla="*/ 7067512 w 7067512"/>
                  <a:gd name="connsiteY35" fmla="*/ 883 h 8414796"/>
                  <a:gd name="connsiteX36" fmla="*/ 6955028 w 7067512"/>
                  <a:gd name="connsiteY36" fmla="*/ 145811 h 8414796"/>
                  <a:gd name="connsiteX37" fmla="*/ 6852208 w 7067512"/>
                  <a:gd name="connsiteY37" fmla="*/ 144044 h 84147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7067512" h="8414796">
                    <a:moveTo>
                      <a:pt x="1955857" y="6053107"/>
                    </a:moveTo>
                    <a:lnTo>
                      <a:pt x="2242016" y="6140674"/>
                    </a:lnTo>
                    <a:lnTo>
                      <a:pt x="630950" y="8190624"/>
                    </a:lnTo>
                    <a:lnTo>
                      <a:pt x="455054" y="8414796"/>
                    </a:lnTo>
                    <a:lnTo>
                      <a:pt x="0" y="8414796"/>
                    </a:lnTo>
                    <a:lnTo>
                      <a:pt x="194273" y="8180992"/>
                    </a:lnTo>
                    <a:close/>
                    <a:moveTo>
                      <a:pt x="3681232" y="3972353"/>
                    </a:moveTo>
                    <a:lnTo>
                      <a:pt x="3913570" y="4016071"/>
                    </a:lnTo>
                    <a:lnTo>
                      <a:pt x="2944770" y="5245411"/>
                    </a:lnTo>
                    <a:lnTo>
                      <a:pt x="2679118" y="5177211"/>
                    </a:lnTo>
                    <a:close/>
                    <a:moveTo>
                      <a:pt x="4711760" y="2725442"/>
                    </a:moveTo>
                    <a:lnTo>
                      <a:pt x="4905694" y="2749920"/>
                    </a:lnTo>
                    <a:lnTo>
                      <a:pt x="4313406" y="3504369"/>
                    </a:lnTo>
                    <a:lnTo>
                      <a:pt x="4095884" y="3469400"/>
                    </a:lnTo>
                    <a:close/>
                    <a:moveTo>
                      <a:pt x="5403030" y="1895458"/>
                    </a:moveTo>
                    <a:lnTo>
                      <a:pt x="5569680" y="1909458"/>
                    </a:lnTo>
                    <a:lnTo>
                      <a:pt x="5167968" y="2419597"/>
                    </a:lnTo>
                    <a:lnTo>
                      <a:pt x="4983776" y="2399471"/>
                    </a:lnTo>
                    <a:close/>
                    <a:moveTo>
                      <a:pt x="5894588" y="1300956"/>
                    </a:moveTo>
                    <a:lnTo>
                      <a:pt x="6040650" y="1308812"/>
                    </a:lnTo>
                    <a:lnTo>
                      <a:pt x="5752026" y="1674541"/>
                    </a:lnTo>
                    <a:lnTo>
                      <a:pt x="5593720" y="1662321"/>
                    </a:lnTo>
                    <a:close/>
                    <a:moveTo>
                      <a:pt x="6266770" y="853150"/>
                    </a:moveTo>
                    <a:lnTo>
                      <a:pt x="6395804" y="857512"/>
                    </a:lnTo>
                    <a:lnTo>
                      <a:pt x="6177234" y="1134085"/>
                    </a:lnTo>
                    <a:lnTo>
                      <a:pt x="6037666" y="1127978"/>
                    </a:lnTo>
                    <a:close/>
                    <a:moveTo>
                      <a:pt x="6552926" y="505714"/>
                    </a:moveTo>
                    <a:lnTo>
                      <a:pt x="6669892" y="509193"/>
                    </a:lnTo>
                    <a:lnTo>
                      <a:pt x="6497522" y="724886"/>
                    </a:lnTo>
                    <a:lnTo>
                      <a:pt x="6373520" y="720537"/>
                    </a:lnTo>
                    <a:close/>
                    <a:moveTo>
                      <a:pt x="6783400" y="231624"/>
                    </a:moveTo>
                    <a:lnTo>
                      <a:pt x="6889934" y="232507"/>
                    </a:lnTo>
                    <a:lnTo>
                      <a:pt x="6752586" y="408318"/>
                    </a:lnTo>
                    <a:lnTo>
                      <a:pt x="6639888" y="405668"/>
                    </a:lnTo>
                    <a:close/>
                    <a:moveTo>
                      <a:pt x="6970846" y="0"/>
                    </a:moveTo>
                    <a:lnTo>
                      <a:pt x="7067512" y="883"/>
                    </a:lnTo>
                    <a:lnTo>
                      <a:pt x="6955028" y="145811"/>
                    </a:lnTo>
                    <a:lnTo>
                      <a:pt x="6852208" y="14404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square" anchor="ctr">
                <a:noAutofit/>
              </a:bodyPr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738DAF47-112F-4C98-9C67-5D9562B4A680}"/>
                </a:ext>
              </a:extLst>
            </p:cNvPr>
            <p:cNvGrpSpPr/>
            <p:nvPr/>
          </p:nvGrpSpPr>
          <p:grpSpPr>
            <a:xfrm>
              <a:off x="19182330" y="4192394"/>
              <a:ext cx="1656110" cy="2945484"/>
              <a:chOff x="19182330" y="4192394"/>
              <a:chExt cx="1656110" cy="2945484"/>
            </a:xfrm>
          </p:grpSpPr>
          <p:sp>
            <p:nvSpPr>
              <p:cNvPr id="47" name="Freeform 17">
                <a:extLst>
                  <a:ext uri="{FF2B5EF4-FFF2-40B4-BE49-F238E27FC236}">
                    <a16:creationId xmlns:a16="http://schemas.microsoft.com/office/drawing/2014/main" id="{1B7266E1-989C-4713-88F1-394CEECAB1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942828" y="5022379"/>
                <a:ext cx="138974" cy="2115499"/>
              </a:xfrm>
              <a:custGeom>
                <a:avLst/>
                <a:gdLst>
                  <a:gd name="T0" fmla="*/ 78 w 158"/>
                  <a:gd name="T1" fmla="*/ 2416 h 2417"/>
                  <a:gd name="T2" fmla="*/ 78 w 158"/>
                  <a:gd name="T3" fmla="*/ 2416 h 2417"/>
                  <a:gd name="T4" fmla="*/ 78 w 158"/>
                  <a:gd name="T5" fmla="*/ 2416 h 2417"/>
                  <a:gd name="T6" fmla="*/ 157 w 158"/>
                  <a:gd name="T7" fmla="*/ 2337 h 2417"/>
                  <a:gd name="T8" fmla="*/ 157 w 158"/>
                  <a:gd name="T9" fmla="*/ 78 h 2417"/>
                  <a:gd name="T10" fmla="*/ 157 w 158"/>
                  <a:gd name="T11" fmla="*/ 78 h 2417"/>
                  <a:gd name="T12" fmla="*/ 78 w 158"/>
                  <a:gd name="T13" fmla="*/ 0 h 2417"/>
                  <a:gd name="T14" fmla="*/ 78 w 158"/>
                  <a:gd name="T15" fmla="*/ 0 h 2417"/>
                  <a:gd name="T16" fmla="*/ 0 w 158"/>
                  <a:gd name="T17" fmla="*/ 78 h 2417"/>
                  <a:gd name="T18" fmla="*/ 0 w 158"/>
                  <a:gd name="T19" fmla="*/ 2337 h 2417"/>
                  <a:gd name="T20" fmla="*/ 0 w 158"/>
                  <a:gd name="T21" fmla="*/ 2337 h 2417"/>
                  <a:gd name="T22" fmla="*/ 78 w 158"/>
                  <a:gd name="T23" fmla="*/ 2416 h 24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58" h="2417">
                    <a:moveTo>
                      <a:pt x="78" y="2416"/>
                    </a:moveTo>
                    <a:lnTo>
                      <a:pt x="78" y="2416"/>
                    </a:lnTo>
                    <a:lnTo>
                      <a:pt x="78" y="2416"/>
                    </a:lnTo>
                    <a:cubicBezTo>
                      <a:pt x="122" y="2416"/>
                      <a:pt x="157" y="2381"/>
                      <a:pt x="157" y="2337"/>
                    </a:cubicBezTo>
                    <a:lnTo>
                      <a:pt x="157" y="78"/>
                    </a:lnTo>
                    <a:lnTo>
                      <a:pt x="157" y="78"/>
                    </a:lnTo>
                    <a:cubicBezTo>
                      <a:pt x="157" y="35"/>
                      <a:pt x="122" y="0"/>
                      <a:pt x="78" y="0"/>
                    </a:cubicBezTo>
                    <a:lnTo>
                      <a:pt x="78" y="0"/>
                    </a:lnTo>
                    <a:cubicBezTo>
                      <a:pt x="35" y="0"/>
                      <a:pt x="0" y="35"/>
                      <a:pt x="0" y="78"/>
                    </a:cubicBezTo>
                    <a:lnTo>
                      <a:pt x="0" y="2337"/>
                    </a:lnTo>
                    <a:lnTo>
                      <a:pt x="0" y="2337"/>
                    </a:lnTo>
                    <a:cubicBezTo>
                      <a:pt x="0" y="2381"/>
                      <a:pt x="35" y="2416"/>
                      <a:pt x="78" y="2416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48" name="Freeform 18">
                <a:extLst>
                  <a:ext uri="{FF2B5EF4-FFF2-40B4-BE49-F238E27FC236}">
                    <a16:creationId xmlns:a16="http://schemas.microsoft.com/office/drawing/2014/main" id="{698AF656-BB87-4F15-8336-B09C64497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82330" y="4192394"/>
                <a:ext cx="1656110" cy="1659972"/>
              </a:xfrm>
              <a:custGeom>
                <a:avLst/>
                <a:gdLst>
                  <a:gd name="T0" fmla="*/ 0 w 1893"/>
                  <a:gd name="T1" fmla="*/ 947 h 1894"/>
                  <a:gd name="T2" fmla="*/ 0 w 1893"/>
                  <a:gd name="T3" fmla="*/ 947 h 1894"/>
                  <a:gd name="T4" fmla="*/ 946 w 1893"/>
                  <a:gd name="T5" fmla="*/ 1893 h 1894"/>
                  <a:gd name="T6" fmla="*/ 946 w 1893"/>
                  <a:gd name="T7" fmla="*/ 1893 h 1894"/>
                  <a:gd name="T8" fmla="*/ 1892 w 1893"/>
                  <a:gd name="T9" fmla="*/ 947 h 1894"/>
                  <a:gd name="T10" fmla="*/ 1892 w 1893"/>
                  <a:gd name="T11" fmla="*/ 947 h 1894"/>
                  <a:gd name="T12" fmla="*/ 946 w 1893"/>
                  <a:gd name="T13" fmla="*/ 0 h 1894"/>
                  <a:gd name="T14" fmla="*/ 946 w 1893"/>
                  <a:gd name="T15" fmla="*/ 0 h 1894"/>
                  <a:gd name="T16" fmla="*/ 0 w 1893"/>
                  <a:gd name="T17" fmla="*/ 947 h 18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93" h="1894">
                    <a:moveTo>
                      <a:pt x="0" y="947"/>
                    </a:moveTo>
                    <a:lnTo>
                      <a:pt x="0" y="947"/>
                    </a:lnTo>
                    <a:cubicBezTo>
                      <a:pt x="0" y="1469"/>
                      <a:pt x="423" y="1893"/>
                      <a:pt x="946" y="1893"/>
                    </a:cubicBezTo>
                    <a:lnTo>
                      <a:pt x="946" y="1893"/>
                    </a:lnTo>
                    <a:cubicBezTo>
                      <a:pt x="1468" y="1893"/>
                      <a:pt x="1892" y="1469"/>
                      <a:pt x="1892" y="947"/>
                    </a:cubicBezTo>
                    <a:lnTo>
                      <a:pt x="1892" y="947"/>
                    </a:lnTo>
                    <a:cubicBezTo>
                      <a:pt x="1892" y="424"/>
                      <a:pt x="1468" y="0"/>
                      <a:pt x="946" y="0"/>
                    </a:cubicBezTo>
                    <a:lnTo>
                      <a:pt x="946" y="0"/>
                    </a:lnTo>
                    <a:cubicBezTo>
                      <a:pt x="423" y="0"/>
                      <a:pt x="0" y="424"/>
                      <a:pt x="0" y="947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B2F21E28-CF30-4EE0-BDF0-3069B692B6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52928" y="4620898"/>
                <a:ext cx="917119" cy="798228"/>
              </a:xfrm>
              <a:custGeom>
                <a:avLst/>
                <a:gdLst>
                  <a:gd name="connsiteX0" fmla="*/ 387970 w 917119"/>
                  <a:gd name="connsiteY0" fmla="*/ 366739 h 798228"/>
                  <a:gd name="connsiteX1" fmla="*/ 412196 w 917119"/>
                  <a:gd name="connsiteY1" fmla="*/ 391831 h 798228"/>
                  <a:gd name="connsiteX2" fmla="*/ 387970 w 917119"/>
                  <a:gd name="connsiteY2" fmla="*/ 416058 h 798228"/>
                  <a:gd name="connsiteX3" fmla="*/ 362878 w 917119"/>
                  <a:gd name="connsiteY3" fmla="*/ 391831 h 798228"/>
                  <a:gd name="connsiteX4" fmla="*/ 387970 w 917119"/>
                  <a:gd name="connsiteY4" fmla="*/ 366739 h 798228"/>
                  <a:gd name="connsiteX5" fmla="*/ 287600 w 917119"/>
                  <a:gd name="connsiteY5" fmla="*/ 366739 h 798228"/>
                  <a:gd name="connsiteX6" fmla="*/ 311826 w 917119"/>
                  <a:gd name="connsiteY6" fmla="*/ 391831 h 798228"/>
                  <a:gd name="connsiteX7" fmla="*/ 287600 w 917119"/>
                  <a:gd name="connsiteY7" fmla="*/ 416058 h 798228"/>
                  <a:gd name="connsiteX8" fmla="*/ 262508 w 917119"/>
                  <a:gd name="connsiteY8" fmla="*/ 391831 h 798228"/>
                  <a:gd name="connsiteX9" fmla="*/ 287600 w 917119"/>
                  <a:gd name="connsiteY9" fmla="*/ 366739 h 798228"/>
                  <a:gd name="connsiteX10" fmla="*/ 185908 w 917119"/>
                  <a:gd name="connsiteY10" fmla="*/ 366739 h 798228"/>
                  <a:gd name="connsiteX11" fmla="*/ 211440 w 917119"/>
                  <a:gd name="connsiteY11" fmla="*/ 391831 h 798228"/>
                  <a:gd name="connsiteX12" fmla="*/ 185908 w 917119"/>
                  <a:gd name="connsiteY12" fmla="*/ 416058 h 798228"/>
                  <a:gd name="connsiteX13" fmla="*/ 162136 w 917119"/>
                  <a:gd name="connsiteY13" fmla="*/ 391831 h 798228"/>
                  <a:gd name="connsiteX14" fmla="*/ 185908 w 917119"/>
                  <a:gd name="connsiteY14" fmla="*/ 366739 h 798228"/>
                  <a:gd name="connsiteX15" fmla="*/ 77002 w 917119"/>
                  <a:gd name="connsiteY15" fmla="*/ 234824 h 798228"/>
                  <a:gd name="connsiteX16" fmla="*/ 25376 w 917119"/>
                  <a:gd name="connsiteY16" fmla="*/ 287397 h 798228"/>
                  <a:gd name="connsiteX17" fmla="*/ 25376 w 917119"/>
                  <a:gd name="connsiteY17" fmla="*/ 481040 h 798228"/>
                  <a:gd name="connsiteX18" fmla="*/ 77002 w 917119"/>
                  <a:gd name="connsiteY18" fmla="*/ 533612 h 798228"/>
                  <a:gd name="connsiteX19" fmla="*/ 101502 w 917119"/>
                  <a:gd name="connsiteY19" fmla="*/ 533612 h 798228"/>
                  <a:gd name="connsiteX20" fmla="*/ 125128 w 917119"/>
                  <a:gd name="connsiteY20" fmla="*/ 556394 h 798228"/>
                  <a:gd name="connsiteX21" fmla="*/ 125128 w 917119"/>
                  <a:gd name="connsiteY21" fmla="*/ 649272 h 798228"/>
                  <a:gd name="connsiteX22" fmla="*/ 232756 w 917119"/>
                  <a:gd name="connsiteY22" fmla="*/ 548508 h 798228"/>
                  <a:gd name="connsiteX23" fmla="*/ 269508 w 917119"/>
                  <a:gd name="connsiteY23" fmla="*/ 533612 h 798228"/>
                  <a:gd name="connsiteX24" fmla="*/ 497014 w 917119"/>
                  <a:gd name="connsiteY24" fmla="*/ 533612 h 798228"/>
                  <a:gd name="connsiteX25" fmla="*/ 547764 w 917119"/>
                  <a:gd name="connsiteY25" fmla="*/ 481040 h 798228"/>
                  <a:gd name="connsiteX26" fmla="*/ 547764 w 917119"/>
                  <a:gd name="connsiteY26" fmla="*/ 287397 h 798228"/>
                  <a:gd name="connsiteX27" fmla="*/ 497014 w 917119"/>
                  <a:gd name="connsiteY27" fmla="*/ 234824 h 798228"/>
                  <a:gd name="connsiteX28" fmla="*/ 624600 w 917119"/>
                  <a:gd name="connsiteY28" fmla="*/ 100370 h 798228"/>
                  <a:gd name="connsiteX29" fmla="*/ 821390 w 917119"/>
                  <a:gd name="connsiteY29" fmla="*/ 277010 h 798228"/>
                  <a:gd name="connsiteX30" fmla="*/ 821390 w 917119"/>
                  <a:gd name="connsiteY30" fmla="*/ 403807 h 798228"/>
                  <a:gd name="connsiteX31" fmla="*/ 799524 w 917119"/>
                  <a:gd name="connsiteY31" fmla="*/ 423919 h 798228"/>
                  <a:gd name="connsiteX32" fmla="*/ 730430 w 917119"/>
                  <a:gd name="connsiteY32" fmla="*/ 487755 h 798228"/>
                  <a:gd name="connsiteX33" fmla="*/ 770662 w 917119"/>
                  <a:gd name="connsiteY33" fmla="*/ 549841 h 798228"/>
                  <a:gd name="connsiteX34" fmla="*/ 776784 w 917119"/>
                  <a:gd name="connsiteY34" fmla="*/ 566456 h 798228"/>
                  <a:gd name="connsiteX35" fmla="*/ 764540 w 917119"/>
                  <a:gd name="connsiteY35" fmla="*/ 574326 h 798228"/>
                  <a:gd name="connsiteX36" fmla="*/ 760168 w 917119"/>
                  <a:gd name="connsiteY36" fmla="*/ 573451 h 798228"/>
                  <a:gd name="connsiteX37" fmla="*/ 705940 w 917119"/>
                  <a:gd name="connsiteY37" fmla="*/ 486880 h 798228"/>
                  <a:gd name="connsiteX38" fmla="*/ 796026 w 917119"/>
                  <a:gd name="connsiteY38" fmla="*/ 399434 h 798228"/>
                  <a:gd name="connsiteX39" fmla="*/ 795152 w 917119"/>
                  <a:gd name="connsiteY39" fmla="*/ 278759 h 798228"/>
                  <a:gd name="connsiteX40" fmla="*/ 624600 w 917119"/>
                  <a:gd name="connsiteY40" fmla="*/ 125729 h 798228"/>
                  <a:gd name="connsiteX41" fmla="*/ 508276 w 917119"/>
                  <a:gd name="connsiteY41" fmla="*/ 171201 h 798228"/>
                  <a:gd name="connsiteX42" fmla="*/ 490784 w 917119"/>
                  <a:gd name="connsiteY42" fmla="*/ 169452 h 798228"/>
                  <a:gd name="connsiteX43" fmla="*/ 491658 w 917119"/>
                  <a:gd name="connsiteY43" fmla="*/ 152837 h 798228"/>
                  <a:gd name="connsiteX44" fmla="*/ 624600 w 917119"/>
                  <a:gd name="connsiteY44" fmla="*/ 100370 h 798228"/>
                  <a:gd name="connsiteX45" fmla="*/ 623016 w 917119"/>
                  <a:gd name="connsiteY45" fmla="*/ 0 h 798228"/>
                  <a:gd name="connsiteX46" fmla="*/ 917024 w 917119"/>
                  <a:gd name="connsiteY46" fmla="*/ 268996 h 798228"/>
                  <a:gd name="connsiteX47" fmla="*/ 905650 w 917119"/>
                  <a:gd name="connsiteY47" fmla="*/ 283016 h 798228"/>
                  <a:gd name="connsiteX48" fmla="*/ 903900 w 917119"/>
                  <a:gd name="connsiteY48" fmla="*/ 283016 h 798228"/>
                  <a:gd name="connsiteX49" fmla="*/ 891650 w 917119"/>
                  <a:gd name="connsiteY49" fmla="*/ 270749 h 798228"/>
                  <a:gd name="connsiteX50" fmla="*/ 623016 w 917119"/>
                  <a:gd name="connsiteY50" fmla="*/ 25410 h 798228"/>
                  <a:gd name="connsiteX51" fmla="*/ 368386 w 917119"/>
                  <a:gd name="connsiteY51" fmla="*/ 209414 h 798228"/>
                  <a:gd name="connsiteX52" fmla="*/ 497014 w 917119"/>
                  <a:gd name="connsiteY52" fmla="*/ 209414 h 798228"/>
                  <a:gd name="connsiteX53" fmla="*/ 573140 w 917119"/>
                  <a:gd name="connsiteY53" fmla="*/ 287397 h 798228"/>
                  <a:gd name="connsiteX54" fmla="*/ 573140 w 917119"/>
                  <a:gd name="connsiteY54" fmla="*/ 481040 h 798228"/>
                  <a:gd name="connsiteX55" fmla="*/ 497014 w 917119"/>
                  <a:gd name="connsiteY55" fmla="*/ 559023 h 798228"/>
                  <a:gd name="connsiteX56" fmla="*/ 470762 w 917119"/>
                  <a:gd name="connsiteY56" fmla="*/ 559023 h 798228"/>
                  <a:gd name="connsiteX57" fmla="*/ 552140 w 917119"/>
                  <a:gd name="connsiteY57" fmla="*/ 637005 h 798228"/>
                  <a:gd name="connsiteX58" fmla="*/ 553016 w 917119"/>
                  <a:gd name="connsiteY58" fmla="*/ 637881 h 798228"/>
                  <a:gd name="connsiteX59" fmla="*/ 587140 w 917119"/>
                  <a:gd name="connsiteY59" fmla="*/ 679940 h 798228"/>
                  <a:gd name="connsiteX60" fmla="*/ 595892 w 917119"/>
                  <a:gd name="connsiteY60" fmla="*/ 695711 h 798228"/>
                  <a:gd name="connsiteX61" fmla="*/ 732394 w 917119"/>
                  <a:gd name="connsiteY61" fmla="*/ 773694 h 798228"/>
                  <a:gd name="connsiteX62" fmla="*/ 891650 w 917119"/>
                  <a:gd name="connsiteY62" fmla="*/ 614224 h 798228"/>
                  <a:gd name="connsiteX63" fmla="*/ 903900 w 917119"/>
                  <a:gd name="connsiteY63" fmla="*/ 601081 h 798228"/>
                  <a:gd name="connsiteX64" fmla="*/ 917024 w 917119"/>
                  <a:gd name="connsiteY64" fmla="*/ 614224 h 798228"/>
                  <a:gd name="connsiteX65" fmla="*/ 732394 w 917119"/>
                  <a:gd name="connsiteY65" fmla="*/ 798228 h 798228"/>
                  <a:gd name="connsiteX66" fmla="*/ 574016 w 917119"/>
                  <a:gd name="connsiteY66" fmla="*/ 707978 h 798228"/>
                  <a:gd name="connsiteX67" fmla="*/ 564390 w 917119"/>
                  <a:gd name="connsiteY67" fmla="*/ 692207 h 798228"/>
                  <a:gd name="connsiteX68" fmla="*/ 536390 w 917119"/>
                  <a:gd name="connsiteY68" fmla="*/ 656282 h 798228"/>
                  <a:gd name="connsiteX69" fmla="*/ 437512 w 917119"/>
                  <a:gd name="connsiteY69" fmla="*/ 559023 h 798228"/>
                  <a:gd name="connsiteX70" fmla="*/ 269508 w 917119"/>
                  <a:gd name="connsiteY70" fmla="*/ 559023 h 798228"/>
                  <a:gd name="connsiteX71" fmla="*/ 249382 w 917119"/>
                  <a:gd name="connsiteY71" fmla="*/ 566908 h 798228"/>
                  <a:gd name="connsiteX72" fmla="*/ 129504 w 917119"/>
                  <a:gd name="connsiteY72" fmla="*/ 679940 h 798228"/>
                  <a:gd name="connsiteX73" fmla="*/ 118128 w 917119"/>
                  <a:gd name="connsiteY73" fmla="*/ 683444 h 798228"/>
                  <a:gd name="connsiteX74" fmla="*/ 110252 w 917119"/>
                  <a:gd name="connsiteY74" fmla="*/ 680816 h 798228"/>
                  <a:gd name="connsiteX75" fmla="*/ 99752 w 917119"/>
                  <a:gd name="connsiteY75" fmla="*/ 665044 h 798228"/>
                  <a:gd name="connsiteX76" fmla="*/ 99752 w 917119"/>
                  <a:gd name="connsiteY76" fmla="*/ 559023 h 798228"/>
                  <a:gd name="connsiteX77" fmla="*/ 77002 w 917119"/>
                  <a:gd name="connsiteY77" fmla="*/ 559023 h 798228"/>
                  <a:gd name="connsiteX78" fmla="*/ 0 w 917119"/>
                  <a:gd name="connsiteY78" fmla="*/ 481040 h 798228"/>
                  <a:gd name="connsiteX79" fmla="*/ 0 w 917119"/>
                  <a:gd name="connsiteY79" fmla="*/ 287397 h 798228"/>
                  <a:gd name="connsiteX80" fmla="*/ 77002 w 917119"/>
                  <a:gd name="connsiteY80" fmla="*/ 209414 h 798228"/>
                  <a:gd name="connsiteX81" fmla="*/ 341260 w 917119"/>
                  <a:gd name="connsiteY81" fmla="*/ 209414 h 798228"/>
                  <a:gd name="connsiteX82" fmla="*/ 623016 w 917119"/>
                  <a:gd name="connsiteY82" fmla="*/ 0 h 7982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</a:cxnLst>
                <a:rect l="l" t="t" r="r" b="b"/>
                <a:pathLst>
                  <a:path w="917119" h="798228">
                    <a:moveTo>
                      <a:pt x="387970" y="366739"/>
                    </a:moveTo>
                    <a:cubicBezTo>
                      <a:pt x="400948" y="366739"/>
                      <a:pt x="412196" y="377987"/>
                      <a:pt x="412196" y="391831"/>
                    </a:cubicBezTo>
                    <a:cubicBezTo>
                      <a:pt x="412196" y="405675"/>
                      <a:pt x="400948" y="416058"/>
                      <a:pt x="387970" y="416058"/>
                    </a:cubicBezTo>
                    <a:cubicBezTo>
                      <a:pt x="374126" y="416058"/>
                      <a:pt x="362878" y="405675"/>
                      <a:pt x="362878" y="391831"/>
                    </a:cubicBezTo>
                    <a:cubicBezTo>
                      <a:pt x="362878" y="377987"/>
                      <a:pt x="374126" y="366739"/>
                      <a:pt x="387970" y="366739"/>
                    </a:cubicBezTo>
                    <a:close/>
                    <a:moveTo>
                      <a:pt x="287600" y="366739"/>
                    </a:moveTo>
                    <a:cubicBezTo>
                      <a:pt x="300578" y="366739"/>
                      <a:pt x="311826" y="377987"/>
                      <a:pt x="311826" y="391831"/>
                    </a:cubicBezTo>
                    <a:cubicBezTo>
                      <a:pt x="311826" y="405675"/>
                      <a:pt x="300578" y="416058"/>
                      <a:pt x="287600" y="416058"/>
                    </a:cubicBezTo>
                    <a:cubicBezTo>
                      <a:pt x="273756" y="416058"/>
                      <a:pt x="262508" y="405675"/>
                      <a:pt x="262508" y="391831"/>
                    </a:cubicBezTo>
                    <a:cubicBezTo>
                      <a:pt x="262508" y="377987"/>
                      <a:pt x="273756" y="366739"/>
                      <a:pt x="287600" y="366739"/>
                    </a:cubicBezTo>
                    <a:close/>
                    <a:moveTo>
                      <a:pt x="185908" y="366739"/>
                    </a:moveTo>
                    <a:cubicBezTo>
                      <a:pt x="199996" y="366739"/>
                      <a:pt x="211440" y="377987"/>
                      <a:pt x="211440" y="391831"/>
                    </a:cubicBezTo>
                    <a:cubicBezTo>
                      <a:pt x="211440" y="405675"/>
                      <a:pt x="199996" y="416058"/>
                      <a:pt x="185908" y="416058"/>
                    </a:cubicBezTo>
                    <a:cubicBezTo>
                      <a:pt x="172702" y="416058"/>
                      <a:pt x="162136" y="405675"/>
                      <a:pt x="162136" y="391831"/>
                    </a:cubicBezTo>
                    <a:cubicBezTo>
                      <a:pt x="162136" y="377987"/>
                      <a:pt x="172702" y="366739"/>
                      <a:pt x="185908" y="366739"/>
                    </a:cubicBezTo>
                    <a:close/>
                    <a:moveTo>
                      <a:pt x="77002" y="234824"/>
                    </a:moveTo>
                    <a:cubicBezTo>
                      <a:pt x="48126" y="234824"/>
                      <a:pt x="25376" y="257606"/>
                      <a:pt x="25376" y="287397"/>
                    </a:cubicBezTo>
                    <a:lnTo>
                      <a:pt x="25376" y="481040"/>
                    </a:lnTo>
                    <a:cubicBezTo>
                      <a:pt x="25376" y="509955"/>
                      <a:pt x="48126" y="533612"/>
                      <a:pt x="77002" y="533612"/>
                    </a:cubicBezTo>
                    <a:lnTo>
                      <a:pt x="101502" y="533612"/>
                    </a:lnTo>
                    <a:cubicBezTo>
                      <a:pt x="114628" y="533612"/>
                      <a:pt x="125128" y="544127"/>
                      <a:pt x="125128" y="556394"/>
                    </a:cubicBezTo>
                    <a:lnTo>
                      <a:pt x="125128" y="649272"/>
                    </a:lnTo>
                    <a:lnTo>
                      <a:pt x="232756" y="548508"/>
                    </a:lnTo>
                    <a:cubicBezTo>
                      <a:pt x="242382" y="537993"/>
                      <a:pt x="255506" y="533612"/>
                      <a:pt x="269508" y="533612"/>
                    </a:cubicBezTo>
                    <a:lnTo>
                      <a:pt x="497014" y="533612"/>
                    </a:lnTo>
                    <a:cubicBezTo>
                      <a:pt x="525014" y="533612"/>
                      <a:pt x="547764" y="509955"/>
                      <a:pt x="547764" y="481040"/>
                    </a:cubicBezTo>
                    <a:lnTo>
                      <a:pt x="547764" y="287397"/>
                    </a:lnTo>
                    <a:cubicBezTo>
                      <a:pt x="547764" y="257606"/>
                      <a:pt x="525014" y="234824"/>
                      <a:pt x="497014" y="234824"/>
                    </a:cubicBezTo>
                    <a:close/>
                    <a:moveTo>
                      <a:pt x="624600" y="100370"/>
                    </a:moveTo>
                    <a:cubicBezTo>
                      <a:pt x="724308" y="100370"/>
                      <a:pt x="810894" y="177322"/>
                      <a:pt x="821390" y="277010"/>
                    </a:cubicBezTo>
                    <a:cubicBezTo>
                      <a:pt x="821390" y="289252"/>
                      <a:pt x="821390" y="332101"/>
                      <a:pt x="821390" y="403807"/>
                    </a:cubicBezTo>
                    <a:cubicBezTo>
                      <a:pt x="821390" y="415175"/>
                      <a:pt x="811770" y="423919"/>
                      <a:pt x="799524" y="423919"/>
                    </a:cubicBezTo>
                    <a:cubicBezTo>
                      <a:pt x="762790" y="423919"/>
                      <a:pt x="732180" y="452776"/>
                      <a:pt x="730430" y="487755"/>
                    </a:cubicBezTo>
                    <a:cubicBezTo>
                      <a:pt x="730430" y="514863"/>
                      <a:pt x="746174" y="539348"/>
                      <a:pt x="770662" y="549841"/>
                    </a:cubicBezTo>
                    <a:cubicBezTo>
                      <a:pt x="775910" y="552464"/>
                      <a:pt x="779408" y="560334"/>
                      <a:pt x="776784" y="566456"/>
                    </a:cubicBezTo>
                    <a:cubicBezTo>
                      <a:pt x="775036" y="570828"/>
                      <a:pt x="770662" y="574326"/>
                      <a:pt x="764540" y="574326"/>
                    </a:cubicBezTo>
                    <a:cubicBezTo>
                      <a:pt x="763666" y="574326"/>
                      <a:pt x="761916" y="574326"/>
                      <a:pt x="760168" y="573451"/>
                    </a:cubicBezTo>
                    <a:cubicBezTo>
                      <a:pt x="726056" y="557711"/>
                      <a:pt x="705066" y="524482"/>
                      <a:pt x="705940" y="486880"/>
                    </a:cubicBezTo>
                    <a:cubicBezTo>
                      <a:pt x="706816" y="440534"/>
                      <a:pt x="746174" y="400309"/>
                      <a:pt x="796026" y="399434"/>
                    </a:cubicBezTo>
                    <a:cubicBezTo>
                      <a:pt x="796026" y="331226"/>
                      <a:pt x="796026" y="291001"/>
                      <a:pt x="795152" y="278759"/>
                    </a:cubicBezTo>
                    <a:cubicBezTo>
                      <a:pt x="787280" y="193062"/>
                      <a:pt x="712062" y="125729"/>
                      <a:pt x="624600" y="125729"/>
                    </a:cubicBezTo>
                    <a:cubicBezTo>
                      <a:pt x="581744" y="125729"/>
                      <a:pt x="539762" y="141469"/>
                      <a:pt x="508276" y="171201"/>
                    </a:cubicBezTo>
                    <a:cubicBezTo>
                      <a:pt x="503904" y="175573"/>
                      <a:pt x="495158" y="175573"/>
                      <a:pt x="490784" y="169452"/>
                    </a:cubicBezTo>
                    <a:cubicBezTo>
                      <a:pt x="486412" y="165080"/>
                      <a:pt x="486412" y="157209"/>
                      <a:pt x="491658" y="152837"/>
                    </a:cubicBezTo>
                    <a:cubicBezTo>
                      <a:pt x="527518" y="118733"/>
                      <a:pt x="575622" y="100370"/>
                      <a:pt x="624600" y="100370"/>
                    </a:cubicBezTo>
                    <a:close/>
                    <a:moveTo>
                      <a:pt x="623016" y="0"/>
                    </a:moveTo>
                    <a:cubicBezTo>
                      <a:pt x="774396" y="0"/>
                      <a:pt x="903900" y="118288"/>
                      <a:pt x="917024" y="268996"/>
                    </a:cubicBezTo>
                    <a:cubicBezTo>
                      <a:pt x="917900" y="276006"/>
                      <a:pt x="912650" y="282140"/>
                      <a:pt x="905650" y="283016"/>
                    </a:cubicBezTo>
                    <a:cubicBezTo>
                      <a:pt x="904774" y="283016"/>
                      <a:pt x="904774" y="283016"/>
                      <a:pt x="903900" y="283016"/>
                    </a:cubicBezTo>
                    <a:cubicBezTo>
                      <a:pt x="897774" y="283016"/>
                      <a:pt x="891650" y="277759"/>
                      <a:pt x="891650" y="270749"/>
                    </a:cubicBezTo>
                    <a:cubicBezTo>
                      <a:pt x="880274" y="133184"/>
                      <a:pt x="762146" y="25410"/>
                      <a:pt x="623016" y="25410"/>
                    </a:cubicBezTo>
                    <a:cubicBezTo>
                      <a:pt x="507514" y="25410"/>
                      <a:pt x="404260" y="100764"/>
                      <a:pt x="368386" y="209414"/>
                    </a:cubicBezTo>
                    <a:lnTo>
                      <a:pt x="497014" y="209414"/>
                    </a:lnTo>
                    <a:cubicBezTo>
                      <a:pt x="538140" y="209414"/>
                      <a:pt x="573140" y="244462"/>
                      <a:pt x="573140" y="287397"/>
                    </a:cubicBezTo>
                    <a:lnTo>
                      <a:pt x="573140" y="481040"/>
                    </a:lnTo>
                    <a:cubicBezTo>
                      <a:pt x="573140" y="523974"/>
                      <a:pt x="538140" y="559023"/>
                      <a:pt x="497014" y="559023"/>
                    </a:cubicBezTo>
                    <a:lnTo>
                      <a:pt x="470762" y="559023"/>
                    </a:lnTo>
                    <a:cubicBezTo>
                      <a:pt x="513638" y="606338"/>
                      <a:pt x="551264" y="636129"/>
                      <a:pt x="552140" y="637005"/>
                    </a:cubicBezTo>
                    <a:lnTo>
                      <a:pt x="553016" y="637881"/>
                    </a:lnTo>
                    <a:cubicBezTo>
                      <a:pt x="567016" y="650148"/>
                      <a:pt x="577516" y="663292"/>
                      <a:pt x="587140" y="679940"/>
                    </a:cubicBezTo>
                    <a:lnTo>
                      <a:pt x="595892" y="695711"/>
                    </a:lnTo>
                    <a:cubicBezTo>
                      <a:pt x="623892" y="743903"/>
                      <a:pt x="676394" y="773694"/>
                      <a:pt x="732394" y="773694"/>
                    </a:cubicBezTo>
                    <a:cubicBezTo>
                      <a:pt x="819898" y="773694"/>
                      <a:pt x="891650" y="701845"/>
                      <a:pt x="891650" y="614224"/>
                    </a:cubicBezTo>
                    <a:cubicBezTo>
                      <a:pt x="891650" y="606338"/>
                      <a:pt x="896900" y="601081"/>
                      <a:pt x="903900" y="601081"/>
                    </a:cubicBezTo>
                    <a:cubicBezTo>
                      <a:pt x="910900" y="601081"/>
                      <a:pt x="917024" y="606338"/>
                      <a:pt x="917024" y="614224"/>
                    </a:cubicBezTo>
                    <a:cubicBezTo>
                      <a:pt x="917024" y="714988"/>
                      <a:pt x="833898" y="798228"/>
                      <a:pt x="732394" y="798228"/>
                    </a:cubicBezTo>
                    <a:cubicBezTo>
                      <a:pt x="667644" y="798228"/>
                      <a:pt x="606392" y="764056"/>
                      <a:pt x="574016" y="707978"/>
                    </a:cubicBezTo>
                    <a:lnTo>
                      <a:pt x="564390" y="692207"/>
                    </a:lnTo>
                    <a:cubicBezTo>
                      <a:pt x="556516" y="679063"/>
                      <a:pt x="547764" y="666796"/>
                      <a:pt x="536390" y="656282"/>
                    </a:cubicBezTo>
                    <a:cubicBezTo>
                      <a:pt x="531140" y="651901"/>
                      <a:pt x="484764" y="615100"/>
                      <a:pt x="437512" y="559023"/>
                    </a:cubicBezTo>
                    <a:lnTo>
                      <a:pt x="269508" y="559023"/>
                    </a:lnTo>
                    <a:cubicBezTo>
                      <a:pt x="261632" y="559023"/>
                      <a:pt x="254632" y="561651"/>
                      <a:pt x="249382" y="566908"/>
                    </a:cubicBezTo>
                    <a:lnTo>
                      <a:pt x="129504" y="679940"/>
                    </a:lnTo>
                    <a:cubicBezTo>
                      <a:pt x="126004" y="681692"/>
                      <a:pt x="122504" y="683444"/>
                      <a:pt x="118128" y="683444"/>
                    </a:cubicBezTo>
                    <a:cubicBezTo>
                      <a:pt x="115504" y="683444"/>
                      <a:pt x="112004" y="682568"/>
                      <a:pt x="110252" y="680816"/>
                    </a:cubicBezTo>
                    <a:cubicBezTo>
                      <a:pt x="104128" y="678187"/>
                      <a:pt x="99752" y="672054"/>
                      <a:pt x="99752" y="665044"/>
                    </a:cubicBezTo>
                    <a:lnTo>
                      <a:pt x="99752" y="559023"/>
                    </a:lnTo>
                    <a:lnTo>
                      <a:pt x="77002" y="559023"/>
                    </a:lnTo>
                    <a:cubicBezTo>
                      <a:pt x="34126" y="559023"/>
                      <a:pt x="0" y="523974"/>
                      <a:pt x="0" y="481040"/>
                    </a:cubicBezTo>
                    <a:lnTo>
                      <a:pt x="0" y="287397"/>
                    </a:lnTo>
                    <a:cubicBezTo>
                      <a:pt x="0" y="244462"/>
                      <a:pt x="34126" y="209414"/>
                      <a:pt x="77002" y="209414"/>
                    </a:cubicBezTo>
                    <a:lnTo>
                      <a:pt x="341260" y="209414"/>
                    </a:lnTo>
                    <a:cubicBezTo>
                      <a:pt x="378886" y="85868"/>
                      <a:pt x="493514" y="0"/>
                      <a:pt x="623016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square" anchor="ctr">
                <a:noAutofit/>
              </a:bodyPr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9ADCC06F-75B1-4086-BFDF-DA28EFC1EFAA}"/>
                </a:ext>
              </a:extLst>
            </p:cNvPr>
            <p:cNvGrpSpPr/>
            <p:nvPr/>
          </p:nvGrpSpPr>
          <p:grpSpPr>
            <a:xfrm>
              <a:off x="17001203" y="6886954"/>
              <a:ext cx="1659972" cy="2949345"/>
              <a:chOff x="17001203" y="6886954"/>
              <a:chExt cx="1659972" cy="2949345"/>
            </a:xfrm>
          </p:grpSpPr>
          <p:sp>
            <p:nvSpPr>
              <p:cNvPr id="44" name="Freeform 24">
                <a:extLst>
                  <a:ext uri="{FF2B5EF4-FFF2-40B4-BE49-F238E27FC236}">
                    <a16:creationId xmlns:a16="http://schemas.microsoft.com/office/drawing/2014/main" id="{134DE8B4-39B3-4F5D-877D-884E86835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61703" y="7716938"/>
                <a:ext cx="138974" cy="2119361"/>
              </a:xfrm>
              <a:custGeom>
                <a:avLst/>
                <a:gdLst>
                  <a:gd name="T0" fmla="*/ 79 w 158"/>
                  <a:gd name="T1" fmla="*/ 2418 h 2419"/>
                  <a:gd name="T2" fmla="*/ 79 w 158"/>
                  <a:gd name="T3" fmla="*/ 2418 h 2419"/>
                  <a:gd name="T4" fmla="*/ 79 w 158"/>
                  <a:gd name="T5" fmla="*/ 2418 h 2419"/>
                  <a:gd name="T6" fmla="*/ 157 w 158"/>
                  <a:gd name="T7" fmla="*/ 2340 h 2419"/>
                  <a:gd name="T8" fmla="*/ 157 w 158"/>
                  <a:gd name="T9" fmla="*/ 78 h 2419"/>
                  <a:gd name="T10" fmla="*/ 157 w 158"/>
                  <a:gd name="T11" fmla="*/ 78 h 2419"/>
                  <a:gd name="T12" fmla="*/ 79 w 158"/>
                  <a:gd name="T13" fmla="*/ 0 h 2419"/>
                  <a:gd name="T14" fmla="*/ 79 w 158"/>
                  <a:gd name="T15" fmla="*/ 0 h 2419"/>
                  <a:gd name="T16" fmla="*/ 0 w 158"/>
                  <a:gd name="T17" fmla="*/ 78 h 2419"/>
                  <a:gd name="T18" fmla="*/ 0 w 158"/>
                  <a:gd name="T19" fmla="*/ 2340 h 2419"/>
                  <a:gd name="T20" fmla="*/ 0 w 158"/>
                  <a:gd name="T21" fmla="*/ 2340 h 2419"/>
                  <a:gd name="T22" fmla="*/ 79 w 158"/>
                  <a:gd name="T23" fmla="*/ 2418 h 24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58" h="2419">
                    <a:moveTo>
                      <a:pt x="79" y="2418"/>
                    </a:moveTo>
                    <a:lnTo>
                      <a:pt x="79" y="2418"/>
                    </a:lnTo>
                    <a:lnTo>
                      <a:pt x="79" y="2418"/>
                    </a:lnTo>
                    <a:cubicBezTo>
                      <a:pt x="121" y="2418"/>
                      <a:pt x="157" y="2383"/>
                      <a:pt x="157" y="2340"/>
                    </a:cubicBezTo>
                    <a:lnTo>
                      <a:pt x="157" y="78"/>
                    </a:lnTo>
                    <a:lnTo>
                      <a:pt x="157" y="78"/>
                    </a:lnTo>
                    <a:cubicBezTo>
                      <a:pt x="157" y="36"/>
                      <a:pt x="121" y="0"/>
                      <a:pt x="79" y="0"/>
                    </a:cubicBezTo>
                    <a:lnTo>
                      <a:pt x="79" y="0"/>
                    </a:lnTo>
                    <a:cubicBezTo>
                      <a:pt x="35" y="0"/>
                      <a:pt x="0" y="36"/>
                      <a:pt x="0" y="78"/>
                    </a:cubicBezTo>
                    <a:lnTo>
                      <a:pt x="0" y="2340"/>
                    </a:lnTo>
                    <a:lnTo>
                      <a:pt x="0" y="2340"/>
                    </a:lnTo>
                    <a:cubicBezTo>
                      <a:pt x="0" y="2383"/>
                      <a:pt x="35" y="2418"/>
                      <a:pt x="79" y="241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45" name="Freeform 25">
                <a:extLst>
                  <a:ext uri="{FF2B5EF4-FFF2-40B4-BE49-F238E27FC236}">
                    <a16:creationId xmlns:a16="http://schemas.microsoft.com/office/drawing/2014/main" id="{8C3DA257-78AC-4C6E-BD6D-E8407CD4BA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01203" y="6886954"/>
                <a:ext cx="1659972" cy="1659972"/>
              </a:xfrm>
              <a:custGeom>
                <a:avLst/>
                <a:gdLst>
                  <a:gd name="T0" fmla="*/ 0 w 1894"/>
                  <a:gd name="T1" fmla="*/ 946 h 1894"/>
                  <a:gd name="T2" fmla="*/ 0 w 1894"/>
                  <a:gd name="T3" fmla="*/ 946 h 1894"/>
                  <a:gd name="T4" fmla="*/ 947 w 1894"/>
                  <a:gd name="T5" fmla="*/ 1893 h 1894"/>
                  <a:gd name="T6" fmla="*/ 947 w 1894"/>
                  <a:gd name="T7" fmla="*/ 1893 h 1894"/>
                  <a:gd name="T8" fmla="*/ 1893 w 1894"/>
                  <a:gd name="T9" fmla="*/ 946 h 1894"/>
                  <a:gd name="T10" fmla="*/ 1893 w 1894"/>
                  <a:gd name="T11" fmla="*/ 946 h 1894"/>
                  <a:gd name="T12" fmla="*/ 947 w 1894"/>
                  <a:gd name="T13" fmla="*/ 0 h 1894"/>
                  <a:gd name="T14" fmla="*/ 947 w 1894"/>
                  <a:gd name="T15" fmla="*/ 0 h 1894"/>
                  <a:gd name="T16" fmla="*/ 0 w 1894"/>
                  <a:gd name="T17" fmla="*/ 946 h 18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94" h="1894">
                    <a:moveTo>
                      <a:pt x="0" y="946"/>
                    </a:moveTo>
                    <a:lnTo>
                      <a:pt x="0" y="946"/>
                    </a:lnTo>
                    <a:cubicBezTo>
                      <a:pt x="0" y="1469"/>
                      <a:pt x="424" y="1893"/>
                      <a:pt x="947" y="1893"/>
                    </a:cubicBezTo>
                    <a:lnTo>
                      <a:pt x="947" y="1893"/>
                    </a:lnTo>
                    <a:cubicBezTo>
                      <a:pt x="1469" y="1893"/>
                      <a:pt x="1893" y="1469"/>
                      <a:pt x="1893" y="946"/>
                    </a:cubicBezTo>
                    <a:lnTo>
                      <a:pt x="1893" y="946"/>
                    </a:lnTo>
                    <a:cubicBezTo>
                      <a:pt x="1893" y="424"/>
                      <a:pt x="1469" y="0"/>
                      <a:pt x="947" y="0"/>
                    </a:cubicBezTo>
                    <a:lnTo>
                      <a:pt x="947" y="0"/>
                    </a:lnTo>
                    <a:cubicBezTo>
                      <a:pt x="424" y="0"/>
                      <a:pt x="0" y="424"/>
                      <a:pt x="0" y="946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301F7C79-19D7-4D95-95CC-D1BC4D7105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26216" y="7257552"/>
                <a:ext cx="609072" cy="917899"/>
              </a:xfrm>
              <a:custGeom>
                <a:avLst/>
                <a:gdLst>
                  <a:gd name="connsiteX0" fmla="*/ 65020 w 609072"/>
                  <a:gd name="connsiteY0" fmla="*/ 784712 h 917899"/>
                  <a:gd name="connsiteX1" fmla="*/ 24602 w 609072"/>
                  <a:gd name="connsiteY1" fmla="*/ 824035 h 917899"/>
                  <a:gd name="connsiteX2" fmla="*/ 24602 w 609072"/>
                  <a:gd name="connsiteY2" fmla="*/ 873844 h 917899"/>
                  <a:gd name="connsiteX3" fmla="*/ 40418 w 609072"/>
                  <a:gd name="connsiteY3" fmla="*/ 888699 h 917899"/>
                  <a:gd name="connsiteX4" fmla="*/ 375174 w 609072"/>
                  <a:gd name="connsiteY4" fmla="*/ 888699 h 917899"/>
                  <a:gd name="connsiteX5" fmla="*/ 390988 w 609072"/>
                  <a:gd name="connsiteY5" fmla="*/ 873844 h 917899"/>
                  <a:gd name="connsiteX6" fmla="*/ 390988 w 609072"/>
                  <a:gd name="connsiteY6" fmla="*/ 824035 h 917899"/>
                  <a:gd name="connsiteX7" fmla="*/ 351450 w 609072"/>
                  <a:gd name="connsiteY7" fmla="*/ 784712 h 917899"/>
                  <a:gd name="connsiteX8" fmla="*/ 80834 w 609072"/>
                  <a:gd name="connsiteY8" fmla="*/ 698201 h 917899"/>
                  <a:gd name="connsiteX9" fmla="*/ 54476 w 609072"/>
                  <a:gd name="connsiteY9" fmla="*/ 724416 h 917899"/>
                  <a:gd name="connsiteX10" fmla="*/ 54476 w 609072"/>
                  <a:gd name="connsiteY10" fmla="*/ 750632 h 917899"/>
                  <a:gd name="connsiteX11" fmla="*/ 62384 w 609072"/>
                  <a:gd name="connsiteY11" fmla="*/ 759370 h 917899"/>
                  <a:gd name="connsiteX12" fmla="*/ 65020 w 609072"/>
                  <a:gd name="connsiteY12" fmla="*/ 759370 h 917899"/>
                  <a:gd name="connsiteX13" fmla="*/ 351450 w 609072"/>
                  <a:gd name="connsiteY13" fmla="*/ 759370 h 917899"/>
                  <a:gd name="connsiteX14" fmla="*/ 353208 w 609072"/>
                  <a:gd name="connsiteY14" fmla="*/ 759370 h 917899"/>
                  <a:gd name="connsiteX15" fmla="*/ 362872 w 609072"/>
                  <a:gd name="connsiteY15" fmla="*/ 750632 h 917899"/>
                  <a:gd name="connsiteX16" fmla="*/ 362872 w 609072"/>
                  <a:gd name="connsiteY16" fmla="*/ 724416 h 917899"/>
                  <a:gd name="connsiteX17" fmla="*/ 335636 w 609072"/>
                  <a:gd name="connsiteY17" fmla="*/ 698201 h 917899"/>
                  <a:gd name="connsiteX18" fmla="*/ 311034 w 609072"/>
                  <a:gd name="connsiteY18" fmla="*/ 698201 h 917899"/>
                  <a:gd name="connsiteX19" fmla="*/ 105436 w 609072"/>
                  <a:gd name="connsiteY19" fmla="*/ 698201 h 917899"/>
                  <a:gd name="connsiteX20" fmla="*/ 458826 w 609072"/>
                  <a:gd name="connsiteY20" fmla="*/ 405341 h 917899"/>
                  <a:gd name="connsiteX21" fmla="*/ 578498 w 609072"/>
                  <a:gd name="connsiteY21" fmla="*/ 524500 h 917899"/>
                  <a:gd name="connsiteX22" fmla="*/ 556660 w 609072"/>
                  <a:gd name="connsiteY22" fmla="*/ 592841 h 917899"/>
                  <a:gd name="connsiteX23" fmla="*/ 578498 w 609072"/>
                  <a:gd name="connsiteY23" fmla="*/ 627888 h 917899"/>
                  <a:gd name="connsiteX24" fmla="*/ 578498 w 609072"/>
                  <a:gd name="connsiteY24" fmla="*/ 635773 h 917899"/>
                  <a:gd name="connsiteX25" fmla="*/ 547924 w 609072"/>
                  <a:gd name="connsiteY25" fmla="*/ 673448 h 917899"/>
                  <a:gd name="connsiteX26" fmla="*/ 547924 w 609072"/>
                  <a:gd name="connsiteY26" fmla="*/ 801369 h 917899"/>
                  <a:gd name="connsiteX27" fmla="*/ 559280 w 609072"/>
                  <a:gd name="connsiteY27" fmla="*/ 801369 h 917899"/>
                  <a:gd name="connsiteX28" fmla="*/ 609072 w 609072"/>
                  <a:gd name="connsiteY28" fmla="*/ 851310 h 917899"/>
                  <a:gd name="connsiteX29" fmla="*/ 609072 w 609072"/>
                  <a:gd name="connsiteY29" fmla="*/ 886357 h 917899"/>
                  <a:gd name="connsiteX30" fmla="*/ 575878 w 609072"/>
                  <a:gd name="connsiteY30" fmla="*/ 917899 h 917899"/>
                  <a:gd name="connsiteX31" fmla="*/ 437862 w 609072"/>
                  <a:gd name="connsiteY31" fmla="*/ 917899 h 917899"/>
                  <a:gd name="connsiteX32" fmla="*/ 424758 w 609072"/>
                  <a:gd name="connsiteY32" fmla="*/ 905633 h 917899"/>
                  <a:gd name="connsiteX33" fmla="*/ 437862 w 609072"/>
                  <a:gd name="connsiteY33" fmla="*/ 892490 h 917899"/>
                  <a:gd name="connsiteX34" fmla="*/ 575878 w 609072"/>
                  <a:gd name="connsiteY34" fmla="*/ 892490 h 917899"/>
                  <a:gd name="connsiteX35" fmla="*/ 583740 w 609072"/>
                  <a:gd name="connsiteY35" fmla="*/ 886357 h 917899"/>
                  <a:gd name="connsiteX36" fmla="*/ 583740 w 609072"/>
                  <a:gd name="connsiteY36" fmla="*/ 851310 h 917899"/>
                  <a:gd name="connsiteX37" fmla="*/ 559280 w 609072"/>
                  <a:gd name="connsiteY37" fmla="*/ 827654 h 917899"/>
                  <a:gd name="connsiteX38" fmla="*/ 547924 w 609072"/>
                  <a:gd name="connsiteY38" fmla="*/ 827654 h 917899"/>
                  <a:gd name="connsiteX39" fmla="*/ 454458 w 609072"/>
                  <a:gd name="connsiteY39" fmla="*/ 827654 h 917899"/>
                  <a:gd name="connsiteX40" fmla="*/ 441356 w 609072"/>
                  <a:gd name="connsiteY40" fmla="*/ 814511 h 917899"/>
                  <a:gd name="connsiteX41" fmla="*/ 454458 w 609072"/>
                  <a:gd name="connsiteY41" fmla="*/ 801369 h 917899"/>
                  <a:gd name="connsiteX42" fmla="*/ 522592 w 609072"/>
                  <a:gd name="connsiteY42" fmla="*/ 801369 h 917899"/>
                  <a:gd name="connsiteX43" fmla="*/ 522592 w 609072"/>
                  <a:gd name="connsiteY43" fmla="*/ 675201 h 917899"/>
                  <a:gd name="connsiteX44" fmla="*/ 386324 w 609072"/>
                  <a:gd name="connsiteY44" fmla="*/ 675201 h 917899"/>
                  <a:gd name="connsiteX45" fmla="*/ 382830 w 609072"/>
                  <a:gd name="connsiteY45" fmla="*/ 675201 h 917899"/>
                  <a:gd name="connsiteX46" fmla="*/ 370600 w 609072"/>
                  <a:gd name="connsiteY46" fmla="*/ 662058 h 917899"/>
                  <a:gd name="connsiteX47" fmla="*/ 382830 w 609072"/>
                  <a:gd name="connsiteY47" fmla="*/ 649792 h 917899"/>
                  <a:gd name="connsiteX48" fmla="*/ 386324 w 609072"/>
                  <a:gd name="connsiteY48" fmla="*/ 649792 h 917899"/>
                  <a:gd name="connsiteX49" fmla="*/ 538316 w 609072"/>
                  <a:gd name="connsiteY49" fmla="*/ 649792 h 917899"/>
                  <a:gd name="connsiteX50" fmla="*/ 553166 w 609072"/>
                  <a:gd name="connsiteY50" fmla="*/ 635773 h 917899"/>
                  <a:gd name="connsiteX51" fmla="*/ 553166 w 609072"/>
                  <a:gd name="connsiteY51" fmla="*/ 627888 h 917899"/>
                  <a:gd name="connsiteX52" fmla="*/ 538316 w 609072"/>
                  <a:gd name="connsiteY52" fmla="*/ 613869 h 917899"/>
                  <a:gd name="connsiteX53" fmla="*/ 382830 w 609072"/>
                  <a:gd name="connsiteY53" fmla="*/ 613869 h 917899"/>
                  <a:gd name="connsiteX54" fmla="*/ 370600 w 609072"/>
                  <a:gd name="connsiteY54" fmla="*/ 600727 h 917899"/>
                  <a:gd name="connsiteX55" fmla="*/ 382830 w 609072"/>
                  <a:gd name="connsiteY55" fmla="*/ 588460 h 917899"/>
                  <a:gd name="connsiteX56" fmla="*/ 527834 w 609072"/>
                  <a:gd name="connsiteY56" fmla="*/ 588460 h 917899"/>
                  <a:gd name="connsiteX57" fmla="*/ 528708 w 609072"/>
                  <a:gd name="connsiteY57" fmla="*/ 587584 h 917899"/>
                  <a:gd name="connsiteX58" fmla="*/ 553166 w 609072"/>
                  <a:gd name="connsiteY58" fmla="*/ 524500 h 917899"/>
                  <a:gd name="connsiteX59" fmla="*/ 458826 w 609072"/>
                  <a:gd name="connsiteY59" fmla="*/ 430750 h 917899"/>
                  <a:gd name="connsiteX60" fmla="*/ 436988 w 609072"/>
                  <a:gd name="connsiteY60" fmla="*/ 434255 h 917899"/>
                  <a:gd name="connsiteX61" fmla="*/ 421264 w 609072"/>
                  <a:gd name="connsiteY61" fmla="*/ 423741 h 917899"/>
                  <a:gd name="connsiteX62" fmla="*/ 430874 w 609072"/>
                  <a:gd name="connsiteY62" fmla="*/ 408846 h 917899"/>
                  <a:gd name="connsiteX63" fmla="*/ 458826 w 609072"/>
                  <a:gd name="connsiteY63" fmla="*/ 405341 h 917899"/>
                  <a:gd name="connsiteX64" fmla="*/ 307520 w 609072"/>
                  <a:gd name="connsiteY64" fmla="*/ 26216 h 917899"/>
                  <a:gd name="connsiteX65" fmla="*/ 24602 w 609072"/>
                  <a:gd name="connsiteY65" fmla="*/ 306719 h 917899"/>
                  <a:gd name="connsiteX66" fmla="*/ 24602 w 609072"/>
                  <a:gd name="connsiteY66" fmla="*/ 314584 h 917899"/>
                  <a:gd name="connsiteX67" fmla="*/ 24602 w 609072"/>
                  <a:gd name="connsiteY67" fmla="*/ 317205 h 917899"/>
                  <a:gd name="connsiteX68" fmla="*/ 24602 w 609072"/>
                  <a:gd name="connsiteY68" fmla="*/ 319827 h 917899"/>
                  <a:gd name="connsiteX69" fmla="*/ 24602 w 609072"/>
                  <a:gd name="connsiteY69" fmla="*/ 489353 h 917899"/>
                  <a:gd name="connsiteX70" fmla="*/ 27238 w 609072"/>
                  <a:gd name="connsiteY70" fmla="*/ 496343 h 917899"/>
                  <a:gd name="connsiteX71" fmla="*/ 36904 w 609072"/>
                  <a:gd name="connsiteY71" fmla="*/ 501586 h 917899"/>
                  <a:gd name="connsiteX72" fmla="*/ 49204 w 609072"/>
                  <a:gd name="connsiteY72" fmla="*/ 508577 h 917899"/>
                  <a:gd name="connsiteX73" fmla="*/ 94892 w 609072"/>
                  <a:gd name="connsiteY73" fmla="*/ 537414 h 917899"/>
                  <a:gd name="connsiteX74" fmla="*/ 112464 w 609072"/>
                  <a:gd name="connsiteY74" fmla="*/ 569746 h 917899"/>
                  <a:gd name="connsiteX75" fmla="*/ 112464 w 609072"/>
                  <a:gd name="connsiteY75" fmla="*/ 672860 h 917899"/>
                  <a:gd name="connsiteX76" fmla="*/ 304004 w 609072"/>
                  <a:gd name="connsiteY76" fmla="*/ 672860 h 917899"/>
                  <a:gd name="connsiteX77" fmla="*/ 304004 w 609072"/>
                  <a:gd name="connsiteY77" fmla="*/ 594214 h 917899"/>
                  <a:gd name="connsiteX78" fmla="*/ 387474 w 609072"/>
                  <a:gd name="connsiteY78" fmla="*/ 494596 h 917899"/>
                  <a:gd name="connsiteX79" fmla="*/ 390988 w 609072"/>
                  <a:gd name="connsiteY79" fmla="*/ 489353 h 917899"/>
                  <a:gd name="connsiteX80" fmla="*/ 383080 w 609072"/>
                  <a:gd name="connsiteY80" fmla="*/ 462263 h 917899"/>
                  <a:gd name="connsiteX81" fmla="*/ 271496 w 609072"/>
                  <a:gd name="connsiteY81" fmla="*/ 392356 h 917899"/>
                  <a:gd name="connsiteX82" fmla="*/ 258316 w 609072"/>
                  <a:gd name="connsiteY82" fmla="*/ 368762 h 917899"/>
                  <a:gd name="connsiteX83" fmla="*/ 258316 w 609072"/>
                  <a:gd name="connsiteY83" fmla="*/ 349538 h 917899"/>
                  <a:gd name="connsiteX84" fmla="*/ 242502 w 609072"/>
                  <a:gd name="connsiteY84" fmla="*/ 351285 h 917899"/>
                  <a:gd name="connsiteX85" fmla="*/ 130038 w 609072"/>
                  <a:gd name="connsiteY85" fmla="*/ 239433 h 917899"/>
                  <a:gd name="connsiteX86" fmla="*/ 143216 w 609072"/>
                  <a:gd name="connsiteY86" fmla="*/ 227200 h 917899"/>
                  <a:gd name="connsiteX87" fmla="*/ 155518 w 609072"/>
                  <a:gd name="connsiteY87" fmla="*/ 239433 h 917899"/>
                  <a:gd name="connsiteX88" fmla="*/ 242502 w 609072"/>
                  <a:gd name="connsiteY88" fmla="*/ 325944 h 917899"/>
                  <a:gd name="connsiteX89" fmla="*/ 300490 w 609072"/>
                  <a:gd name="connsiteY89" fmla="*/ 303224 h 917899"/>
                  <a:gd name="connsiteX90" fmla="*/ 324214 w 609072"/>
                  <a:gd name="connsiteY90" fmla="*/ 297107 h 917899"/>
                  <a:gd name="connsiteX91" fmla="*/ 434042 w 609072"/>
                  <a:gd name="connsiteY91" fmla="*/ 330313 h 917899"/>
                  <a:gd name="connsiteX92" fmla="*/ 437556 w 609072"/>
                  <a:gd name="connsiteY92" fmla="*/ 328565 h 917899"/>
                  <a:gd name="connsiteX93" fmla="*/ 458642 w 609072"/>
                  <a:gd name="connsiteY93" fmla="*/ 282252 h 917899"/>
                  <a:gd name="connsiteX94" fmla="*/ 462158 w 609072"/>
                  <a:gd name="connsiteY94" fmla="*/ 256910 h 917899"/>
                  <a:gd name="connsiteX95" fmla="*/ 439312 w 609072"/>
                  <a:gd name="connsiteY95" fmla="*/ 231569 h 917899"/>
                  <a:gd name="connsiteX96" fmla="*/ 284676 w 609072"/>
                  <a:gd name="connsiteY96" fmla="*/ 165157 h 917899"/>
                  <a:gd name="connsiteX97" fmla="*/ 256560 w 609072"/>
                  <a:gd name="connsiteY97" fmla="*/ 155544 h 917899"/>
                  <a:gd name="connsiteX98" fmla="*/ 248652 w 609072"/>
                  <a:gd name="connsiteY98" fmla="*/ 138941 h 917899"/>
                  <a:gd name="connsiteX99" fmla="*/ 265346 w 609072"/>
                  <a:gd name="connsiteY99" fmla="*/ 131077 h 917899"/>
                  <a:gd name="connsiteX100" fmla="*/ 281160 w 609072"/>
                  <a:gd name="connsiteY100" fmla="*/ 137194 h 917899"/>
                  <a:gd name="connsiteX101" fmla="*/ 364630 w 609072"/>
                  <a:gd name="connsiteY101" fmla="*/ 33206 h 917899"/>
                  <a:gd name="connsiteX102" fmla="*/ 345300 w 609072"/>
                  <a:gd name="connsiteY102" fmla="*/ 27963 h 917899"/>
                  <a:gd name="connsiteX103" fmla="*/ 307520 w 609072"/>
                  <a:gd name="connsiteY103" fmla="*/ 26216 h 917899"/>
                  <a:gd name="connsiteX104" fmla="*/ 307520 w 609072"/>
                  <a:gd name="connsiteY104" fmla="*/ 0 h 917899"/>
                  <a:gd name="connsiteX105" fmla="*/ 347936 w 609072"/>
                  <a:gd name="connsiteY105" fmla="*/ 2622 h 917899"/>
                  <a:gd name="connsiteX106" fmla="*/ 369902 w 609072"/>
                  <a:gd name="connsiteY106" fmla="*/ 7865 h 917899"/>
                  <a:gd name="connsiteX107" fmla="*/ 388352 w 609072"/>
                  <a:gd name="connsiteY107" fmla="*/ 23594 h 917899"/>
                  <a:gd name="connsiteX108" fmla="*/ 384838 w 609072"/>
                  <a:gd name="connsiteY108" fmla="*/ 48062 h 917899"/>
                  <a:gd name="connsiteX109" fmla="*/ 305762 w 609072"/>
                  <a:gd name="connsiteY109" fmla="*/ 146806 h 917899"/>
                  <a:gd name="connsiteX110" fmla="*/ 449856 w 609072"/>
                  <a:gd name="connsiteY110" fmla="*/ 207975 h 917899"/>
                  <a:gd name="connsiteX111" fmla="*/ 485880 w 609072"/>
                  <a:gd name="connsiteY111" fmla="*/ 251667 h 917899"/>
                  <a:gd name="connsiteX112" fmla="*/ 481486 w 609072"/>
                  <a:gd name="connsiteY112" fmla="*/ 292738 h 917899"/>
                  <a:gd name="connsiteX113" fmla="*/ 460400 w 609072"/>
                  <a:gd name="connsiteY113" fmla="*/ 339051 h 917899"/>
                  <a:gd name="connsiteX114" fmla="*/ 434920 w 609072"/>
                  <a:gd name="connsiteY114" fmla="*/ 354781 h 917899"/>
                  <a:gd name="connsiteX115" fmla="*/ 426134 w 609072"/>
                  <a:gd name="connsiteY115" fmla="*/ 354781 h 917899"/>
                  <a:gd name="connsiteX116" fmla="*/ 318062 w 609072"/>
                  <a:gd name="connsiteY116" fmla="*/ 321575 h 917899"/>
                  <a:gd name="connsiteX117" fmla="*/ 283796 w 609072"/>
                  <a:gd name="connsiteY117" fmla="*/ 343421 h 917899"/>
                  <a:gd name="connsiteX118" fmla="*/ 283796 w 609072"/>
                  <a:gd name="connsiteY118" fmla="*/ 368762 h 917899"/>
                  <a:gd name="connsiteX119" fmla="*/ 285554 w 609072"/>
                  <a:gd name="connsiteY119" fmla="*/ 371384 h 917899"/>
                  <a:gd name="connsiteX120" fmla="*/ 399774 w 609072"/>
                  <a:gd name="connsiteY120" fmla="*/ 443913 h 917899"/>
                  <a:gd name="connsiteX121" fmla="*/ 415590 w 609072"/>
                  <a:gd name="connsiteY121" fmla="*/ 493722 h 917899"/>
                  <a:gd name="connsiteX122" fmla="*/ 405926 w 609072"/>
                  <a:gd name="connsiteY122" fmla="*/ 512072 h 917899"/>
                  <a:gd name="connsiteX123" fmla="*/ 329484 w 609072"/>
                  <a:gd name="connsiteY123" fmla="*/ 595961 h 917899"/>
                  <a:gd name="connsiteX124" fmla="*/ 329484 w 609072"/>
                  <a:gd name="connsiteY124" fmla="*/ 672860 h 917899"/>
                  <a:gd name="connsiteX125" fmla="*/ 335636 w 609072"/>
                  <a:gd name="connsiteY125" fmla="*/ 672860 h 917899"/>
                  <a:gd name="connsiteX126" fmla="*/ 387474 w 609072"/>
                  <a:gd name="connsiteY126" fmla="*/ 724416 h 917899"/>
                  <a:gd name="connsiteX127" fmla="*/ 387474 w 609072"/>
                  <a:gd name="connsiteY127" fmla="*/ 750632 h 917899"/>
                  <a:gd name="connsiteX128" fmla="*/ 383080 w 609072"/>
                  <a:gd name="connsiteY128" fmla="*/ 767235 h 917899"/>
                  <a:gd name="connsiteX129" fmla="*/ 416468 w 609072"/>
                  <a:gd name="connsiteY129" fmla="*/ 824035 h 917899"/>
                  <a:gd name="connsiteX130" fmla="*/ 416468 w 609072"/>
                  <a:gd name="connsiteY130" fmla="*/ 873844 h 917899"/>
                  <a:gd name="connsiteX131" fmla="*/ 375174 w 609072"/>
                  <a:gd name="connsiteY131" fmla="*/ 914040 h 917899"/>
                  <a:gd name="connsiteX132" fmla="*/ 40418 w 609072"/>
                  <a:gd name="connsiteY132" fmla="*/ 914040 h 917899"/>
                  <a:gd name="connsiteX133" fmla="*/ 0 w 609072"/>
                  <a:gd name="connsiteY133" fmla="*/ 873844 h 917899"/>
                  <a:gd name="connsiteX134" fmla="*/ 0 w 609072"/>
                  <a:gd name="connsiteY134" fmla="*/ 824035 h 917899"/>
                  <a:gd name="connsiteX135" fmla="*/ 33388 w 609072"/>
                  <a:gd name="connsiteY135" fmla="*/ 767235 h 917899"/>
                  <a:gd name="connsiteX136" fmla="*/ 28996 w 609072"/>
                  <a:gd name="connsiteY136" fmla="*/ 750632 h 917899"/>
                  <a:gd name="connsiteX137" fmla="*/ 28996 w 609072"/>
                  <a:gd name="connsiteY137" fmla="*/ 724416 h 917899"/>
                  <a:gd name="connsiteX138" fmla="*/ 80834 w 609072"/>
                  <a:gd name="connsiteY138" fmla="*/ 672860 h 917899"/>
                  <a:gd name="connsiteX139" fmla="*/ 86106 w 609072"/>
                  <a:gd name="connsiteY139" fmla="*/ 672860 h 917899"/>
                  <a:gd name="connsiteX140" fmla="*/ 86106 w 609072"/>
                  <a:gd name="connsiteY140" fmla="*/ 569746 h 917899"/>
                  <a:gd name="connsiteX141" fmla="*/ 80834 w 609072"/>
                  <a:gd name="connsiteY141" fmla="*/ 559260 h 917899"/>
                  <a:gd name="connsiteX142" fmla="*/ 34268 w 609072"/>
                  <a:gd name="connsiteY142" fmla="*/ 529549 h 917899"/>
                  <a:gd name="connsiteX143" fmla="*/ 24602 w 609072"/>
                  <a:gd name="connsiteY143" fmla="*/ 523432 h 917899"/>
                  <a:gd name="connsiteX144" fmla="*/ 8788 w 609072"/>
                  <a:gd name="connsiteY144" fmla="*/ 513820 h 917899"/>
                  <a:gd name="connsiteX145" fmla="*/ 0 w 609072"/>
                  <a:gd name="connsiteY145" fmla="*/ 489353 h 917899"/>
                  <a:gd name="connsiteX146" fmla="*/ 0 w 609072"/>
                  <a:gd name="connsiteY146" fmla="*/ 319827 h 917899"/>
                  <a:gd name="connsiteX147" fmla="*/ 0 w 609072"/>
                  <a:gd name="connsiteY147" fmla="*/ 316332 h 917899"/>
                  <a:gd name="connsiteX148" fmla="*/ 0 w 609072"/>
                  <a:gd name="connsiteY148" fmla="*/ 306719 h 917899"/>
                  <a:gd name="connsiteX149" fmla="*/ 307520 w 609072"/>
                  <a:gd name="connsiteY149" fmla="*/ 0 h 9178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</a:cxnLst>
                <a:rect l="l" t="t" r="r" b="b"/>
                <a:pathLst>
                  <a:path w="609072" h="917899">
                    <a:moveTo>
                      <a:pt x="65020" y="784712"/>
                    </a:moveTo>
                    <a:cubicBezTo>
                      <a:pt x="43054" y="784712"/>
                      <a:pt x="24602" y="802188"/>
                      <a:pt x="24602" y="824035"/>
                    </a:cubicBezTo>
                    <a:lnTo>
                      <a:pt x="24602" y="873844"/>
                    </a:lnTo>
                    <a:cubicBezTo>
                      <a:pt x="24602" y="882582"/>
                      <a:pt x="31632" y="888699"/>
                      <a:pt x="40418" y="888699"/>
                    </a:cubicBezTo>
                    <a:lnTo>
                      <a:pt x="375174" y="888699"/>
                    </a:lnTo>
                    <a:cubicBezTo>
                      <a:pt x="384838" y="888699"/>
                      <a:pt x="390988" y="882582"/>
                      <a:pt x="390988" y="873844"/>
                    </a:cubicBezTo>
                    <a:lnTo>
                      <a:pt x="390988" y="824035"/>
                    </a:lnTo>
                    <a:cubicBezTo>
                      <a:pt x="390988" y="802188"/>
                      <a:pt x="372538" y="784712"/>
                      <a:pt x="351450" y="784712"/>
                    </a:cubicBezTo>
                    <a:close/>
                    <a:moveTo>
                      <a:pt x="80834" y="698201"/>
                    </a:moveTo>
                    <a:cubicBezTo>
                      <a:pt x="65898" y="698201"/>
                      <a:pt x="54476" y="710435"/>
                      <a:pt x="54476" y="724416"/>
                    </a:cubicBezTo>
                    <a:lnTo>
                      <a:pt x="54476" y="750632"/>
                    </a:lnTo>
                    <a:cubicBezTo>
                      <a:pt x="54476" y="755875"/>
                      <a:pt x="57990" y="759370"/>
                      <a:pt x="62384" y="759370"/>
                    </a:cubicBezTo>
                    <a:lnTo>
                      <a:pt x="65020" y="759370"/>
                    </a:lnTo>
                    <a:lnTo>
                      <a:pt x="351450" y="759370"/>
                    </a:lnTo>
                    <a:lnTo>
                      <a:pt x="353208" y="759370"/>
                    </a:lnTo>
                    <a:cubicBezTo>
                      <a:pt x="358480" y="759370"/>
                      <a:pt x="362872" y="755875"/>
                      <a:pt x="362872" y="750632"/>
                    </a:cubicBezTo>
                    <a:lnTo>
                      <a:pt x="362872" y="724416"/>
                    </a:lnTo>
                    <a:cubicBezTo>
                      <a:pt x="362872" y="710435"/>
                      <a:pt x="350572" y="698201"/>
                      <a:pt x="335636" y="698201"/>
                    </a:cubicBezTo>
                    <a:lnTo>
                      <a:pt x="311034" y="698201"/>
                    </a:lnTo>
                    <a:lnTo>
                      <a:pt x="105436" y="698201"/>
                    </a:lnTo>
                    <a:close/>
                    <a:moveTo>
                      <a:pt x="458826" y="405341"/>
                    </a:moveTo>
                    <a:cubicBezTo>
                      <a:pt x="525214" y="405341"/>
                      <a:pt x="578498" y="458787"/>
                      <a:pt x="578498" y="524500"/>
                    </a:cubicBezTo>
                    <a:cubicBezTo>
                      <a:pt x="578498" y="549909"/>
                      <a:pt x="570636" y="572689"/>
                      <a:pt x="556660" y="592841"/>
                    </a:cubicBezTo>
                    <a:cubicBezTo>
                      <a:pt x="568890" y="598974"/>
                      <a:pt x="578498" y="612117"/>
                      <a:pt x="578498" y="627888"/>
                    </a:cubicBezTo>
                    <a:lnTo>
                      <a:pt x="578498" y="635773"/>
                    </a:lnTo>
                    <a:cubicBezTo>
                      <a:pt x="578498" y="654173"/>
                      <a:pt x="565396" y="669068"/>
                      <a:pt x="547924" y="673448"/>
                    </a:cubicBezTo>
                    <a:lnTo>
                      <a:pt x="547924" y="801369"/>
                    </a:lnTo>
                    <a:lnTo>
                      <a:pt x="559280" y="801369"/>
                    </a:lnTo>
                    <a:cubicBezTo>
                      <a:pt x="586360" y="801369"/>
                      <a:pt x="609072" y="823273"/>
                      <a:pt x="609072" y="851310"/>
                    </a:cubicBezTo>
                    <a:lnTo>
                      <a:pt x="609072" y="886357"/>
                    </a:lnTo>
                    <a:cubicBezTo>
                      <a:pt x="609072" y="903880"/>
                      <a:pt x="594222" y="917899"/>
                      <a:pt x="575878" y="917899"/>
                    </a:cubicBezTo>
                    <a:lnTo>
                      <a:pt x="437862" y="917899"/>
                    </a:lnTo>
                    <a:cubicBezTo>
                      <a:pt x="430874" y="917899"/>
                      <a:pt x="424758" y="912642"/>
                      <a:pt x="424758" y="905633"/>
                    </a:cubicBezTo>
                    <a:cubicBezTo>
                      <a:pt x="424758" y="898623"/>
                      <a:pt x="430874" y="892490"/>
                      <a:pt x="437862" y="892490"/>
                    </a:cubicBezTo>
                    <a:lnTo>
                      <a:pt x="575878" y="892490"/>
                    </a:lnTo>
                    <a:cubicBezTo>
                      <a:pt x="580246" y="892490"/>
                      <a:pt x="583740" y="889862"/>
                      <a:pt x="583740" y="886357"/>
                    </a:cubicBezTo>
                    <a:lnTo>
                      <a:pt x="583740" y="851310"/>
                    </a:lnTo>
                    <a:cubicBezTo>
                      <a:pt x="583740" y="838168"/>
                      <a:pt x="572384" y="827654"/>
                      <a:pt x="559280" y="827654"/>
                    </a:cubicBezTo>
                    <a:lnTo>
                      <a:pt x="547924" y="827654"/>
                    </a:lnTo>
                    <a:lnTo>
                      <a:pt x="454458" y="827654"/>
                    </a:lnTo>
                    <a:cubicBezTo>
                      <a:pt x="447470" y="827654"/>
                      <a:pt x="441356" y="821521"/>
                      <a:pt x="441356" y="814511"/>
                    </a:cubicBezTo>
                    <a:cubicBezTo>
                      <a:pt x="441356" y="807502"/>
                      <a:pt x="447470" y="801369"/>
                      <a:pt x="454458" y="801369"/>
                    </a:cubicBezTo>
                    <a:lnTo>
                      <a:pt x="522592" y="801369"/>
                    </a:lnTo>
                    <a:lnTo>
                      <a:pt x="522592" y="675201"/>
                    </a:lnTo>
                    <a:lnTo>
                      <a:pt x="386324" y="675201"/>
                    </a:lnTo>
                    <a:lnTo>
                      <a:pt x="382830" y="675201"/>
                    </a:lnTo>
                    <a:cubicBezTo>
                      <a:pt x="375842" y="675201"/>
                      <a:pt x="370600" y="669068"/>
                      <a:pt x="370600" y="662058"/>
                    </a:cubicBezTo>
                    <a:cubicBezTo>
                      <a:pt x="370600" y="655049"/>
                      <a:pt x="375842" y="649792"/>
                      <a:pt x="382830" y="649792"/>
                    </a:cubicBezTo>
                    <a:lnTo>
                      <a:pt x="386324" y="649792"/>
                    </a:lnTo>
                    <a:lnTo>
                      <a:pt x="538316" y="649792"/>
                    </a:lnTo>
                    <a:cubicBezTo>
                      <a:pt x="546178" y="649792"/>
                      <a:pt x="553166" y="643659"/>
                      <a:pt x="553166" y="635773"/>
                    </a:cubicBezTo>
                    <a:lnTo>
                      <a:pt x="553166" y="627888"/>
                    </a:lnTo>
                    <a:cubicBezTo>
                      <a:pt x="553166" y="620002"/>
                      <a:pt x="546178" y="613869"/>
                      <a:pt x="538316" y="613869"/>
                    </a:cubicBezTo>
                    <a:lnTo>
                      <a:pt x="382830" y="613869"/>
                    </a:lnTo>
                    <a:cubicBezTo>
                      <a:pt x="375842" y="613869"/>
                      <a:pt x="370600" y="607736"/>
                      <a:pt x="370600" y="600727"/>
                    </a:cubicBezTo>
                    <a:cubicBezTo>
                      <a:pt x="370600" y="593717"/>
                      <a:pt x="375842" y="588460"/>
                      <a:pt x="382830" y="588460"/>
                    </a:cubicBezTo>
                    <a:lnTo>
                      <a:pt x="527834" y="588460"/>
                    </a:lnTo>
                    <a:lnTo>
                      <a:pt x="528708" y="587584"/>
                    </a:lnTo>
                    <a:cubicBezTo>
                      <a:pt x="544430" y="570061"/>
                      <a:pt x="553166" y="548157"/>
                      <a:pt x="553166" y="524500"/>
                    </a:cubicBezTo>
                    <a:cubicBezTo>
                      <a:pt x="553166" y="472806"/>
                      <a:pt x="510364" y="430750"/>
                      <a:pt x="458826" y="430750"/>
                    </a:cubicBezTo>
                    <a:cubicBezTo>
                      <a:pt x="450964" y="430750"/>
                      <a:pt x="444850" y="431626"/>
                      <a:pt x="436988" y="434255"/>
                    </a:cubicBezTo>
                    <a:cubicBezTo>
                      <a:pt x="430000" y="435131"/>
                      <a:pt x="423012" y="430750"/>
                      <a:pt x="421264" y="423741"/>
                    </a:cubicBezTo>
                    <a:cubicBezTo>
                      <a:pt x="420390" y="417608"/>
                      <a:pt x="423884" y="410598"/>
                      <a:pt x="430874" y="408846"/>
                    </a:cubicBezTo>
                    <a:cubicBezTo>
                      <a:pt x="439608" y="406217"/>
                      <a:pt x="450090" y="405341"/>
                      <a:pt x="458826" y="405341"/>
                    </a:cubicBezTo>
                    <a:close/>
                    <a:moveTo>
                      <a:pt x="307520" y="26216"/>
                    </a:moveTo>
                    <a:cubicBezTo>
                      <a:pt x="152002" y="26216"/>
                      <a:pt x="24602" y="151175"/>
                      <a:pt x="24602" y="306719"/>
                    </a:cubicBezTo>
                    <a:cubicBezTo>
                      <a:pt x="24602" y="309341"/>
                      <a:pt x="24602" y="312836"/>
                      <a:pt x="24602" y="314584"/>
                    </a:cubicBezTo>
                    <a:lnTo>
                      <a:pt x="24602" y="317205"/>
                    </a:lnTo>
                    <a:lnTo>
                      <a:pt x="24602" y="319827"/>
                    </a:lnTo>
                    <a:lnTo>
                      <a:pt x="24602" y="489353"/>
                    </a:lnTo>
                    <a:cubicBezTo>
                      <a:pt x="24602" y="491974"/>
                      <a:pt x="26360" y="495469"/>
                      <a:pt x="27238" y="496343"/>
                    </a:cubicBezTo>
                    <a:cubicBezTo>
                      <a:pt x="28996" y="496343"/>
                      <a:pt x="33388" y="499839"/>
                      <a:pt x="36904" y="501586"/>
                    </a:cubicBezTo>
                    <a:cubicBezTo>
                      <a:pt x="42174" y="504208"/>
                      <a:pt x="45690" y="505956"/>
                      <a:pt x="49204" y="508577"/>
                    </a:cubicBezTo>
                    <a:lnTo>
                      <a:pt x="94892" y="537414"/>
                    </a:lnTo>
                    <a:cubicBezTo>
                      <a:pt x="105436" y="544405"/>
                      <a:pt x="112464" y="556638"/>
                      <a:pt x="112464" y="569746"/>
                    </a:cubicBezTo>
                    <a:lnTo>
                      <a:pt x="112464" y="672860"/>
                    </a:lnTo>
                    <a:lnTo>
                      <a:pt x="304004" y="672860"/>
                    </a:lnTo>
                    <a:lnTo>
                      <a:pt x="304004" y="594214"/>
                    </a:lnTo>
                    <a:cubicBezTo>
                      <a:pt x="304004" y="588097"/>
                      <a:pt x="304004" y="579358"/>
                      <a:pt x="387474" y="494596"/>
                    </a:cubicBezTo>
                    <a:cubicBezTo>
                      <a:pt x="389232" y="492848"/>
                      <a:pt x="390110" y="491100"/>
                      <a:pt x="390988" y="489353"/>
                    </a:cubicBezTo>
                    <a:cubicBezTo>
                      <a:pt x="392746" y="478866"/>
                      <a:pt x="390110" y="469254"/>
                      <a:pt x="383080" y="462263"/>
                    </a:cubicBezTo>
                    <a:lnTo>
                      <a:pt x="271496" y="392356"/>
                    </a:lnTo>
                    <a:cubicBezTo>
                      <a:pt x="262710" y="387987"/>
                      <a:pt x="258316" y="379248"/>
                      <a:pt x="258316" y="368762"/>
                    </a:cubicBezTo>
                    <a:lnTo>
                      <a:pt x="258316" y="349538"/>
                    </a:lnTo>
                    <a:cubicBezTo>
                      <a:pt x="253044" y="350411"/>
                      <a:pt x="247772" y="351285"/>
                      <a:pt x="242502" y="351285"/>
                    </a:cubicBezTo>
                    <a:cubicBezTo>
                      <a:pt x="180118" y="351285"/>
                      <a:pt x="130038" y="301476"/>
                      <a:pt x="130038" y="239433"/>
                    </a:cubicBezTo>
                    <a:cubicBezTo>
                      <a:pt x="130038" y="232443"/>
                      <a:pt x="136188" y="227200"/>
                      <a:pt x="143216" y="227200"/>
                    </a:cubicBezTo>
                    <a:cubicBezTo>
                      <a:pt x="149368" y="227200"/>
                      <a:pt x="155518" y="232443"/>
                      <a:pt x="155518" y="239433"/>
                    </a:cubicBezTo>
                    <a:cubicBezTo>
                      <a:pt x="155518" y="287495"/>
                      <a:pt x="194176" y="325944"/>
                      <a:pt x="242502" y="325944"/>
                    </a:cubicBezTo>
                    <a:cubicBezTo>
                      <a:pt x="273252" y="325944"/>
                      <a:pt x="293462" y="310215"/>
                      <a:pt x="300490" y="303224"/>
                    </a:cubicBezTo>
                    <a:cubicBezTo>
                      <a:pt x="307520" y="297107"/>
                      <a:pt x="316306" y="295359"/>
                      <a:pt x="324214" y="297107"/>
                    </a:cubicBezTo>
                    <a:lnTo>
                      <a:pt x="434042" y="330313"/>
                    </a:lnTo>
                    <a:cubicBezTo>
                      <a:pt x="434920" y="330313"/>
                      <a:pt x="436676" y="329439"/>
                      <a:pt x="437556" y="328565"/>
                    </a:cubicBezTo>
                    <a:lnTo>
                      <a:pt x="458642" y="282252"/>
                    </a:lnTo>
                    <a:cubicBezTo>
                      <a:pt x="462158" y="274387"/>
                      <a:pt x="463036" y="265649"/>
                      <a:pt x="462158" y="256910"/>
                    </a:cubicBezTo>
                    <a:cubicBezTo>
                      <a:pt x="458642" y="245550"/>
                      <a:pt x="449856" y="235938"/>
                      <a:pt x="439312" y="231569"/>
                    </a:cubicBezTo>
                    <a:lnTo>
                      <a:pt x="284676" y="165157"/>
                    </a:lnTo>
                    <a:cubicBezTo>
                      <a:pt x="281160" y="163409"/>
                      <a:pt x="267102" y="158166"/>
                      <a:pt x="256560" y="155544"/>
                    </a:cubicBezTo>
                    <a:cubicBezTo>
                      <a:pt x="249530" y="152923"/>
                      <a:pt x="246894" y="145058"/>
                      <a:pt x="248652" y="138941"/>
                    </a:cubicBezTo>
                    <a:cubicBezTo>
                      <a:pt x="251288" y="131951"/>
                      <a:pt x="258316" y="128455"/>
                      <a:pt x="265346" y="131077"/>
                    </a:cubicBezTo>
                    <a:cubicBezTo>
                      <a:pt x="267102" y="131951"/>
                      <a:pt x="274132" y="133698"/>
                      <a:pt x="281160" y="137194"/>
                    </a:cubicBezTo>
                    <a:lnTo>
                      <a:pt x="364630" y="33206"/>
                    </a:lnTo>
                    <a:cubicBezTo>
                      <a:pt x="352330" y="28837"/>
                      <a:pt x="345300" y="27963"/>
                      <a:pt x="345300" y="27963"/>
                    </a:cubicBezTo>
                    <a:cubicBezTo>
                      <a:pt x="333000" y="27089"/>
                      <a:pt x="319820" y="26216"/>
                      <a:pt x="307520" y="26216"/>
                    </a:cubicBezTo>
                    <a:close/>
                    <a:moveTo>
                      <a:pt x="307520" y="0"/>
                    </a:moveTo>
                    <a:cubicBezTo>
                      <a:pt x="320698" y="0"/>
                      <a:pt x="335636" y="1748"/>
                      <a:pt x="347936" y="2622"/>
                    </a:cubicBezTo>
                    <a:cubicBezTo>
                      <a:pt x="349694" y="2622"/>
                      <a:pt x="356722" y="3496"/>
                      <a:pt x="369902" y="7865"/>
                    </a:cubicBezTo>
                    <a:cubicBezTo>
                      <a:pt x="378688" y="8739"/>
                      <a:pt x="384838" y="14856"/>
                      <a:pt x="388352" y="23594"/>
                    </a:cubicBezTo>
                    <a:cubicBezTo>
                      <a:pt x="390988" y="32332"/>
                      <a:pt x="390110" y="41071"/>
                      <a:pt x="384838" y="48062"/>
                    </a:cubicBezTo>
                    <a:lnTo>
                      <a:pt x="305762" y="146806"/>
                    </a:lnTo>
                    <a:lnTo>
                      <a:pt x="449856" y="207975"/>
                    </a:lnTo>
                    <a:cubicBezTo>
                      <a:pt x="468308" y="215840"/>
                      <a:pt x="481486" y="231569"/>
                      <a:pt x="485880" y="251667"/>
                    </a:cubicBezTo>
                    <a:cubicBezTo>
                      <a:pt x="489394" y="265649"/>
                      <a:pt x="487638" y="279630"/>
                      <a:pt x="481486" y="292738"/>
                    </a:cubicBezTo>
                    <a:lnTo>
                      <a:pt x="460400" y="339051"/>
                    </a:lnTo>
                    <a:cubicBezTo>
                      <a:pt x="456006" y="348664"/>
                      <a:pt x="445464" y="354781"/>
                      <a:pt x="434920" y="354781"/>
                    </a:cubicBezTo>
                    <a:cubicBezTo>
                      <a:pt x="431406" y="354781"/>
                      <a:pt x="429648" y="354781"/>
                      <a:pt x="426134" y="354781"/>
                    </a:cubicBezTo>
                    <a:lnTo>
                      <a:pt x="318062" y="321575"/>
                    </a:lnTo>
                    <a:cubicBezTo>
                      <a:pt x="311034" y="328565"/>
                      <a:pt x="299612" y="336430"/>
                      <a:pt x="283796" y="343421"/>
                    </a:cubicBezTo>
                    <a:lnTo>
                      <a:pt x="283796" y="368762"/>
                    </a:lnTo>
                    <a:cubicBezTo>
                      <a:pt x="283796" y="369636"/>
                      <a:pt x="283796" y="370510"/>
                      <a:pt x="285554" y="371384"/>
                    </a:cubicBezTo>
                    <a:lnTo>
                      <a:pt x="399774" y="443913"/>
                    </a:lnTo>
                    <a:cubicBezTo>
                      <a:pt x="413832" y="456146"/>
                      <a:pt x="419104" y="475371"/>
                      <a:pt x="415590" y="493722"/>
                    </a:cubicBezTo>
                    <a:cubicBezTo>
                      <a:pt x="413832" y="501586"/>
                      <a:pt x="410318" y="507703"/>
                      <a:pt x="405926" y="512072"/>
                    </a:cubicBezTo>
                    <a:cubicBezTo>
                      <a:pt x="359358" y="559260"/>
                      <a:pt x="333878" y="588097"/>
                      <a:pt x="329484" y="595961"/>
                    </a:cubicBezTo>
                    <a:lnTo>
                      <a:pt x="329484" y="672860"/>
                    </a:lnTo>
                    <a:lnTo>
                      <a:pt x="335636" y="672860"/>
                    </a:lnTo>
                    <a:cubicBezTo>
                      <a:pt x="363752" y="672860"/>
                      <a:pt x="387474" y="696453"/>
                      <a:pt x="387474" y="724416"/>
                    </a:cubicBezTo>
                    <a:lnTo>
                      <a:pt x="387474" y="750632"/>
                    </a:lnTo>
                    <a:cubicBezTo>
                      <a:pt x="387474" y="756749"/>
                      <a:pt x="385716" y="762865"/>
                      <a:pt x="383080" y="767235"/>
                    </a:cubicBezTo>
                    <a:cubicBezTo>
                      <a:pt x="403290" y="778595"/>
                      <a:pt x="416468" y="800441"/>
                      <a:pt x="416468" y="824035"/>
                    </a:cubicBezTo>
                    <a:lnTo>
                      <a:pt x="416468" y="873844"/>
                    </a:lnTo>
                    <a:cubicBezTo>
                      <a:pt x="416468" y="895690"/>
                      <a:pt x="398018" y="914040"/>
                      <a:pt x="375174" y="914040"/>
                    </a:cubicBezTo>
                    <a:lnTo>
                      <a:pt x="40418" y="914040"/>
                    </a:lnTo>
                    <a:cubicBezTo>
                      <a:pt x="18452" y="914040"/>
                      <a:pt x="0" y="895690"/>
                      <a:pt x="0" y="873844"/>
                    </a:cubicBezTo>
                    <a:lnTo>
                      <a:pt x="0" y="824035"/>
                    </a:lnTo>
                    <a:cubicBezTo>
                      <a:pt x="0" y="800441"/>
                      <a:pt x="13180" y="778595"/>
                      <a:pt x="33388" y="767235"/>
                    </a:cubicBezTo>
                    <a:cubicBezTo>
                      <a:pt x="30752" y="762865"/>
                      <a:pt x="28996" y="756749"/>
                      <a:pt x="28996" y="750632"/>
                    </a:cubicBezTo>
                    <a:lnTo>
                      <a:pt x="28996" y="724416"/>
                    </a:lnTo>
                    <a:cubicBezTo>
                      <a:pt x="28996" y="696453"/>
                      <a:pt x="51840" y="672860"/>
                      <a:pt x="80834" y="672860"/>
                    </a:cubicBezTo>
                    <a:lnTo>
                      <a:pt x="86106" y="672860"/>
                    </a:lnTo>
                    <a:lnTo>
                      <a:pt x="86106" y="569746"/>
                    </a:lnTo>
                    <a:cubicBezTo>
                      <a:pt x="86106" y="565377"/>
                      <a:pt x="84348" y="561008"/>
                      <a:pt x="80834" y="559260"/>
                    </a:cubicBezTo>
                    <a:lnTo>
                      <a:pt x="34268" y="529549"/>
                    </a:lnTo>
                    <a:cubicBezTo>
                      <a:pt x="31632" y="527802"/>
                      <a:pt x="28116" y="525180"/>
                      <a:pt x="24602" y="523432"/>
                    </a:cubicBezTo>
                    <a:cubicBezTo>
                      <a:pt x="15816" y="518189"/>
                      <a:pt x="11424" y="516442"/>
                      <a:pt x="8788" y="513820"/>
                    </a:cubicBezTo>
                    <a:cubicBezTo>
                      <a:pt x="2636" y="505956"/>
                      <a:pt x="0" y="498091"/>
                      <a:pt x="0" y="489353"/>
                    </a:cubicBezTo>
                    <a:lnTo>
                      <a:pt x="0" y="319827"/>
                    </a:lnTo>
                    <a:cubicBezTo>
                      <a:pt x="0" y="318079"/>
                      <a:pt x="0" y="317205"/>
                      <a:pt x="0" y="316332"/>
                    </a:cubicBezTo>
                    <a:cubicBezTo>
                      <a:pt x="0" y="312836"/>
                      <a:pt x="0" y="309341"/>
                      <a:pt x="0" y="306719"/>
                    </a:cubicBezTo>
                    <a:cubicBezTo>
                      <a:pt x="0" y="138067"/>
                      <a:pt x="137066" y="0"/>
                      <a:pt x="30752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square" anchor="ctr">
                <a:noAutofit/>
              </a:bodyPr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019209E6-3208-4C70-BEC4-4D07A4D5ADF3}"/>
                </a:ext>
              </a:extLst>
            </p:cNvPr>
            <p:cNvGrpSpPr/>
            <p:nvPr/>
          </p:nvGrpSpPr>
          <p:grpSpPr>
            <a:xfrm>
              <a:off x="14530547" y="10025458"/>
              <a:ext cx="1656113" cy="2945486"/>
              <a:chOff x="14530547" y="10025458"/>
              <a:chExt cx="1656113" cy="2945486"/>
            </a:xfrm>
          </p:grpSpPr>
          <p:sp>
            <p:nvSpPr>
              <p:cNvPr id="41" name="Freeform 28">
                <a:extLst>
                  <a:ext uri="{FF2B5EF4-FFF2-40B4-BE49-F238E27FC236}">
                    <a16:creationId xmlns:a16="http://schemas.microsoft.com/office/drawing/2014/main" id="{63AFF9F0-86EA-4BC6-91C5-9F7F438B9E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291047" y="10855445"/>
                <a:ext cx="138974" cy="2115499"/>
              </a:xfrm>
              <a:custGeom>
                <a:avLst/>
                <a:gdLst>
                  <a:gd name="T0" fmla="*/ 79 w 158"/>
                  <a:gd name="T1" fmla="*/ 2417 h 2418"/>
                  <a:gd name="T2" fmla="*/ 79 w 158"/>
                  <a:gd name="T3" fmla="*/ 2417 h 2418"/>
                  <a:gd name="T4" fmla="*/ 79 w 158"/>
                  <a:gd name="T5" fmla="*/ 2417 h 2418"/>
                  <a:gd name="T6" fmla="*/ 157 w 158"/>
                  <a:gd name="T7" fmla="*/ 2339 h 2418"/>
                  <a:gd name="T8" fmla="*/ 157 w 158"/>
                  <a:gd name="T9" fmla="*/ 78 h 2418"/>
                  <a:gd name="T10" fmla="*/ 157 w 158"/>
                  <a:gd name="T11" fmla="*/ 78 h 2418"/>
                  <a:gd name="T12" fmla="*/ 79 w 158"/>
                  <a:gd name="T13" fmla="*/ 0 h 2418"/>
                  <a:gd name="T14" fmla="*/ 79 w 158"/>
                  <a:gd name="T15" fmla="*/ 0 h 2418"/>
                  <a:gd name="T16" fmla="*/ 0 w 158"/>
                  <a:gd name="T17" fmla="*/ 78 h 2418"/>
                  <a:gd name="T18" fmla="*/ 0 w 158"/>
                  <a:gd name="T19" fmla="*/ 2339 h 2418"/>
                  <a:gd name="T20" fmla="*/ 0 w 158"/>
                  <a:gd name="T21" fmla="*/ 2339 h 2418"/>
                  <a:gd name="T22" fmla="*/ 79 w 158"/>
                  <a:gd name="T23" fmla="*/ 2417 h 24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58" h="2418">
                    <a:moveTo>
                      <a:pt x="79" y="2417"/>
                    </a:moveTo>
                    <a:lnTo>
                      <a:pt x="79" y="2417"/>
                    </a:lnTo>
                    <a:lnTo>
                      <a:pt x="79" y="2417"/>
                    </a:lnTo>
                    <a:cubicBezTo>
                      <a:pt x="122" y="2417"/>
                      <a:pt x="157" y="2382"/>
                      <a:pt x="157" y="2339"/>
                    </a:cubicBezTo>
                    <a:lnTo>
                      <a:pt x="157" y="78"/>
                    </a:lnTo>
                    <a:lnTo>
                      <a:pt x="157" y="78"/>
                    </a:lnTo>
                    <a:cubicBezTo>
                      <a:pt x="157" y="35"/>
                      <a:pt x="122" y="0"/>
                      <a:pt x="79" y="0"/>
                    </a:cubicBezTo>
                    <a:lnTo>
                      <a:pt x="79" y="0"/>
                    </a:lnTo>
                    <a:cubicBezTo>
                      <a:pt x="35" y="0"/>
                      <a:pt x="0" y="35"/>
                      <a:pt x="0" y="78"/>
                    </a:cubicBezTo>
                    <a:lnTo>
                      <a:pt x="0" y="2339"/>
                    </a:lnTo>
                    <a:lnTo>
                      <a:pt x="0" y="2339"/>
                    </a:lnTo>
                    <a:cubicBezTo>
                      <a:pt x="0" y="2382"/>
                      <a:pt x="35" y="2417"/>
                      <a:pt x="79" y="241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42" name="Freeform 29">
                <a:extLst>
                  <a:ext uri="{FF2B5EF4-FFF2-40B4-BE49-F238E27FC236}">
                    <a16:creationId xmlns:a16="http://schemas.microsoft.com/office/drawing/2014/main" id="{14EA4C88-A5AE-45F5-9EFE-5B0A137ADA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30547" y="10025458"/>
                <a:ext cx="1656113" cy="1656113"/>
              </a:xfrm>
              <a:custGeom>
                <a:avLst/>
                <a:gdLst>
                  <a:gd name="T0" fmla="*/ 0 w 1892"/>
                  <a:gd name="T1" fmla="*/ 946 h 1893"/>
                  <a:gd name="T2" fmla="*/ 0 w 1892"/>
                  <a:gd name="T3" fmla="*/ 946 h 1893"/>
                  <a:gd name="T4" fmla="*/ 946 w 1892"/>
                  <a:gd name="T5" fmla="*/ 1892 h 1893"/>
                  <a:gd name="T6" fmla="*/ 946 w 1892"/>
                  <a:gd name="T7" fmla="*/ 1892 h 1893"/>
                  <a:gd name="T8" fmla="*/ 1891 w 1892"/>
                  <a:gd name="T9" fmla="*/ 946 h 1893"/>
                  <a:gd name="T10" fmla="*/ 1891 w 1892"/>
                  <a:gd name="T11" fmla="*/ 946 h 1893"/>
                  <a:gd name="T12" fmla="*/ 946 w 1892"/>
                  <a:gd name="T13" fmla="*/ 0 h 1893"/>
                  <a:gd name="T14" fmla="*/ 946 w 1892"/>
                  <a:gd name="T15" fmla="*/ 0 h 1893"/>
                  <a:gd name="T16" fmla="*/ 0 w 1892"/>
                  <a:gd name="T17" fmla="*/ 946 h 18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92" h="1893">
                    <a:moveTo>
                      <a:pt x="0" y="946"/>
                    </a:moveTo>
                    <a:lnTo>
                      <a:pt x="0" y="946"/>
                    </a:lnTo>
                    <a:cubicBezTo>
                      <a:pt x="0" y="1468"/>
                      <a:pt x="423" y="1892"/>
                      <a:pt x="946" y="1892"/>
                    </a:cubicBezTo>
                    <a:lnTo>
                      <a:pt x="946" y="1892"/>
                    </a:lnTo>
                    <a:cubicBezTo>
                      <a:pt x="1469" y="1892"/>
                      <a:pt x="1891" y="1468"/>
                      <a:pt x="1891" y="946"/>
                    </a:cubicBezTo>
                    <a:lnTo>
                      <a:pt x="1891" y="946"/>
                    </a:lnTo>
                    <a:cubicBezTo>
                      <a:pt x="1891" y="423"/>
                      <a:pt x="1469" y="0"/>
                      <a:pt x="946" y="0"/>
                    </a:cubicBezTo>
                    <a:lnTo>
                      <a:pt x="946" y="0"/>
                    </a:lnTo>
                    <a:cubicBezTo>
                      <a:pt x="423" y="0"/>
                      <a:pt x="0" y="423"/>
                      <a:pt x="0" y="946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2408D1EB-78C9-4556-A52D-5C020F1F4D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924308" y="10403777"/>
                <a:ext cx="871573" cy="894739"/>
              </a:xfrm>
              <a:custGeom>
                <a:avLst/>
                <a:gdLst>
                  <a:gd name="connsiteX0" fmla="*/ 384930 w 871573"/>
                  <a:gd name="connsiteY0" fmla="*/ 792508 h 894739"/>
                  <a:gd name="connsiteX1" fmla="*/ 364763 w 871573"/>
                  <a:gd name="connsiteY1" fmla="*/ 799498 h 894739"/>
                  <a:gd name="connsiteX2" fmla="*/ 354241 w 871573"/>
                  <a:gd name="connsiteY2" fmla="*/ 821343 h 894739"/>
                  <a:gd name="connsiteX3" fmla="*/ 353364 w 871573"/>
                  <a:gd name="connsiteY3" fmla="*/ 826585 h 894739"/>
                  <a:gd name="connsiteX4" fmla="*/ 360379 w 871573"/>
                  <a:gd name="connsiteY4" fmla="*/ 849303 h 894739"/>
                  <a:gd name="connsiteX5" fmla="*/ 382300 w 871573"/>
                  <a:gd name="connsiteY5" fmla="*/ 860662 h 894739"/>
                  <a:gd name="connsiteX6" fmla="*/ 481382 w 871573"/>
                  <a:gd name="connsiteY6" fmla="*/ 869400 h 894739"/>
                  <a:gd name="connsiteX7" fmla="*/ 515579 w 871573"/>
                  <a:gd name="connsiteY7" fmla="*/ 841439 h 894739"/>
                  <a:gd name="connsiteX8" fmla="*/ 515579 w 871573"/>
                  <a:gd name="connsiteY8" fmla="*/ 835323 h 894739"/>
                  <a:gd name="connsiteX9" fmla="*/ 487520 w 871573"/>
                  <a:gd name="connsiteY9" fmla="*/ 802120 h 894739"/>
                  <a:gd name="connsiteX10" fmla="*/ 388438 w 871573"/>
                  <a:gd name="connsiteY10" fmla="*/ 792508 h 894739"/>
                  <a:gd name="connsiteX11" fmla="*/ 384930 w 871573"/>
                  <a:gd name="connsiteY11" fmla="*/ 792508 h 894739"/>
                  <a:gd name="connsiteX12" fmla="*/ 344833 w 871573"/>
                  <a:gd name="connsiteY12" fmla="*/ 692809 h 894739"/>
                  <a:gd name="connsiteX13" fmla="*/ 436227 w 871573"/>
                  <a:gd name="connsiteY13" fmla="*/ 702684 h 894739"/>
                  <a:gd name="connsiteX14" fmla="*/ 526742 w 871573"/>
                  <a:gd name="connsiteY14" fmla="*/ 692809 h 894739"/>
                  <a:gd name="connsiteX15" fmla="*/ 542560 w 871573"/>
                  <a:gd name="connsiteY15" fmla="*/ 702684 h 894739"/>
                  <a:gd name="connsiteX16" fmla="*/ 532894 w 871573"/>
                  <a:gd name="connsiteY16" fmla="*/ 717946 h 894739"/>
                  <a:gd name="connsiteX17" fmla="*/ 436227 w 871573"/>
                  <a:gd name="connsiteY17" fmla="*/ 728719 h 894739"/>
                  <a:gd name="connsiteX18" fmla="*/ 338681 w 871573"/>
                  <a:gd name="connsiteY18" fmla="*/ 717946 h 894739"/>
                  <a:gd name="connsiteX19" fmla="*/ 329894 w 871573"/>
                  <a:gd name="connsiteY19" fmla="*/ 702684 h 894739"/>
                  <a:gd name="connsiteX20" fmla="*/ 344833 w 871573"/>
                  <a:gd name="connsiteY20" fmla="*/ 692809 h 894739"/>
                  <a:gd name="connsiteX21" fmla="*/ 745309 w 871573"/>
                  <a:gd name="connsiteY21" fmla="*/ 412419 h 894739"/>
                  <a:gd name="connsiteX22" fmla="*/ 731280 w 871573"/>
                  <a:gd name="connsiteY22" fmla="*/ 447370 h 894739"/>
                  <a:gd name="connsiteX23" fmla="*/ 731280 w 871573"/>
                  <a:gd name="connsiteY23" fmla="*/ 605522 h 894739"/>
                  <a:gd name="connsiteX24" fmla="*/ 745309 w 871573"/>
                  <a:gd name="connsiteY24" fmla="*/ 640473 h 894739"/>
                  <a:gd name="connsiteX25" fmla="*/ 109604 w 871573"/>
                  <a:gd name="connsiteY25" fmla="*/ 401934 h 894739"/>
                  <a:gd name="connsiteX26" fmla="*/ 109604 w 871573"/>
                  <a:gd name="connsiteY26" fmla="*/ 650084 h 894739"/>
                  <a:gd name="connsiteX27" fmla="*/ 141170 w 871573"/>
                  <a:gd name="connsiteY27" fmla="*/ 605522 h 894739"/>
                  <a:gd name="connsiteX28" fmla="*/ 141170 w 871573"/>
                  <a:gd name="connsiteY28" fmla="*/ 447370 h 894739"/>
                  <a:gd name="connsiteX29" fmla="*/ 109604 w 871573"/>
                  <a:gd name="connsiteY29" fmla="*/ 401934 h 894739"/>
                  <a:gd name="connsiteX30" fmla="*/ 779506 w 871573"/>
                  <a:gd name="connsiteY30" fmla="*/ 398439 h 894739"/>
                  <a:gd name="connsiteX31" fmla="*/ 771614 w 871573"/>
                  <a:gd name="connsiteY31" fmla="*/ 399312 h 894739"/>
                  <a:gd name="connsiteX32" fmla="*/ 771614 w 871573"/>
                  <a:gd name="connsiteY32" fmla="*/ 652705 h 894739"/>
                  <a:gd name="connsiteX33" fmla="*/ 779506 w 871573"/>
                  <a:gd name="connsiteY33" fmla="*/ 653579 h 894739"/>
                  <a:gd name="connsiteX34" fmla="*/ 797919 w 871573"/>
                  <a:gd name="connsiteY34" fmla="*/ 653579 h 894739"/>
                  <a:gd name="connsiteX35" fmla="*/ 847022 w 871573"/>
                  <a:gd name="connsiteY35" fmla="*/ 605522 h 894739"/>
                  <a:gd name="connsiteX36" fmla="*/ 847022 w 871573"/>
                  <a:gd name="connsiteY36" fmla="*/ 447370 h 894739"/>
                  <a:gd name="connsiteX37" fmla="*/ 797919 w 871573"/>
                  <a:gd name="connsiteY37" fmla="*/ 398439 h 894739"/>
                  <a:gd name="connsiteX38" fmla="*/ 74531 w 871573"/>
                  <a:gd name="connsiteY38" fmla="*/ 398439 h 894739"/>
                  <a:gd name="connsiteX39" fmla="*/ 25428 w 871573"/>
                  <a:gd name="connsiteY39" fmla="*/ 447370 h 894739"/>
                  <a:gd name="connsiteX40" fmla="*/ 25428 w 871573"/>
                  <a:gd name="connsiteY40" fmla="*/ 605522 h 894739"/>
                  <a:gd name="connsiteX41" fmla="*/ 74531 w 871573"/>
                  <a:gd name="connsiteY41" fmla="*/ 653579 h 894739"/>
                  <a:gd name="connsiteX42" fmla="*/ 84176 w 871573"/>
                  <a:gd name="connsiteY42" fmla="*/ 653579 h 894739"/>
                  <a:gd name="connsiteX43" fmla="*/ 84176 w 871573"/>
                  <a:gd name="connsiteY43" fmla="*/ 398439 h 894739"/>
                  <a:gd name="connsiteX44" fmla="*/ 434910 w 871573"/>
                  <a:gd name="connsiteY44" fmla="*/ 0 h 894739"/>
                  <a:gd name="connsiteX45" fmla="*/ 751447 w 871573"/>
                  <a:gd name="connsiteY45" fmla="*/ 315431 h 894739"/>
                  <a:gd name="connsiteX46" fmla="*/ 751447 w 871573"/>
                  <a:gd name="connsiteY46" fmla="*/ 379216 h 894739"/>
                  <a:gd name="connsiteX47" fmla="*/ 779506 w 871573"/>
                  <a:gd name="connsiteY47" fmla="*/ 373973 h 894739"/>
                  <a:gd name="connsiteX48" fmla="*/ 797919 w 871573"/>
                  <a:gd name="connsiteY48" fmla="*/ 373973 h 894739"/>
                  <a:gd name="connsiteX49" fmla="*/ 871573 w 871573"/>
                  <a:gd name="connsiteY49" fmla="*/ 447370 h 894739"/>
                  <a:gd name="connsiteX50" fmla="*/ 871573 w 871573"/>
                  <a:gd name="connsiteY50" fmla="*/ 605522 h 894739"/>
                  <a:gd name="connsiteX51" fmla="*/ 797919 w 871573"/>
                  <a:gd name="connsiteY51" fmla="*/ 679792 h 894739"/>
                  <a:gd name="connsiteX52" fmla="*/ 779506 w 871573"/>
                  <a:gd name="connsiteY52" fmla="*/ 679792 h 894739"/>
                  <a:gd name="connsiteX53" fmla="*/ 731280 w 871573"/>
                  <a:gd name="connsiteY53" fmla="*/ 661443 h 894739"/>
                  <a:gd name="connsiteX54" fmla="*/ 540130 w 871573"/>
                  <a:gd name="connsiteY54" fmla="*/ 848429 h 894739"/>
                  <a:gd name="connsiteX55" fmla="*/ 484012 w 871573"/>
                  <a:gd name="connsiteY55" fmla="*/ 894739 h 894739"/>
                  <a:gd name="connsiteX56" fmla="*/ 478751 w 871573"/>
                  <a:gd name="connsiteY56" fmla="*/ 894739 h 894739"/>
                  <a:gd name="connsiteX57" fmla="*/ 379669 w 871573"/>
                  <a:gd name="connsiteY57" fmla="*/ 885128 h 894739"/>
                  <a:gd name="connsiteX58" fmla="*/ 341965 w 871573"/>
                  <a:gd name="connsiteY58" fmla="*/ 865905 h 894739"/>
                  <a:gd name="connsiteX59" fmla="*/ 328813 w 871573"/>
                  <a:gd name="connsiteY59" fmla="*/ 824838 h 894739"/>
                  <a:gd name="connsiteX60" fmla="*/ 329690 w 871573"/>
                  <a:gd name="connsiteY60" fmla="*/ 818721 h 894739"/>
                  <a:gd name="connsiteX61" fmla="*/ 348980 w 871573"/>
                  <a:gd name="connsiteY61" fmla="*/ 780275 h 894739"/>
                  <a:gd name="connsiteX62" fmla="*/ 390191 w 871573"/>
                  <a:gd name="connsiteY62" fmla="*/ 767169 h 894739"/>
                  <a:gd name="connsiteX63" fmla="*/ 489273 w 871573"/>
                  <a:gd name="connsiteY63" fmla="*/ 776780 h 894739"/>
                  <a:gd name="connsiteX64" fmla="*/ 528731 w 871573"/>
                  <a:gd name="connsiteY64" fmla="*/ 796877 h 894739"/>
                  <a:gd name="connsiteX65" fmla="*/ 540130 w 871573"/>
                  <a:gd name="connsiteY65" fmla="*/ 821343 h 894739"/>
                  <a:gd name="connsiteX66" fmla="*/ 712866 w 871573"/>
                  <a:gd name="connsiteY66" fmla="*/ 636977 h 894739"/>
                  <a:gd name="connsiteX67" fmla="*/ 704975 w 871573"/>
                  <a:gd name="connsiteY67" fmla="*/ 605522 h 894739"/>
                  <a:gd name="connsiteX68" fmla="*/ 704975 w 871573"/>
                  <a:gd name="connsiteY68" fmla="*/ 447370 h 894739"/>
                  <a:gd name="connsiteX69" fmla="*/ 726895 w 871573"/>
                  <a:gd name="connsiteY69" fmla="*/ 395817 h 894739"/>
                  <a:gd name="connsiteX70" fmla="*/ 726895 w 871573"/>
                  <a:gd name="connsiteY70" fmla="*/ 315431 h 894739"/>
                  <a:gd name="connsiteX71" fmla="*/ 434910 w 871573"/>
                  <a:gd name="connsiteY71" fmla="*/ 24466 h 894739"/>
                  <a:gd name="connsiteX72" fmla="*/ 142047 w 871573"/>
                  <a:gd name="connsiteY72" fmla="*/ 315431 h 894739"/>
                  <a:gd name="connsiteX73" fmla="*/ 142047 w 871573"/>
                  <a:gd name="connsiteY73" fmla="*/ 393196 h 894739"/>
                  <a:gd name="connsiteX74" fmla="*/ 165722 w 871573"/>
                  <a:gd name="connsiteY74" fmla="*/ 447370 h 894739"/>
                  <a:gd name="connsiteX75" fmla="*/ 165722 w 871573"/>
                  <a:gd name="connsiteY75" fmla="*/ 605522 h 894739"/>
                  <a:gd name="connsiteX76" fmla="*/ 92068 w 871573"/>
                  <a:gd name="connsiteY76" fmla="*/ 679792 h 894739"/>
                  <a:gd name="connsiteX77" fmla="*/ 74531 w 871573"/>
                  <a:gd name="connsiteY77" fmla="*/ 679792 h 894739"/>
                  <a:gd name="connsiteX78" fmla="*/ 0 w 871573"/>
                  <a:gd name="connsiteY78" fmla="*/ 605522 h 894739"/>
                  <a:gd name="connsiteX79" fmla="*/ 0 w 871573"/>
                  <a:gd name="connsiteY79" fmla="*/ 447370 h 894739"/>
                  <a:gd name="connsiteX80" fmla="*/ 74531 w 871573"/>
                  <a:gd name="connsiteY80" fmla="*/ 373973 h 894739"/>
                  <a:gd name="connsiteX81" fmla="*/ 92068 w 871573"/>
                  <a:gd name="connsiteY81" fmla="*/ 373973 h 894739"/>
                  <a:gd name="connsiteX82" fmla="*/ 116619 w 871573"/>
                  <a:gd name="connsiteY82" fmla="*/ 378342 h 894739"/>
                  <a:gd name="connsiteX83" fmla="*/ 116619 w 871573"/>
                  <a:gd name="connsiteY83" fmla="*/ 315431 h 894739"/>
                  <a:gd name="connsiteX84" fmla="*/ 434910 w 871573"/>
                  <a:gd name="connsiteY84" fmla="*/ 0 h 894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</a:cxnLst>
                <a:rect l="l" t="t" r="r" b="b"/>
                <a:pathLst>
                  <a:path w="871573" h="894739">
                    <a:moveTo>
                      <a:pt x="384930" y="792508"/>
                    </a:moveTo>
                    <a:cubicBezTo>
                      <a:pt x="377916" y="792508"/>
                      <a:pt x="370901" y="795130"/>
                      <a:pt x="364763" y="799498"/>
                    </a:cubicBezTo>
                    <a:cubicBezTo>
                      <a:pt x="358625" y="804741"/>
                      <a:pt x="355118" y="812605"/>
                      <a:pt x="354241" y="821343"/>
                    </a:cubicBezTo>
                    <a:lnTo>
                      <a:pt x="353364" y="826585"/>
                    </a:lnTo>
                    <a:cubicBezTo>
                      <a:pt x="352487" y="835323"/>
                      <a:pt x="355118" y="843187"/>
                      <a:pt x="360379" y="849303"/>
                    </a:cubicBezTo>
                    <a:cubicBezTo>
                      <a:pt x="365640" y="855420"/>
                      <a:pt x="373531" y="859789"/>
                      <a:pt x="382300" y="860662"/>
                    </a:cubicBezTo>
                    <a:lnTo>
                      <a:pt x="481382" y="869400"/>
                    </a:lnTo>
                    <a:cubicBezTo>
                      <a:pt x="498919" y="871147"/>
                      <a:pt x="513825" y="858915"/>
                      <a:pt x="515579" y="841439"/>
                    </a:cubicBezTo>
                    <a:lnTo>
                      <a:pt x="515579" y="835323"/>
                    </a:lnTo>
                    <a:cubicBezTo>
                      <a:pt x="516455" y="818721"/>
                      <a:pt x="504180" y="802993"/>
                      <a:pt x="487520" y="802120"/>
                    </a:cubicBezTo>
                    <a:lnTo>
                      <a:pt x="388438" y="792508"/>
                    </a:lnTo>
                    <a:cubicBezTo>
                      <a:pt x="387561" y="792508"/>
                      <a:pt x="386684" y="792508"/>
                      <a:pt x="384930" y="792508"/>
                    </a:cubicBezTo>
                    <a:close/>
                    <a:moveTo>
                      <a:pt x="344833" y="692809"/>
                    </a:moveTo>
                    <a:cubicBezTo>
                      <a:pt x="371197" y="699991"/>
                      <a:pt x="402833" y="702684"/>
                      <a:pt x="436227" y="702684"/>
                    </a:cubicBezTo>
                    <a:cubicBezTo>
                      <a:pt x="468742" y="702684"/>
                      <a:pt x="500379" y="699991"/>
                      <a:pt x="526742" y="692809"/>
                    </a:cubicBezTo>
                    <a:cubicBezTo>
                      <a:pt x="533773" y="691013"/>
                      <a:pt x="540803" y="695502"/>
                      <a:pt x="542560" y="702684"/>
                    </a:cubicBezTo>
                    <a:cubicBezTo>
                      <a:pt x="543439" y="709866"/>
                      <a:pt x="539924" y="716150"/>
                      <a:pt x="532894" y="717946"/>
                    </a:cubicBezTo>
                    <a:cubicBezTo>
                      <a:pt x="503894" y="724230"/>
                      <a:pt x="471379" y="728719"/>
                      <a:pt x="436227" y="728719"/>
                    </a:cubicBezTo>
                    <a:cubicBezTo>
                      <a:pt x="401075" y="728719"/>
                      <a:pt x="367681" y="724230"/>
                      <a:pt x="338681" y="717946"/>
                    </a:cubicBezTo>
                    <a:cubicBezTo>
                      <a:pt x="331651" y="716150"/>
                      <a:pt x="328136" y="709866"/>
                      <a:pt x="329894" y="702684"/>
                    </a:cubicBezTo>
                    <a:cubicBezTo>
                      <a:pt x="330772" y="695502"/>
                      <a:pt x="337803" y="691013"/>
                      <a:pt x="344833" y="692809"/>
                    </a:cubicBezTo>
                    <a:close/>
                    <a:moveTo>
                      <a:pt x="745309" y="412419"/>
                    </a:moveTo>
                    <a:cubicBezTo>
                      <a:pt x="736541" y="421157"/>
                      <a:pt x="731280" y="433389"/>
                      <a:pt x="731280" y="447370"/>
                    </a:cubicBezTo>
                    <a:lnTo>
                      <a:pt x="731280" y="605522"/>
                    </a:lnTo>
                    <a:cubicBezTo>
                      <a:pt x="731280" y="619502"/>
                      <a:pt x="736541" y="631735"/>
                      <a:pt x="745309" y="640473"/>
                    </a:cubicBezTo>
                    <a:close/>
                    <a:moveTo>
                      <a:pt x="109604" y="401934"/>
                    </a:moveTo>
                    <a:lnTo>
                      <a:pt x="109604" y="650084"/>
                    </a:lnTo>
                    <a:cubicBezTo>
                      <a:pt x="128018" y="643094"/>
                      <a:pt x="141170" y="626492"/>
                      <a:pt x="141170" y="605522"/>
                    </a:cubicBezTo>
                    <a:lnTo>
                      <a:pt x="141170" y="447370"/>
                    </a:lnTo>
                    <a:cubicBezTo>
                      <a:pt x="141170" y="427273"/>
                      <a:pt x="128018" y="408924"/>
                      <a:pt x="109604" y="401934"/>
                    </a:cubicBezTo>
                    <a:close/>
                    <a:moveTo>
                      <a:pt x="779506" y="398439"/>
                    </a:moveTo>
                    <a:cubicBezTo>
                      <a:pt x="776875" y="398439"/>
                      <a:pt x="774245" y="398439"/>
                      <a:pt x="771614" y="399312"/>
                    </a:cubicBezTo>
                    <a:lnTo>
                      <a:pt x="771614" y="652705"/>
                    </a:lnTo>
                    <a:cubicBezTo>
                      <a:pt x="774245" y="653579"/>
                      <a:pt x="776875" y="653579"/>
                      <a:pt x="779506" y="653579"/>
                    </a:cubicBezTo>
                    <a:lnTo>
                      <a:pt x="797919" y="653579"/>
                    </a:lnTo>
                    <a:cubicBezTo>
                      <a:pt x="824224" y="653579"/>
                      <a:pt x="847022" y="632609"/>
                      <a:pt x="847022" y="605522"/>
                    </a:cubicBezTo>
                    <a:lnTo>
                      <a:pt x="847022" y="447370"/>
                    </a:lnTo>
                    <a:cubicBezTo>
                      <a:pt x="847022" y="421157"/>
                      <a:pt x="824224" y="398439"/>
                      <a:pt x="797919" y="398439"/>
                    </a:cubicBezTo>
                    <a:close/>
                    <a:moveTo>
                      <a:pt x="74531" y="398439"/>
                    </a:moveTo>
                    <a:cubicBezTo>
                      <a:pt x="47349" y="398439"/>
                      <a:pt x="25428" y="421157"/>
                      <a:pt x="25428" y="447370"/>
                    </a:cubicBezTo>
                    <a:lnTo>
                      <a:pt x="25428" y="605522"/>
                    </a:lnTo>
                    <a:cubicBezTo>
                      <a:pt x="25428" y="632609"/>
                      <a:pt x="47349" y="653579"/>
                      <a:pt x="74531" y="653579"/>
                    </a:cubicBezTo>
                    <a:lnTo>
                      <a:pt x="84176" y="653579"/>
                    </a:lnTo>
                    <a:lnTo>
                      <a:pt x="84176" y="398439"/>
                    </a:lnTo>
                    <a:close/>
                    <a:moveTo>
                      <a:pt x="434910" y="0"/>
                    </a:moveTo>
                    <a:cubicBezTo>
                      <a:pt x="609400" y="0"/>
                      <a:pt x="751447" y="141551"/>
                      <a:pt x="751447" y="315431"/>
                    </a:cubicBezTo>
                    <a:lnTo>
                      <a:pt x="751447" y="379216"/>
                    </a:lnTo>
                    <a:cubicBezTo>
                      <a:pt x="760215" y="374847"/>
                      <a:pt x="769860" y="373973"/>
                      <a:pt x="779506" y="373973"/>
                    </a:cubicBezTo>
                    <a:lnTo>
                      <a:pt x="797919" y="373973"/>
                    </a:lnTo>
                    <a:cubicBezTo>
                      <a:pt x="838253" y="373973"/>
                      <a:pt x="871573" y="406302"/>
                      <a:pt x="871573" y="447370"/>
                    </a:cubicBezTo>
                    <a:lnTo>
                      <a:pt x="871573" y="605522"/>
                    </a:lnTo>
                    <a:cubicBezTo>
                      <a:pt x="871573" y="645715"/>
                      <a:pt x="838253" y="679792"/>
                      <a:pt x="797919" y="679792"/>
                    </a:cubicBezTo>
                    <a:lnTo>
                      <a:pt x="779506" y="679792"/>
                    </a:lnTo>
                    <a:cubicBezTo>
                      <a:pt x="761092" y="679792"/>
                      <a:pt x="744432" y="672802"/>
                      <a:pt x="731280" y="661443"/>
                    </a:cubicBezTo>
                    <a:cubicBezTo>
                      <a:pt x="698837" y="748820"/>
                      <a:pt x="627813" y="816974"/>
                      <a:pt x="540130" y="848429"/>
                    </a:cubicBezTo>
                    <a:cubicBezTo>
                      <a:pt x="534869" y="874643"/>
                      <a:pt x="512071" y="894739"/>
                      <a:pt x="484012" y="894739"/>
                    </a:cubicBezTo>
                    <a:cubicBezTo>
                      <a:pt x="482259" y="894739"/>
                      <a:pt x="480505" y="894739"/>
                      <a:pt x="478751" y="894739"/>
                    </a:cubicBezTo>
                    <a:lnTo>
                      <a:pt x="379669" y="885128"/>
                    </a:lnTo>
                    <a:cubicBezTo>
                      <a:pt x="363886" y="884254"/>
                      <a:pt x="351611" y="877264"/>
                      <a:pt x="341965" y="865905"/>
                    </a:cubicBezTo>
                    <a:cubicBezTo>
                      <a:pt x="331443" y="854546"/>
                      <a:pt x="327059" y="838818"/>
                      <a:pt x="328813" y="824838"/>
                    </a:cubicBezTo>
                    <a:lnTo>
                      <a:pt x="329690" y="818721"/>
                    </a:lnTo>
                    <a:cubicBezTo>
                      <a:pt x="329690" y="802993"/>
                      <a:pt x="337581" y="789887"/>
                      <a:pt x="348980" y="780275"/>
                    </a:cubicBezTo>
                    <a:cubicBezTo>
                      <a:pt x="360379" y="770664"/>
                      <a:pt x="376162" y="766295"/>
                      <a:pt x="390191" y="767169"/>
                    </a:cubicBezTo>
                    <a:lnTo>
                      <a:pt x="489273" y="776780"/>
                    </a:lnTo>
                    <a:cubicBezTo>
                      <a:pt x="504180" y="778528"/>
                      <a:pt x="518209" y="784644"/>
                      <a:pt x="528731" y="796877"/>
                    </a:cubicBezTo>
                    <a:cubicBezTo>
                      <a:pt x="533992" y="803867"/>
                      <a:pt x="538376" y="812605"/>
                      <a:pt x="540130" y="821343"/>
                    </a:cubicBezTo>
                    <a:cubicBezTo>
                      <a:pt x="621675" y="789013"/>
                      <a:pt x="686561" y="720859"/>
                      <a:pt x="712866" y="636977"/>
                    </a:cubicBezTo>
                    <a:cubicBezTo>
                      <a:pt x="708482" y="627366"/>
                      <a:pt x="704975" y="616881"/>
                      <a:pt x="704975" y="605522"/>
                    </a:cubicBezTo>
                    <a:lnTo>
                      <a:pt x="704975" y="447370"/>
                    </a:lnTo>
                    <a:cubicBezTo>
                      <a:pt x="704975" y="427273"/>
                      <a:pt x="713743" y="408924"/>
                      <a:pt x="726895" y="395817"/>
                    </a:cubicBezTo>
                    <a:lnTo>
                      <a:pt x="726895" y="315431"/>
                    </a:lnTo>
                    <a:cubicBezTo>
                      <a:pt x="726895" y="155531"/>
                      <a:pt x="595370" y="24466"/>
                      <a:pt x="434910" y="24466"/>
                    </a:cubicBezTo>
                    <a:cubicBezTo>
                      <a:pt x="273572" y="24466"/>
                      <a:pt x="142047" y="155531"/>
                      <a:pt x="142047" y="315431"/>
                    </a:cubicBezTo>
                    <a:lnTo>
                      <a:pt x="142047" y="393196"/>
                    </a:lnTo>
                    <a:cubicBezTo>
                      <a:pt x="156953" y="407176"/>
                      <a:pt x="165722" y="426399"/>
                      <a:pt x="165722" y="447370"/>
                    </a:cubicBezTo>
                    <a:lnTo>
                      <a:pt x="165722" y="605522"/>
                    </a:lnTo>
                    <a:cubicBezTo>
                      <a:pt x="165722" y="645715"/>
                      <a:pt x="133279" y="679792"/>
                      <a:pt x="92068" y="679792"/>
                    </a:cubicBezTo>
                    <a:lnTo>
                      <a:pt x="74531" y="679792"/>
                    </a:lnTo>
                    <a:cubicBezTo>
                      <a:pt x="33320" y="679792"/>
                      <a:pt x="0" y="645715"/>
                      <a:pt x="0" y="605522"/>
                    </a:cubicBezTo>
                    <a:lnTo>
                      <a:pt x="0" y="447370"/>
                    </a:lnTo>
                    <a:cubicBezTo>
                      <a:pt x="0" y="406302"/>
                      <a:pt x="33320" y="373973"/>
                      <a:pt x="74531" y="373973"/>
                    </a:cubicBezTo>
                    <a:lnTo>
                      <a:pt x="92068" y="373973"/>
                    </a:lnTo>
                    <a:cubicBezTo>
                      <a:pt x="100836" y="373973"/>
                      <a:pt x="109604" y="374847"/>
                      <a:pt x="116619" y="378342"/>
                    </a:cubicBezTo>
                    <a:lnTo>
                      <a:pt x="116619" y="315431"/>
                    </a:lnTo>
                    <a:cubicBezTo>
                      <a:pt x="116619" y="141551"/>
                      <a:pt x="259543" y="0"/>
                      <a:pt x="434910" y="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square" anchor="ctr">
                <a:noAutofit/>
              </a:bodyPr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024655E-858B-4531-BB19-899770729F0E}"/>
                </a:ext>
              </a:extLst>
            </p:cNvPr>
            <p:cNvGrpSpPr/>
            <p:nvPr/>
          </p:nvGrpSpPr>
          <p:grpSpPr>
            <a:xfrm>
              <a:off x="18603270" y="1683134"/>
              <a:ext cx="2910742" cy="3628776"/>
              <a:chOff x="18603270" y="1683134"/>
              <a:chExt cx="2910742" cy="3628776"/>
            </a:xfrm>
          </p:grpSpPr>
          <p:sp>
            <p:nvSpPr>
              <p:cNvPr id="35" name="Freeform 35">
                <a:extLst>
                  <a:ext uri="{FF2B5EF4-FFF2-40B4-BE49-F238E27FC236}">
                    <a16:creationId xmlns:a16="http://schemas.microsoft.com/office/drawing/2014/main" id="{4621055A-AEB4-4D68-871C-2F973A72E2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603270" y="2393448"/>
                <a:ext cx="930355" cy="1405186"/>
              </a:xfrm>
              <a:custGeom>
                <a:avLst/>
                <a:gdLst>
                  <a:gd name="T0" fmla="*/ 880 w 1064"/>
                  <a:gd name="T1" fmla="*/ 1388 h 1606"/>
                  <a:gd name="T2" fmla="*/ 880 w 1064"/>
                  <a:gd name="T3" fmla="*/ 1388 h 1606"/>
                  <a:gd name="T4" fmla="*/ 0 w 1064"/>
                  <a:gd name="T5" fmla="*/ 1149 h 1606"/>
                  <a:gd name="T6" fmla="*/ 0 w 1064"/>
                  <a:gd name="T7" fmla="*/ 1149 h 1606"/>
                  <a:gd name="T8" fmla="*/ 39 w 1064"/>
                  <a:gd name="T9" fmla="*/ 0 h 1606"/>
                  <a:gd name="T10" fmla="*/ 39 w 1064"/>
                  <a:gd name="T11" fmla="*/ 0 h 1606"/>
                  <a:gd name="T12" fmla="*/ 920 w 1064"/>
                  <a:gd name="T13" fmla="*/ 262 h 1606"/>
                  <a:gd name="T14" fmla="*/ 920 w 1064"/>
                  <a:gd name="T15" fmla="*/ 262 h 1606"/>
                  <a:gd name="T16" fmla="*/ 880 w 1064"/>
                  <a:gd name="T17" fmla="*/ 1388 h 16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64" h="1606">
                    <a:moveTo>
                      <a:pt x="880" y="1388"/>
                    </a:moveTo>
                    <a:lnTo>
                      <a:pt x="880" y="1388"/>
                    </a:lnTo>
                    <a:cubicBezTo>
                      <a:pt x="880" y="1388"/>
                      <a:pt x="662" y="1605"/>
                      <a:pt x="0" y="1149"/>
                    </a:cubicBezTo>
                    <a:lnTo>
                      <a:pt x="0" y="1149"/>
                    </a:lnTo>
                    <a:cubicBezTo>
                      <a:pt x="0" y="1149"/>
                      <a:pt x="115" y="563"/>
                      <a:pt x="39" y="0"/>
                    </a:cubicBezTo>
                    <a:lnTo>
                      <a:pt x="39" y="0"/>
                    </a:lnTo>
                    <a:cubicBezTo>
                      <a:pt x="39" y="0"/>
                      <a:pt x="400" y="411"/>
                      <a:pt x="920" y="262"/>
                    </a:cubicBezTo>
                    <a:lnTo>
                      <a:pt x="920" y="262"/>
                    </a:lnTo>
                    <a:cubicBezTo>
                      <a:pt x="920" y="262"/>
                      <a:pt x="1063" y="1247"/>
                      <a:pt x="880" y="1388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36" name="Freeform 36">
                <a:extLst>
                  <a:ext uri="{FF2B5EF4-FFF2-40B4-BE49-F238E27FC236}">
                    <a16:creationId xmlns:a16="http://schemas.microsoft.com/office/drawing/2014/main" id="{E93EF442-8339-4626-A5EB-CB6C914156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603270" y="2393448"/>
                <a:ext cx="930355" cy="1405186"/>
              </a:xfrm>
              <a:custGeom>
                <a:avLst/>
                <a:gdLst>
                  <a:gd name="T0" fmla="*/ 880 w 1064"/>
                  <a:gd name="T1" fmla="*/ 1388 h 1606"/>
                  <a:gd name="T2" fmla="*/ 880 w 1064"/>
                  <a:gd name="T3" fmla="*/ 1388 h 1606"/>
                  <a:gd name="T4" fmla="*/ 0 w 1064"/>
                  <a:gd name="T5" fmla="*/ 1149 h 1606"/>
                  <a:gd name="T6" fmla="*/ 0 w 1064"/>
                  <a:gd name="T7" fmla="*/ 1149 h 1606"/>
                  <a:gd name="T8" fmla="*/ 39 w 1064"/>
                  <a:gd name="T9" fmla="*/ 0 h 1606"/>
                  <a:gd name="T10" fmla="*/ 39 w 1064"/>
                  <a:gd name="T11" fmla="*/ 0 h 1606"/>
                  <a:gd name="T12" fmla="*/ 920 w 1064"/>
                  <a:gd name="T13" fmla="*/ 262 h 1606"/>
                  <a:gd name="T14" fmla="*/ 920 w 1064"/>
                  <a:gd name="T15" fmla="*/ 262 h 1606"/>
                  <a:gd name="T16" fmla="*/ 880 w 1064"/>
                  <a:gd name="T17" fmla="*/ 1388 h 16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64" h="1606">
                    <a:moveTo>
                      <a:pt x="880" y="1388"/>
                    </a:moveTo>
                    <a:lnTo>
                      <a:pt x="880" y="1388"/>
                    </a:lnTo>
                    <a:cubicBezTo>
                      <a:pt x="880" y="1388"/>
                      <a:pt x="662" y="1605"/>
                      <a:pt x="0" y="1149"/>
                    </a:cubicBezTo>
                    <a:lnTo>
                      <a:pt x="0" y="1149"/>
                    </a:lnTo>
                    <a:cubicBezTo>
                      <a:pt x="0" y="1149"/>
                      <a:pt x="115" y="563"/>
                      <a:pt x="39" y="0"/>
                    </a:cubicBezTo>
                    <a:lnTo>
                      <a:pt x="39" y="0"/>
                    </a:lnTo>
                    <a:cubicBezTo>
                      <a:pt x="39" y="0"/>
                      <a:pt x="400" y="411"/>
                      <a:pt x="920" y="262"/>
                    </a:cubicBezTo>
                    <a:lnTo>
                      <a:pt x="920" y="262"/>
                    </a:lnTo>
                    <a:cubicBezTo>
                      <a:pt x="920" y="262"/>
                      <a:pt x="1063" y="1247"/>
                      <a:pt x="880" y="1388"/>
                    </a:cubicBezTo>
                  </a:path>
                </a:pathLst>
              </a:custGeom>
              <a:solidFill>
                <a:srgbClr val="111340">
                  <a:alpha val="20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37" name="Freeform 37">
                <a:extLst>
                  <a:ext uri="{FF2B5EF4-FFF2-40B4-BE49-F238E27FC236}">
                    <a16:creationId xmlns:a16="http://schemas.microsoft.com/office/drawing/2014/main" id="{0EA4BAB8-EE73-43CB-B105-43D3C92B5C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47585" y="3011112"/>
                <a:ext cx="424644" cy="598361"/>
              </a:xfrm>
              <a:custGeom>
                <a:avLst/>
                <a:gdLst>
                  <a:gd name="T0" fmla="*/ 0 w 485"/>
                  <a:gd name="T1" fmla="*/ 121 h 682"/>
                  <a:gd name="T2" fmla="*/ 0 w 485"/>
                  <a:gd name="T3" fmla="*/ 121 h 682"/>
                  <a:gd name="T4" fmla="*/ 258 w 485"/>
                  <a:gd name="T5" fmla="*/ 681 h 682"/>
                  <a:gd name="T6" fmla="*/ 258 w 485"/>
                  <a:gd name="T7" fmla="*/ 681 h 682"/>
                  <a:gd name="T8" fmla="*/ 395 w 485"/>
                  <a:gd name="T9" fmla="*/ 76 h 682"/>
                  <a:gd name="T10" fmla="*/ 395 w 485"/>
                  <a:gd name="T11" fmla="*/ 76 h 682"/>
                  <a:gd name="T12" fmla="*/ 0 w 485"/>
                  <a:gd name="T13" fmla="*/ 121 h 6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5" h="682">
                    <a:moveTo>
                      <a:pt x="0" y="121"/>
                    </a:moveTo>
                    <a:lnTo>
                      <a:pt x="0" y="121"/>
                    </a:lnTo>
                    <a:cubicBezTo>
                      <a:pt x="0" y="121"/>
                      <a:pt x="372" y="350"/>
                      <a:pt x="258" y="681"/>
                    </a:cubicBezTo>
                    <a:lnTo>
                      <a:pt x="258" y="681"/>
                    </a:lnTo>
                    <a:cubicBezTo>
                      <a:pt x="258" y="681"/>
                      <a:pt x="484" y="580"/>
                      <a:pt x="395" y="76"/>
                    </a:cubicBezTo>
                    <a:lnTo>
                      <a:pt x="395" y="76"/>
                    </a:lnTo>
                    <a:cubicBezTo>
                      <a:pt x="395" y="76"/>
                      <a:pt x="187" y="0"/>
                      <a:pt x="0" y="121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38" name="Freeform 38">
                <a:extLst>
                  <a:ext uri="{FF2B5EF4-FFF2-40B4-BE49-F238E27FC236}">
                    <a16:creationId xmlns:a16="http://schemas.microsoft.com/office/drawing/2014/main" id="{3CE01892-2F97-4554-ABDA-FD7F7C923C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47585" y="3011112"/>
                <a:ext cx="424644" cy="598361"/>
              </a:xfrm>
              <a:custGeom>
                <a:avLst/>
                <a:gdLst>
                  <a:gd name="T0" fmla="*/ 0 w 485"/>
                  <a:gd name="T1" fmla="*/ 121 h 682"/>
                  <a:gd name="T2" fmla="*/ 0 w 485"/>
                  <a:gd name="T3" fmla="*/ 121 h 682"/>
                  <a:gd name="T4" fmla="*/ 258 w 485"/>
                  <a:gd name="T5" fmla="*/ 681 h 682"/>
                  <a:gd name="T6" fmla="*/ 258 w 485"/>
                  <a:gd name="T7" fmla="*/ 681 h 682"/>
                  <a:gd name="T8" fmla="*/ 395 w 485"/>
                  <a:gd name="T9" fmla="*/ 76 h 682"/>
                  <a:gd name="T10" fmla="*/ 395 w 485"/>
                  <a:gd name="T11" fmla="*/ 76 h 682"/>
                  <a:gd name="T12" fmla="*/ 0 w 485"/>
                  <a:gd name="T13" fmla="*/ 121 h 6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85" h="682">
                    <a:moveTo>
                      <a:pt x="0" y="121"/>
                    </a:moveTo>
                    <a:lnTo>
                      <a:pt x="0" y="121"/>
                    </a:lnTo>
                    <a:cubicBezTo>
                      <a:pt x="0" y="121"/>
                      <a:pt x="372" y="350"/>
                      <a:pt x="258" y="681"/>
                    </a:cubicBezTo>
                    <a:lnTo>
                      <a:pt x="258" y="681"/>
                    </a:lnTo>
                    <a:cubicBezTo>
                      <a:pt x="258" y="681"/>
                      <a:pt x="484" y="580"/>
                      <a:pt x="395" y="76"/>
                    </a:cubicBezTo>
                    <a:lnTo>
                      <a:pt x="395" y="76"/>
                    </a:lnTo>
                    <a:cubicBezTo>
                      <a:pt x="395" y="76"/>
                      <a:pt x="187" y="0"/>
                      <a:pt x="0" y="121"/>
                    </a:cubicBezTo>
                  </a:path>
                </a:pathLst>
              </a:custGeom>
              <a:solidFill>
                <a:srgbClr val="111340">
                  <a:alpha val="40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39" name="Freeform 39">
                <a:extLst>
                  <a:ext uri="{FF2B5EF4-FFF2-40B4-BE49-F238E27FC236}">
                    <a16:creationId xmlns:a16="http://schemas.microsoft.com/office/drawing/2014/main" id="{C789B7E0-8F7C-4CF8-BF1C-F9CB011C7A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32144" y="1683134"/>
                <a:ext cx="2343264" cy="1544160"/>
              </a:xfrm>
              <a:custGeom>
                <a:avLst/>
                <a:gdLst>
                  <a:gd name="T0" fmla="*/ 2658 w 2676"/>
                  <a:gd name="T1" fmla="*/ 183 h 1765"/>
                  <a:gd name="T2" fmla="*/ 2658 w 2676"/>
                  <a:gd name="T3" fmla="*/ 183 h 1765"/>
                  <a:gd name="T4" fmla="*/ 997 w 2676"/>
                  <a:gd name="T5" fmla="*/ 211 h 1765"/>
                  <a:gd name="T6" fmla="*/ 997 w 2676"/>
                  <a:gd name="T7" fmla="*/ 211 h 1765"/>
                  <a:gd name="T8" fmla="*/ 104 w 2676"/>
                  <a:gd name="T9" fmla="*/ 121 h 1765"/>
                  <a:gd name="T10" fmla="*/ 104 w 2676"/>
                  <a:gd name="T11" fmla="*/ 121 h 1765"/>
                  <a:gd name="T12" fmla="*/ 89 w 2676"/>
                  <a:gd name="T13" fmla="*/ 960 h 1765"/>
                  <a:gd name="T14" fmla="*/ 89 w 2676"/>
                  <a:gd name="T15" fmla="*/ 960 h 1765"/>
                  <a:gd name="T16" fmla="*/ 21 w 2676"/>
                  <a:gd name="T17" fmla="*/ 1638 h 1765"/>
                  <a:gd name="T18" fmla="*/ 21 w 2676"/>
                  <a:gd name="T19" fmla="*/ 1638 h 1765"/>
                  <a:gd name="T20" fmla="*/ 843 w 2676"/>
                  <a:gd name="T21" fmla="*/ 1598 h 1765"/>
                  <a:gd name="T22" fmla="*/ 843 w 2676"/>
                  <a:gd name="T23" fmla="*/ 1598 h 1765"/>
                  <a:gd name="T24" fmla="*/ 2658 w 2676"/>
                  <a:gd name="T25" fmla="*/ 1699 h 1765"/>
                  <a:gd name="T26" fmla="*/ 2658 w 2676"/>
                  <a:gd name="T27" fmla="*/ 1699 h 1765"/>
                  <a:gd name="T28" fmla="*/ 2635 w 2676"/>
                  <a:gd name="T29" fmla="*/ 1513 h 1765"/>
                  <a:gd name="T30" fmla="*/ 2635 w 2676"/>
                  <a:gd name="T31" fmla="*/ 1513 h 1765"/>
                  <a:gd name="T32" fmla="*/ 2265 w 2676"/>
                  <a:gd name="T33" fmla="*/ 926 h 1765"/>
                  <a:gd name="T34" fmla="*/ 2265 w 2676"/>
                  <a:gd name="T35" fmla="*/ 926 h 1765"/>
                  <a:gd name="T36" fmla="*/ 2658 w 2676"/>
                  <a:gd name="T37" fmla="*/ 183 h 17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676" h="1765">
                    <a:moveTo>
                      <a:pt x="2658" y="183"/>
                    </a:moveTo>
                    <a:lnTo>
                      <a:pt x="2658" y="183"/>
                    </a:lnTo>
                    <a:cubicBezTo>
                      <a:pt x="2658" y="183"/>
                      <a:pt x="1885" y="423"/>
                      <a:pt x="997" y="211"/>
                    </a:cubicBezTo>
                    <a:lnTo>
                      <a:pt x="997" y="211"/>
                    </a:lnTo>
                    <a:cubicBezTo>
                      <a:pt x="108" y="0"/>
                      <a:pt x="104" y="121"/>
                      <a:pt x="104" y="121"/>
                    </a:cubicBezTo>
                    <a:lnTo>
                      <a:pt x="104" y="121"/>
                    </a:lnTo>
                    <a:cubicBezTo>
                      <a:pt x="104" y="121"/>
                      <a:pt x="175" y="555"/>
                      <a:pt x="89" y="960"/>
                    </a:cubicBezTo>
                    <a:lnTo>
                      <a:pt x="89" y="960"/>
                    </a:lnTo>
                    <a:cubicBezTo>
                      <a:pt x="0" y="1376"/>
                      <a:pt x="21" y="1638"/>
                      <a:pt x="21" y="1638"/>
                    </a:cubicBezTo>
                    <a:lnTo>
                      <a:pt x="21" y="1638"/>
                    </a:lnTo>
                    <a:cubicBezTo>
                      <a:pt x="21" y="1638"/>
                      <a:pt x="379" y="1562"/>
                      <a:pt x="843" y="1598"/>
                    </a:cubicBezTo>
                    <a:lnTo>
                      <a:pt x="843" y="1598"/>
                    </a:lnTo>
                    <a:cubicBezTo>
                      <a:pt x="1280" y="1633"/>
                      <a:pt x="1751" y="1764"/>
                      <a:pt x="2658" y="1699"/>
                    </a:cubicBezTo>
                    <a:lnTo>
                      <a:pt x="2658" y="1699"/>
                    </a:lnTo>
                    <a:cubicBezTo>
                      <a:pt x="2658" y="1699"/>
                      <a:pt x="2675" y="1577"/>
                      <a:pt x="2635" y="1513"/>
                    </a:cubicBezTo>
                    <a:lnTo>
                      <a:pt x="2635" y="1513"/>
                    </a:lnTo>
                    <a:cubicBezTo>
                      <a:pt x="2534" y="1354"/>
                      <a:pt x="2240" y="1168"/>
                      <a:pt x="2265" y="926"/>
                    </a:cubicBezTo>
                    <a:lnTo>
                      <a:pt x="2265" y="926"/>
                    </a:lnTo>
                    <a:cubicBezTo>
                      <a:pt x="2290" y="677"/>
                      <a:pt x="2628" y="438"/>
                      <a:pt x="2658" y="183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40" name="Freeform 40">
                <a:extLst>
                  <a:ext uri="{FF2B5EF4-FFF2-40B4-BE49-F238E27FC236}">
                    <a16:creationId xmlns:a16="http://schemas.microsoft.com/office/drawing/2014/main" id="{C1681119-677B-47B1-A6AC-DDFA20E05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436804" y="1806667"/>
                <a:ext cx="77208" cy="3505243"/>
              </a:xfrm>
              <a:custGeom>
                <a:avLst/>
                <a:gdLst>
                  <a:gd name="T0" fmla="*/ 45 w 89"/>
                  <a:gd name="T1" fmla="*/ 4004 h 4005"/>
                  <a:gd name="T2" fmla="*/ 45 w 89"/>
                  <a:gd name="T3" fmla="*/ 4004 h 4005"/>
                  <a:gd name="T4" fmla="*/ 45 w 89"/>
                  <a:gd name="T5" fmla="*/ 4004 h 4005"/>
                  <a:gd name="T6" fmla="*/ 88 w 89"/>
                  <a:gd name="T7" fmla="*/ 3959 h 4005"/>
                  <a:gd name="T8" fmla="*/ 88 w 89"/>
                  <a:gd name="T9" fmla="*/ 43 h 4005"/>
                  <a:gd name="T10" fmla="*/ 88 w 89"/>
                  <a:gd name="T11" fmla="*/ 43 h 4005"/>
                  <a:gd name="T12" fmla="*/ 45 w 89"/>
                  <a:gd name="T13" fmla="*/ 0 h 4005"/>
                  <a:gd name="T14" fmla="*/ 45 w 89"/>
                  <a:gd name="T15" fmla="*/ 0 h 4005"/>
                  <a:gd name="T16" fmla="*/ 0 w 89"/>
                  <a:gd name="T17" fmla="*/ 43 h 4005"/>
                  <a:gd name="T18" fmla="*/ 0 w 89"/>
                  <a:gd name="T19" fmla="*/ 3959 h 4005"/>
                  <a:gd name="T20" fmla="*/ 0 w 89"/>
                  <a:gd name="T21" fmla="*/ 3959 h 4005"/>
                  <a:gd name="T22" fmla="*/ 45 w 89"/>
                  <a:gd name="T23" fmla="*/ 4004 h 40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" h="4005">
                    <a:moveTo>
                      <a:pt x="45" y="4004"/>
                    </a:moveTo>
                    <a:lnTo>
                      <a:pt x="45" y="4004"/>
                    </a:lnTo>
                    <a:lnTo>
                      <a:pt x="45" y="4004"/>
                    </a:lnTo>
                    <a:cubicBezTo>
                      <a:pt x="69" y="4004"/>
                      <a:pt x="88" y="3984"/>
                      <a:pt x="88" y="3959"/>
                    </a:cubicBezTo>
                    <a:lnTo>
                      <a:pt x="88" y="43"/>
                    </a:lnTo>
                    <a:lnTo>
                      <a:pt x="88" y="43"/>
                    </a:lnTo>
                    <a:cubicBezTo>
                      <a:pt x="88" y="18"/>
                      <a:pt x="69" y="0"/>
                      <a:pt x="45" y="0"/>
                    </a:cubicBezTo>
                    <a:lnTo>
                      <a:pt x="45" y="0"/>
                    </a:lnTo>
                    <a:cubicBezTo>
                      <a:pt x="21" y="0"/>
                      <a:pt x="0" y="18"/>
                      <a:pt x="0" y="43"/>
                    </a:cubicBezTo>
                    <a:lnTo>
                      <a:pt x="0" y="3959"/>
                    </a:lnTo>
                    <a:lnTo>
                      <a:pt x="0" y="3959"/>
                    </a:lnTo>
                    <a:cubicBezTo>
                      <a:pt x="0" y="3984"/>
                      <a:pt x="21" y="4004"/>
                      <a:pt x="45" y="4004"/>
                    </a:cubicBezTo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</p:grpSp>
      </p:grpSp>
      <p:sp>
        <p:nvSpPr>
          <p:cNvPr id="52" name="Freeform 13">
            <a:extLst>
              <a:ext uri="{FF2B5EF4-FFF2-40B4-BE49-F238E27FC236}">
                <a16:creationId xmlns:a16="http://schemas.microsoft.com/office/drawing/2014/main" id="{E1B2159D-DB3E-42D3-A6A1-44BD4E599D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3665" y="11511713"/>
            <a:ext cx="84929" cy="1459231"/>
          </a:xfrm>
          <a:custGeom>
            <a:avLst/>
            <a:gdLst>
              <a:gd name="T0" fmla="*/ 0 w 99"/>
              <a:gd name="T1" fmla="*/ 1666 h 1667"/>
              <a:gd name="T2" fmla="*/ 98 w 99"/>
              <a:gd name="T3" fmla="*/ 1666 h 1667"/>
              <a:gd name="T4" fmla="*/ 98 w 99"/>
              <a:gd name="T5" fmla="*/ 0 h 1667"/>
              <a:gd name="T6" fmla="*/ 0 w 99"/>
              <a:gd name="T7" fmla="*/ 0 h 1667"/>
              <a:gd name="T8" fmla="*/ 0 w 99"/>
              <a:gd name="T9" fmla="*/ 1666 h 16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9" h="1667">
                <a:moveTo>
                  <a:pt x="0" y="1666"/>
                </a:moveTo>
                <a:lnTo>
                  <a:pt x="98" y="1666"/>
                </a:lnTo>
                <a:lnTo>
                  <a:pt x="98" y="0"/>
                </a:lnTo>
                <a:lnTo>
                  <a:pt x="0" y="0"/>
                </a:lnTo>
                <a:lnTo>
                  <a:pt x="0" y="1666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53" name="Freeform 14">
            <a:extLst>
              <a:ext uri="{FF2B5EF4-FFF2-40B4-BE49-F238E27FC236}">
                <a16:creationId xmlns:a16="http://schemas.microsoft.com/office/drawing/2014/main" id="{8893E43C-62B8-4DDF-8173-2623766126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3665" y="8770829"/>
            <a:ext cx="84929" cy="1459231"/>
          </a:xfrm>
          <a:custGeom>
            <a:avLst/>
            <a:gdLst>
              <a:gd name="T0" fmla="*/ 0 w 99"/>
              <a:gd name="T1" fmla="*/ 1666 h 1667"/>
              <a:gd name="T2" fmla="*/ 98 w 99"/>
              <a:gd name="T3" fmla="*/ 1666 h 1667"/>
              <a:gd name="T4" fmla="*/ 98 w 99"/>
              <a:gd name="T5" fmla="*/ 0 h 1667"/>
              <a:gd name="T6" fmla="*/ 0 w 99"/>
              <a:gd name="T7" fmla="*/ 0 h 1667"/>
              <a:gd name="T8" fmla="*/ 0 w 99"/>
              <a:gd name="T9" fmla="*/ 1666 h 16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9" h="1667">
                <a:moveTo>
                  <a:pt x="0" y="1666"/>
                </a:moveTo>
                <a:lnTo>
                  <a:pt x="98" y="1666"/>
                </a:lnTo>
                <a:lnTo>
                  <a:pt x="98" y="0"/>
                </a:lnTo>
                <a:lnTo>
                  <a:pt x="0" y="0"/>
                </a:lnTo>
                <a:lnTo>
                  <a:pt x="0" y="1666"/>
                </a:ln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54" name="Freeform 15">
            <a:extLst>
              <a:ext uri="{FF2B5EF4-FFF2-40B4-BE49-F238E27FC236}">
                <a16:creationId xmlns:a16="http://schemas.microsoft.com/office/drawing/2014/main" id="{E66D4ABD-229E-4950-8A6E-9EF2B9D9BB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3665" y="6033804"/>
            <a:ext cx="84929" cy="1459231"/>
          </a:xfrm>
          <a:custGeom>
            <a:avLst/>
            <a:gdLst>
              <a:gd name="T0" fmla="*/ 0 w 99"/>
              <a:gd name="T1" fmla="*/ 1665 h 1666"/>
              <a:gd name="T2" fmla="*/ 98 w 99"/>
              <a:gd name="T3" fmla="*/ 1665 h 1666"/>
              <a:gd name="T4" fmla="*/ 98 w 99"/>
              <a:gd name="T5" fmla="*/ 0 h 1666"/>
              <a:gd name="T6" fmla="*/ 0 w 99"/>
              <a:gd name="T7" fmla="*/ 0 h 1666"/>
              <a:gd name="T8" fmla="*/ 0 w 99"/>
              <a:gd name="T9" fmla="*/ 1665 h 1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9" h="1666">
                <a:moveTo>
                  <a:pt x="0" y="1665"/>
                </a:moveTo>
                <a:lnTo>
                  <a:pt x="98" y="1665"/>
                </a:lnTo>
                <a:lnTo>
                  <a:pt x="98" y="0"/>
                </a:lnTo>
                <a:lnTo>
                  <a:pt x="0" y="0"/>
                </a:lnTo>
                <a:lnTo>
                  <a:pt x="0" y="1665"/>
                </a:ln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55" name="Freeform 16">
            <a:extLst>
              <a:ext uri="{FF2B5EF4-FFF2-40B4-BE49-F238E27FC236}">
                <a16:creationId xmlns:a16="http://schemas.microsoft.com/office/drawing/2014/main" id="{4353255A-2A46-405F-8EE4-0E2C442831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3665" y="3292920"/>
            <a:ext cx="84929" cy="1459231"/>
          </a:xfrm>
          <a:custGeom>
            <a:avLst/>
            <a:gdLst>
              <a:gd name="T0" fmla="*/ 0 w 99"/>
              <a:gd name="T1" fmla="*/ 1666 h 1667"/>
              <a:gd name="T2" fmla="*/ 98 w 99"/>
              <a:gd name="T3" fmla="*/ 1666 h 1667"/>
              <a:gd name="T4" fmla="*/ 98 w 99"/>
              <a:gd name="T5" fmla="*/ 0 h 1667"/>
              <a:gd name="T6" fmla="*/ 0 w 99"/>
              <a:gd name="T7" fmla="*/ 0 h 1667"/>
              <a:gd name="T8" fmla="*/ 0 w 99"/>
              <a:gd name="T9" fmla="*/ 1666 h 16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9" h="1667">
                <a:moveTo>
                  <a:pt x="0" y="1666"/>
                </a:moveTo>
                <a:lnTo>
                  <a:pt x="98" y="1666"/>
                </a:lnTo>
                <a:lnTo>
                  <a:pt x="98" y="0"/>
                </a:lnTo>
                <a:lnTo>
                  <a:pt x="0" y="0"/>
                </a:lnTo>
                <a:lnTo>
                  <a:pt x="0" y="1666"/>
                </a:lnTo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56" name="Freeform 32">
            <a:extLst>
              <a:ext uri="{FF2B5EF4-FFF2-40B4-BE49-F238E27FC236}">
                <a16:creationId xmlns:a16="http://schemas.microsoft.com/office/drawing/2014/main" id="{3E0FBF4F-4DA7-4178-8493-B956EE3E74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8594" y="10855445"/>
            <a:ext cx="5531952" cy="1385882"/>
          </a:xfrm>
          <a:custGeom>
            <a:avLst/>
            <a:gdLst>
              <a:gd name="T0" fmla="*/ 6317 w 6318"/>
              <a:gd name="T1" fmla="*/ 0 h 1585"/>
              <a:gd name="T2" fmla="*/ 3056 w 6318"/>
              <a:gd name="T3" fmla="*/ 0 h 1585"/>
              <a:gd name="T4" fmla="*/ 3056 w 6318"/>
              <a:gd name="T5" fmla="*/ 1584 h 1585"/>
              <a:gd name="T6" fmla="*/ 0 w 6318"/>
              <a:gd name="T7" fmla="*/ 1584 h 15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6318" h="1585">
                <a:moveTo>
                  <a:pt x="6317" y="0"/>
                </a:moveTo>
                <a:lnTo>
                  <a:pt x="3056" y="0"/>
                </a:lnTo>
                <a:lnTo>
                  <a:pt x="3056" y="1584"/>
                </a:lnTo>
                <a:lnTo>
                  <a:pt x="0" y="1584"/>
                </a:lnTo>
              </a:path>
            </a:pathLst>
          </a:custGeom>
          <a:noFill/>
          <a:ln w="38100" cap="flat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57" name="Freeform 33">
            <a:extLst>
              <a:ext uri="{FF2B5EF4-FFF2-40B4-BE49-F238E27FC236}">
                <a16:creationId xmlns:a16="http://schemas.microsoft.com/office/drawing/2014/main" id="{2FFD1D78-D24B-412A-B4A2-EA432A7B39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8594" y="7716938"/>
            <a:ext cx="8002609" cy="1783505"/>
          </a:xfrm>
          <a:custGeom>
            <a:avLst/>
            <a:gdLst>
              <a:gd name="T0" fmla="*/ 9140 w 9141"/>
              <a:gd name="T1" fmla="*/ 0 h 2039"/>
              <a:gd name="T2" fmla="*/ 4188 w 9141"/>
              <a:gd name="T3" fmla="*/ 0 h 2039"/>
              <a:gd name="T4" fmla="*/ 4188 w 9141"/>
              <a:gd name="T5" fmla="*/ 2038 h 2039"/>
              <a:gd name="T6" fmla="*/ 0 w 9141"/>
              <a:gd name="T7" fmla="*/ 2038 h 20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141" h="2039">
                <a:moveTo>
                  <a:pt x="9140" y="0"/>
                </a:moveTo>
                <a:lnTo>
                  <a:pt x="4188" y="0"/>
                </a:lnTo>
                <a:lnTo>
                  <a:pt x="4188" y="2038"/>
                </a:lnTo>
                <a:lnTo>
                  <a:pt x="0" y="2038"/>
                </a:lnTo>
              </a:path>
            </a:pathLst>
          </a:custGeom>
          <a:noFill/>
          <a:ln w="38100" cap="flat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58" name="Freeform 34">
            <a:extLst>
              <a:ext uri="{FF2B5EF4-FFF2-40B4-BE49-F238E27FC236}">
                <a16:creationId xmlns:a16="http://schemas.microsoft.com/office/drawing/2014/main" id="{B2B3DAB9-1364-4022-BC26-6D87AA1BD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8594" y="5022379"/>
            <a:ext cx="10183736" cy="1741042"/>
          </a:xfrm>
          <a:custGeom>
            <a:avLst/>
            <a:gdLst>
              <a:gd name="T0" fmla="*/ 11633 w 11634"/>
              <a:gd name="T1" fmla="*/ 0 h 1990"/>
              <a:gd name="T2" fmla="*/ 5188 w 11634"/>
              <a:gd name="T3" fmla="*/ 0 h 1990"/>
              <a:gd name="T4" fmla="*/ 5188 w 11634"/>
              <a:gd name="T5" fmla="*/ 1989 h 1990"/>
              <a:gd name="T6" fmla="*/ 0 w 11634"/>
              <a:gd name="T7" fmla="*/ 1989 h 19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1634" h="1990">
                <a:moveTo>
                  <a:pt x="11633" y="0"/>
                </a:moveTo>
                <a:lnTo>
                  <a:pt x="5188" y="0"/>
                </a:lnTo>
                <a:lnTo>
                  <a:pt x="5188" y="1989"/>
                </a:lnTo>
                <a:lnTo>
                  <a:pt x="0" y="1989"/>
                </a:lnTo>
              </a:path>
            </a:pathLst>
          </a:custGeom>
          <a:noFill/>
          <a:ln w="38100" cap="flat">
            <a:solidFill>
              <a:schemeClr val="accent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604818-384F-40F1-91D2-A1773F383DE1}"/>
              </a:ext>
            </a:extLst>
          </p:cNvPr>
          <p:cNvSpPr txBox="1"/>
          <p:nvPr/>
        </p:nvSpPr>
        <p:spPr>
          <a:xfrm>
            <a:off x="1520825" y="750700"/>
            <a:ext cx="21336000" cy="116955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7000" b="1" spc="-29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CHALLENGES SLIDE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79A1A22-5E9E-42FB-934D-E86C2BC17DFF}"/>
              </a:ext>
            </a:extLst>
          </p:cNvPr>
          <p:cNvSpPr txBox="1"/>
          <p:nvPr/>
        </p:nvSpPr>
        <p:spPr>
          <a:xfrm>
            <a:off x="1520827" y="1886522"/>
            <a:ext cx="213359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spc="-120" dirty="0">
                <a:latin typeface="Montserrat" pitchFamily="2" charset="77"/>
                <a:cs typeface="Poppins" pitchFamily="2" charset="77"/>
              </a:rPr>
              <a:t>Make a big impact with our professional slides and charts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1CB5E4D-C48B-4A07-BF3D-9226F25CD768}"/>
              </a:ext>
            </a:extLst>
          </p:cNvPr>
          <p:cNvSpPr txBox="1"/>
          <p:nvPr/>
        </p:nvSpPr>
        <p:spPr>
          <a:xfrm>
            <a:off x="1551309" y="3145328"/>
            <a:ext cx="7021531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n-US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OPPORTUNITY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C160AC-EB65-4EB6-92A5-B91BC2C103EC}"/>
              </a:ext>
            </a:extLst>
          </p:cNvPr>
          <p:cNvSpPr txBox="1"/>
          <p:nvPr/>
        </p:nvSpPr>
        <p:spPr>
          <a:xfrm>
            <a:off x="1551310" y="3826670"/>
            <a:ext cx="7021533" cy="976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916342-CC32-45E9-81A0-BFF12AA3BEFB}"/>
              </a:ext>
            </a:extLst>
          </p:cNvPr>
          <p:cNvSpPr txBox="1"/>
          <p:nvPr/>
        </p:nvSpPr>
        <p:spPr>
          <a:xfrm>
            <a:off x="1551312" y="5887812"/>
            <a:ext cx="7021531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 03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574313-DFC7-4378-8186-08604786D154}"/>
              </a:ext>
            </a:extLst>
          </p:cNvPr>
          <p:cNvSpPr txBox="1"/>
          <p:nvPr/>
        </p:nvSpPr>
        <p:spPr>
          <a:xfrm>
            <a:off x="1551313" y="6569154"/>
            <a:ext cx="7021533" cy="976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402B0C-1140-410C-B417-6A5372098053}"/>
              </a:ext>
            </a:extLst>
          </p:cNvPr>
          <p:cNvSpPr txBox="1"/>
          <p:nvPr/>
        </p:nvSpPr>
        <p:spPr>
          <a:xfrm>
            <a:off x="1551306" y="8631577"/>
            <a:ext cx="7021531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 02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5515B29-52F6-4BAF-A4DF-9D421C2CA537}"/>
              </a:ext>
            </a:extLst>
          </p:cNvPr>
          <p:cNvSpPr txBox="1"/>
          <p:nvPr/>
        </p:nvSpPr>
        <p:spPr>
          <a:xfrm>
            <a:off x="1551307" y="9312919"/>
            <a:ext cx="7021533" cy="976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9D79985-24ED-49F4-AEB3-CC7879436F31}"/>
              </a:ext>
            </a:extLst>
          </p:cNvPr>
          <p:cNvSpPr txBox="1"/>
          <p:nvPr/>
        </p:nvSpPr>
        <p:spPr>
          <a:xfrm>
            <a:off x="1551306" y="11357428"/>
            <a:ext cx="7021531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 01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55E60C7-9A38-4A17-8423-868AEA2471B8}"/>
              </a:ext>
            </a:extLst>
          </p:cNvPr>
          <p:cNvSpPr txBox="1"/>
          <p:nvPr/>
        </p:nvSpPr>
        <p:spPr>
          <a:xfrm>
            <a:off x="1551307" y="12038770"/>
            <a:ext cx="7021533" cy="976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B330B549-F3D3-405D-9E06-1FBDD3476C33}"/>
              </a:ext>
            </a:extLst>
          </p:cNvPr>
          <p:cNvGrpSpPr/>
          <p:nvPr/>
        </p:nvGrpSpPr>
        <p:grpSpPr>
          <a:xfrm>
            <a:off x="-1" y="6816793"/>
            <a:ext cx="24382693" cy="6899207"/>
            <a:chOff x="-1" y="6816793"/>
            <a:chExt cx="24382693" cy="6899207"/>
          </a:xfrm>
        </p:grpSpPr>
        <p:sp>
          <p:nvSpPr>
            <p:cNvPr id="136" name="Freeform 2">
              <a:extLst>
                <a:ext uri="{FF2B5EF4-FFF2-40B4-BE49-F238E27FC236}">
                  <a16:creationId xmlns:a16="http://schemas.microsoft.com/office/drawing/2014/main" id="{F2AC0F6E-7C19-4B40-8271-3827F2C320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1" y="11208269"/>
              <a:ext cx="24382693" cy="2507731"/>
            </a:xfrm>
            <a:custGeom>
              <a:avLst/>
              <a:gdLst>
                <a:gd name="T0" fmla="*/ 27397 w 27398"/>
                <a:gd name="T1" fmla="*/ 2818 h 2819"/>
                <a:gd name="T2" fmla="*/ 0 w 27398"/>
                <a:gd name="T3" fmla="*/ 2818 h 2819"/>
                <a:gd name="T4" fmla="*/ 0 w 27398"/>
                <a:gd name="T5" fmla="*/ 0 h 2819"/>
                <a:gd name="T6" fmla="*/ 27397 w 27398"/>
                <a:gd name="T7" fmla="*/ 0 h 2819"/>
                <a:gd name="T8" fmla="*/ 27397 w 27398"/>
                <a:gd name="T9" fmla="*/ 2818 h 28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398" h="2819">
                  <a:moveTo>
                    <a:pt x="27397" y="2818"/>
                  </a:moveTo>
                  <a:lnTo>
                    <a:pt x="0" y="2818"/>
                  </a:lnTo>
                  <a:lnTo>
                    <a:pt x="0" y="0"/>
                  </a:lnTo>
                  <a:lnTo>
                    <a:pt x="27397" y="0"/>
                  </a:lnTo>
                  <a:lnTo>
                    <a:pt x="27397" y="2818"/>
                  </a:lnTo>
                </a:path>
              </a:pathLst>
            </a:custGeom>
            <a:solidFill>
              <a:schemeClr val="accent6">
                <a:alpha val="15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grpSp>
          <p:nvGrpSpPr>
            <p:cNvPr id="137" name="Group 136">
              <a:extLst>
                <a:ext uri="{FF2B5EF4-FFF2-40B4-BE49-F238E27FC236}">
                  <a16:creationId xmlns:a16="http://schemas.microsoft.com/office/drawing/2014/main" id="{31968327-AB90-44A5-9980-BD44F3A20B95}"/>
                </a:ext>
              </a:extLst>
            </p:cNvPr>
            <p:cNvGrpSpPr/>
            <p:nvPr/>
          </p:nvGrpSpPr>
          <p:grpSpPr>
            <a:xfrm>
              <a:off x="7625231" y="9438334"/>
              <a:ext cx="3791032" cy="3532017"/>
              <a:chOff x="7625231" y="9438334"/>
              <a:chExt cx="3791032" cy="3532017"/>
            </a:xfrm>
          </p:grpSpPr>
          <p:sp>
            <p:nvSpPr>
              <p:cNvPr id="191" name="Freeform 3">
                <a:extLst>
                  <a:ext uri="{FF2B5EF4-FFF2-40B4-BE49-F238E27FC236}">
                    <a16:creationId xmlns:a16="http://schemas.microsoft.com/office/drawing/2014/main" id="{CF0E1F10-769E-4C99-A003-40F9BFD1EB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25231" y="10199680"/>
                <a:ext cx="66717" cy="2770671"/>
              </a:xfrm>
              <a:custGeom>
                <a:avLst/>
                <a:gdLst>
                  <a:gd name="T0" fmla="*/ 76 w 77"/>
                  <a:gd name="T1" fmla="*/ 3113 h 3114"/>
                  <a:gd name="T2" fmla="*/ 0 w 77"/>
                  <a:gd name="T3" fmla="*/ 3113 h 3114"/>
                  <a:gd name="T4" fmla="*/ 0 w 77"/>
                  <a:gd name="T5" fmla="*/ 0 h 3114"/>
                  <a:gd name="T6" fmla="*/ 76 w 77"/>
                  <a:gd name="T7" fmla="*/ 0 h 3114"/>
                  <a:gd name="T8" fmla="*/ 76 w 77"/>
                  <a:gd name="T9" fmla="*/ 3113 h 3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7" h="3114">
                    <a:moveTo>
                      <a:pt x="76" y="3113"/>
                    </a:moveTo>
                    <a:lnTo>
                      <a:pt x="0" y="3113"/>
                    </a:lnTo>
                    <a:lnTo>
                      <a:pt x="0" y="0"/>
                    </a:lnTo>
                    <a:lnTo>
                      <a:pt x="76" y="0"/>
                    </a:lnTo>
                    <a:lnTo>
                      <a:pt x="76" y="3113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92" name="Freeform 4">
                <a:extLst>
                  <a:ext uri="{FF2B5EF4-FFF2-40B4-BE49-F238E27FC236}">
                    <a16:creationId xmlns:a16="http://schemas.microsoft.com/office/drawing/2014/main" id="{BDE74419-B8E8-4E36-9BDF-F38FFDBE14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45623" y="9438334"/>
                <a:ext cx="70640" cy="2770671"/>
              </a:xfrm>
              <a:custGeom>
                <a:avLst/>
                <a:gdLst>
                  <a:gd name="T0" fmla="*/ 78 w 79"/>
                  <a:gd name="T1" fmla="*/ 3113 h 3114"/>
                  <a:gd name="T2" fmla="*/ 0 w 79"/>
                  <a:gd name="T3" fmla="*/ 3113 h 3114"/>
                  <a:gd name="T4" fmla="*/ 0 w 79"/>
                  <a:gd name="T5" fmla="*/ 0 h 3114"/>
                  <a:gd name="T6" fmla="*/ 78 w 79"/>
                  <a:gd name="T7" fmla="*/ 0 h 3114"/>
                  <a:gd name="T8" fmla="*/ 78 w 79"/>
                  <a:gd name="T9" fmla="*/ 3113 h 3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114">
                    <a:moveTo>
                      <a:pt x="78" y="3113"/>
                    </a:moveTo>
                    <a:lnTo>
                      <a:pt x="0" y="3113"/>
                    </a:lnTo>
                    <a:lnTo>
                      <a:pt x="0" y="0"/>
                    </a:lnTo>
                    <a:lnTo>
                      <a:pt x="78" y="0"/>
                    </a:lnTo>
                    <a:lnTo>
                      <a:pt x="78" y="3113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93" name="Freeform 5">
                <a:extLst>
                  <a:ext uri="{FF2B5EF4-FFF2-40B4-BE49-F238E27FC236}">
                    <a16:creationId xmlns:a16="http://schemas.microsoft.com/office/drawing/2014/main" id="{659545A6-8413-4D92-9BE7-0B12E50B24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91948" y="9614936"/>
                <a:ext cx="3653675" cy="1632577"/>
              </a:xfrm>
              <a:custGeom>
                <a:avLst/>
                <a:gdLst>
                  <a:gd name="T0" fmla="*/ 4106 w 4107"/>
                  <a:gd name="T1" fmla="*/ 0 h 1834"/>
                  <a:gd name="T2" fmla="*/ 4106 w 4107"/>
                  <a:gd name="T3" fmla="*/ 977 h 1834"/>
                  <a:gd name="T4" fmla="*/ 3993 w 4107"/>
                  <a:gd name="T5" fmla="*/ 1000 h 1834"/>
                  <a:gd name="T6" fmla="*/ 3876 w 4107"/>
                  <a:gd name="T7" fmla="*/ 1025 h 1834"/>
                  <a:gd name="T8" fmla="*/ 3647 w 4107"/>
                  <a:gd name="T9" fmla="*/ 1072 h 1834"/>
                  <a:gd name="T10" fmla="*/ 3530 w 4107"/>
                  <a:gd name="T11" fmla="*/ 1097 h 1834"/>
                  <a:gd name="T12" fmla="*/ 3301 w 4107"/>
                  <a:gd name="T13" fmla="*/ 1145 h 1834"/>
                  <a:gd name="T14" fmla="*/ 3184 w 4107"/>
                  <a:gd name="T15" fmla="*/ 1169 h 1834"/>
                  <a:gd name="T16" fmla="*/ 2955 w 4107"/>
                  <a:gd name="T17" fmla="*/ 1217 h 1834"/>
                  <a:gd name="T18" fmla="*/ 2838 w 4107"/>
                  <a:gd name="T19" fmla="*/ 1242 h 1834"/>
                  <a:gd name="T20" fmla="*/ 2608 w 4107"/>
                  <a:gd name="T21" fmla="*/ 1289 h 1834"/>
                  <a:gd name="T22" fmla="*/ 2492 w 4107"/>
                  <a:gd name="T23" fmla="*/ 1314 h 1834"/>
                  <a:gd name="T24" fmla="*/ 2262 w 4107"/>
                  <a:gd name="T25" fmla="*/ 1362 h 1834"/>
                  <a:gd name="T26" fmla="*/ 2145 w 4107"/>
                  <a:gd name="T27" fmla="*/ 1386 h 1834"/>
                  <a:gd name="T28" fmla="*/ 1917 w 4107"/>
                  <a:gd name="T29" fmla="*/ 1434 h 1834"/>
                  <a:gd name="T30" fmla="*/ 1799 w 4107"/>
                  <a:gd name="T31" fmla="*/ 1458 h 1834"/>
                  <a:gd name="T32" fmla="*/ 1571 w 4107"/>
                  <a:gd name="T33" fmla="*/ 1505 h 1834"/>
                  <a:gd name="T34" fmla="*/ 1453 w 4107"/>
                  <a:gd name="T35" fmla="*/ 1530 h 1834"/>
                  <a:gd name="T36" fmla="*/ 1225 w 4107"/>
                  <a:gd name="T37" fmla="*/ 1577 h 1834"/>
                  <a:gd name="T38" fmla="*/ 1108 w 4107"/>
                  <a:gd name="T39" fmla="*/ 1602 h 1834"/>
                  <a:gd name="T40" fmla="*/ 879 w 4107"/>
                  <a:gd name="T41" fmla="*/ 1650 h 1834"/>
                  <a:gd name="T42" fmla="*/ 762 w 4107"/>
                  <a:gd name="T43" fmla="*/ 1674 h 1834"/>
                  <a:gd name="T44" fmla="*/ 532 w 4107"/>
                  <a:gd name="T45" fmla="*/ 1722 h 1834"/>
                  <a:gd name="T46" fmla="*/ 416 w 4107"/>
                  <a:gd name="T47" fmla="*/ 1747 h 1834"/>
                  <a:gd name="T48" fmla="*/ 186 w 4107"/>
                  <a:gd name="T49" fmla="*/ 1794 h 1834"/>
                  <a:gd name="T50" fmla="*/ 70 w 4107"/>
                  <a:gd name="T51" fmla="*/ 1819 h 1834"/>
                  <a:gd name="T52" fmla="*/ 0 w 4107"/>
                  <a:gd name="T53" fmla="*/ 1833 h 1834"/>
                  <a:gd name="T54" fmla="*/ 0 w 4107"/>
                  <a:gd name="T55" fmla="*/ 857 h 1834"/>
                  <a:gd name="T56" fmla="*/ 62 w 4107"/>
                  <a:gd name="T57" fmla="*/ 844 h 1834"/>
                  <a:gd name="T58" fmla="*/ 179 w 4107"/>
                  <a:gd name="T59" fmla="*/ 819 h 1834"/>
                  <a:gd name="T60" fmla="*/ 408 w 4107"/>
                  <a:gd name="T61" fmla="*/ 772 h 1834"/>
                  <a:gd name="T62" fmla="*/ 525 w 4107"/>
                  <a:gd name="T63" fmla="*/ 747 h 1834"/>
                  <a:gd name="T64" fmla="*/ 754 w 4107"/>
                  <a:gd name="T65" fmla="*/ 699 h 1834"/>
                  <a:gd name="T66" fmla="*/ 871 w 4107"/>
                  <a:gd name="T67" fmla="*/ 675 h 1834"/>
                  <a:gd name="T68" fmla="*/ 1100 w 4107"/>
                  <a:gd name="T69" fmla="*/ 627 h 1834"/>
                  <a:gd name="T70" fmla="*/ 1217 w 4107"/>
                  <a:gd name="T71" fmla="*/ 602 h 1834"/>
                  <a:gd name="T72" fmla="*/ 1447 w 4107"/>
                  <a:gd name="T73" fmla="*/ 555 h 1834"/>
                  <a:gd name="T74" fmla="*/ 1563 w 4107"/>
                  <a:gd name="T75" fmla="*/ 530 h 1834"/>
                  <a:gd name="T76" fmla="*/ 1792 w 4107"/>
                  <a:gd name="T77" fmla="*/ 482 h 1834"/>
                  <a:gd name="T78" fmla="*/ 1910 w 4107"/>
                  <a:gd name="T79" fmla="*/ 459 h 1834"/>
                  <a:gd name="T80" fmla="*/ 2138 w 4107"/>
                  <a:gd name="T81" fmla="*/ 410 h 1834"/>
                  <a:gd name="T82" fmla="*/ 2256 w 4107"/>
                  <a:gd name="T83" fmla="*/ 387 h 1834"/>
                  <a:gd name="T84" fmla="*/ 2484 w 4107"/>
                  <a:gd name="T85" fmla="*/ 338 h 1834"/>
                  <a:gd name="T86" fmla="*/ 2601 w 4107"/>
                  <a:gd name="T87" fmla="*/ 314 h 1834"/>
                  <a:gd name="T88" fmla="*/ 2830 w 4107"/>
                  <a:gd name="T89" fmla="*/ 266 h 1834"/>
                  <a:gd name="T90" fmla="*/ 2947 w 4107"/>
                  <a:gd name="T91" fmla="*/ 242 h 1834"/>
                  <a:gd name="T92" fmla="*/ 3176 w 4107"/>
                  <a:gd name="T93" fmla="*/ 194 h 1834"/>
                  <a:gd name="T94" fmla="*/ 3294 w 4107"/>
                  <a:gd name="T95" fmla="*/ 170 h 1834"/>
                  <a:gd name="T96" fmla="*/ 3523 w 4107"/>
                  <a:gd name="T97" fmla="*/ 122 h 1834"/>
                  <a:gd name="T98" fmla="*/ 3639 w 4107"/>
                  <a:gd name="T99" fmla="*/ 97 h 1834"/>
                  <a:gd name="T100" fmla="*/ 3869 w 4107"/>
                  <a:gd name="T101" fmla="*/ 50 h 1834"/>
                  <a:gd name="T102" fmla="*/ 3985 w 4107"/>
                  <a:gd name="T103" fmla="*/ 25 h 1834"/>
                  <a:gd name="T104" fmla="*/ 4106 w 4107"/>
                  <a:gd name="T105" fmla="*/ 0 h 18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4107" h="1834">
                    <a:moveTo>
                      <a:pt x="4106" y="0"/>
                    </a:moveTo>
                    <a:lnTo>
                      <a:pt x="4106" y="977"/>
                    </a:lnTo>
                    <a:lnTo>
                      <a:pt x="3993" y="1000"/>
                    </a:lnTo>
                    <a:lnTo>
                      <a:pt x="3876" y="1025"/>
                    </a:lnTo>
                    <a:lnTo>
                      <a:pt x="3647" y="1072"/>
                    </a:lnTo>
                    <a:lnTo>
                      <a:pt x="3530" y="1097"/>
                    </a:lnTo>
                    <a:lnTo>
                      <a:pt x="3301" y="1145"/>
                    </a:lnTo>
                    <a:lnTo>
                      <a:pt x="3184" y="1169"/>
                    </a:lnTo>
                    <a:lnTo>
                      <a:pt x="2955" y="1217"/>
                    </a:lnTo>
                    <a:lnTo>
                      <a:pt x="2838" y="1242"/>
                    </a:lnTo>
                    <a:lnTo>
                      <a:pt x="2608" y="1289"/>
                    </a:lnTo>
                    <a:lnTo>
                      <a:pt x="2492" y="1314"/>
                    </a:lnTo>
                    <a:lnTo>
                      <a:pt x="2262" y="1362"/>
                    </a:lnTo>
                    <a:lnTo>
                      <a:pt x="2145" y="1386"/>
                    </a:lnTo>
                    <a:lnTo>
                      <a:pt x="1917" y="1434"/>
                    </a:lnTo>
                    <a:lnTo>
                      <a:pt x="1799" y="1458"/>
                    </a:lnTo>
                    <a:lnTo>
                      <a:pt x="1571" y="1505"/>
                    </a:lnTo>
                    <a:lnTo>
                      <a:pt x="1453" y="1530"/>
                    </a:lnTo>
                    <a:lnTo>
                      <a:pt x="1225" y="1577"/>
                    </a:lnTo>
                    <a:lnTo>
                      <a:pt x="1108" y="1602"/>
                    </a:lnTo>
                    <a:lnTo>
                      <a:pt x="879" y="1650"/>
                    </a:lnTo>
                    <a:lnTo>
                      <a:pt x="762" y="1674"/>
                    </a:lnTo>
                    <a:lnTo>
                      <a:pt x="532" y="1722"/>
                    </a:lnTo>
                    <a:lnTo>
                      <a:pt x="416" y="1747"/>
                    </a:lnTo>
                    <a:lnTo>
                      <a:pt x="186" y="1794"/>
                    </a:lnTo>
                    <a:lnTo>
                      <a:pt x="70" y="1819"/>
                    </a:lnTo>
                    <a:lnTo>
                      <a:pt x="0" y="1833"/>
                    </a:lnTo>
                    <a:lnTo>
                      <a:pt x="0" y="857"/>
                    </a:lnTo>
                    <a:lnTo>
                      <a:pt x="62" y="844"/>
                    </a:lnTo>
                    <a:lnTo>
                      <a:pt x="179" y="819"/>
                    </a:lnTo>
                    <a:lnTo>
                      <a:pt x="408" y="772"/>
                    </a:lnTo>
                    <a:lnTo>
                      <a:pt x="525" y="747"/>
                    </a:lnTo>
                    <a:lnTo>
                      <a:pt x="754" y="699"/>
                    </a:lnTo>
                    <a:lnTo>
                      <a:pt x="871" y="675"/>
                    </a:lnTo>
                    <a:lnTo>
                      <a:pt x="1100" y="627"/>
                    </a:lnTo>
                    <a:lnTo>
                      <a:pt x="1217" y="602"/>
                    </a:lnTo>
                    <a:lnTo>
                      <a:pt x="1447" y="555"/>
                    </a:lnTo>
                    <a:lnTo>
                      <a:pt x="1563" y="530"/>
                    </a:lnTo>
                    <a:lnTo>
                      <a:pt x="1792" y="482"/>
                    </a:lnTo>
                    <a:lnTo>
                      <a:pt x="1910" y="459"/>
                    </a:lnTo>
                    <a:lnTo>
                      <a:pt x="2138" y="410"/>
                    </a:lnTo>
                    <a:lnTo>
                      <a:pt x="2256" y="387"/>
                    </a:lnTo>
                    <a:lnTo>
                      <a:pt x="2484" y="338"/>
                    </a:lnTo>
                    <a:lnTo>
                      <a:pt x="2601" y="314"/>
                    </a:lnTo>
                    <a:lnTo>
                      <a:pt x="2830" y="266"/>
                    </a:lnTo>
                    <a:lnTo>
                      <a:pt x="2947" y="242"/>
                    </a:lnTo>
                    <a:lnTo>
                      <a:pt x="3176" y="194"/>
                    </a:lnTo>
                    <a:lnTo>
                      <a:pt x="3294" y="170"/>
                    </a:lnTo>
                    <a:lnTo>
                      <a:pt x="3523" y="122"/>
                    </a:lnTo>
                    <a:lnTo>
                      <a:pt x="3639" y="97"/>
                    </a:lnTo>
                    <a:lnTo>
                      <a:pt x="3869" y="50"/>
                    </a:lnTo>
                    <a:lnTo>
                      <a:pt x="3985" y="25"/>
                    </a:lnTo>
                    <a:lnTo>
                      <a:pt x="4106" y="0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94" name="Freeform 6">
                <a:extLst>
                  <a:ext uri="{FF2B5EF4-FFF2-40B4-BE49-F238E27FC236}">
                    <a16:creationId xmlns:a16="http://schemas.microsoft.com/office/drawing/2014/main" id="{C769E186-FB0C-473D-86DF-496A845F39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25231" y="10199680"/>
                <a:ext cx="66717" cy="2770671"/>
              </a:xfrm>
              <a:custGeom>
                <a:avLst/>
                <a:gdLst>
                  <a:gd name="T0" fmla="*/ 76 w 77"/>
                  <a:gd name="T1" fmla="*/ 3113 h 3114"/>
                  <a:gd name="T2" fmla="*/ 0 w 77"/>
                  <a:gd name="T3" fmla="*/ 3113 h 3114"/>
                  <a:gd name="T4" fmla="*/ 0 w 77"/>
                  <a:gd name="T5" fmla="*/ 0 h 3114"/>
                  <a:gd name="T6" fmla="*/ 76 w 77"/>
                  <a:gd name="T7" fmla="*/ 0 h 3114"/>
                  <a:gd name="T8" fmla="*/ 76 w 77"/>
                  <a:gd name="T9" fmla="*/ 3113 h 3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7" h="3114">
                    <a:moveTo>
                      <a:pt x="76" y="3113"/>
                    </a:moveTo>
                    <a:lnTo>
                      <a:pt x="0" y="3113"/>
                    </a:lnTo>
                    <a:lnTo>
                      <a:pt x="0" y="0"/>
                    </a:lnTo>
                    <a:lnTo>
                      <a:pt x="76" y="0"/>
                    </a:lnTo>
                    <a:lnTo>
                      <a:pt x="76" y="3113"/>
                    </a:lnTo>
                  </a:path>
                </a:pathLst>
              </a:custGeom>
              <a:solidFill>
                <a:srgbClr val="111340">
                  <a:alpha val="35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95" name="Freeform 7">
                <a:extLst>
                  <a:ext uri="{FF2B5EF4-FFF2-40B4-BE49-F238E27FC236}">
                    <a16:creationId xmlns:a16="http://schemas.microsoft.com/office/drawing/2014/main" id="{BDCBE98B-A070-43C8-B687-453A2726CB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45623" y="9438334"/>
                <a:ext cx="70640" cy="2770671"/>
              </a:xfrm>
              <a:custGeom>
                <a:avLst/>
                <a:gdLst>
                  <a:gd name="T0" fmla="*/ 78 w 79"/>
                  <a:gd name="T1" fmla="*/ 3113 h 3114"/>
                  <a:gd name="T2" fmla="*/ 0 w 79"/>
                  <a:gd name="T3" fmla="*/ 3113 h 3114"/>
                  <a:gd name="T4" fmla="*/ 0 w 79"/>
                  <a:gd name="T5" fmla="*/ 0 h 3114"/>
                  <a:gd name="T6" fmla="*/ 78 w 79"/>
                  <a:gd name="T7" fmla="*/ 0 h 3114"/>
                  <a:gd name="T8" fmla="*/ 78 w 79"/>
                  <a:gd name="T9" fmla="*/ 3113 h 3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114">
                    <a:moveTo>
                      <a:pt x="78" y="3113"/>
                    </a:moveTo>
                    <a:lnTo>
                      <a:pt x="0" y="3113"/>
                    </a:lnTo>
                    <a:lnTo>
                      <a:pt x="0" y="0"/>
                    </a:lnTo>
                    <a:lnTo>
                      <a:pt x="78" y="0"/>
                    </a:lnTo>
                    <a:lnTo>
                      <a:pt x="78" y="3113"/>
                    </a:lnTo>
                  </a:path>
                </a:pathLst>
              </a:custGeom>
              <a:solidFill>
                <a:srgbClr val="111340">
                  <a:alpha val="35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C7D3A287-FE31-4525-B2D9-5423926F17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91948" y="9614936"/>
                <a:ext cx="3656709" cy="1627763"/>
              </a:xfrm>
              <a:custGeom>
                <a:avLst/>
                <a:gdLst>
                  <a:gd name="connsiteX0" fmla="*/ 54070 w 3656709"/>
                  <a:gd name="connsiteY0" fmla="*/ 749572 h 1627763"/>
                  <a:gd name="connsiteX1" fmla="*/ 0 w 3656709"/>
                  <a:gd name="connsiteY1" fmla="*/ 838942 h 1627763"/>
                  <a:gd name="connsiteX2" fmla="*/ 0 w 3656709"/>
                  <a:gd name="connsiteY2" fmla="*/ 761190 h 1627763"/>
                  <a:gd name="connsiteX3" fmla="*/ 3652780 w 3656709"/>
                  <a:gd name="connsiteY3" fmla="*/ 726025 h 1627763"/>
                  <a:gd name="connsiteX4" fmla="*/ 3652780 w 3656709"/>
                  <a:gd name="connsiteY4" fmla="*/ 869584 h 1627763"/>
                  <a:gd name="connsiteX5" fmla="*/ 3551639 w 3656709"/>
                  <a:gd name="connsiteY5" fmla="*/ 889966 h 1627763"/>
                  <a:gd name="connsiteX6" fmla="*/ 670193 w 3656709"/>
                  <a:gd name="connsiteY6" fmla="*/ 620066 h 1627763"/>
                  <a:gd name="connsiteX7" fmla="*/ 62220 w 3656709"/>
                  <a:gd name="connsiteY7" fmla="*/ 1615323 h 1627763"/>
                  <a:gd name="connsiteX8" fmla="*/ 0 w 3656709"/>
                  <a:gd name="connsiteY8" fmla="*/ 1627763 h 1627763"/>
                  <a:gd name="connsiteX9" fmla="*/ 0 w 3656709"/>
                  <a:gd name="connsiteY9" fmla="*/ 1425158 h 1627763"/>
                  <a:gd name="connsiteX10" fmla="*/ 466647 w 3656709"/>
                  <a:gd name="connsiteY10" fmla="*/ 662720 h 1627763"/>
                  <a:gd name="connsiteX11" fmla="*/ 1290256 w 3656709"/>
                  <a:gd name="connsiteY11" fmla="*/ 494483 h 1627763"/>
                  <a:gd name="connsiteX12" fmla="*/ 679822 w 3656709"/>
                  <a:gd name="connsiteY12" fmla="*/ 1490836 h 1627763"/>
                  <a:gd name="connsiteX13" fmla="*/ 474859 w 3656709"/>
                  <a:gd name="connsiteY13" fmla="*/ 1533575 h 1627763"/>
                  <a:gd name="connsiteX14" fmla="*/ 1085293 w 3656709"/>
                  <a:gd name="connsiteY14" fmla="*/ 536332 h 1627763"/>
                  <a:gd name="connsiteX15" fmla="*/ 1902475 w 3656709"/>
                  <a:gd name="connsiteY15" fmla="*/ 364974 h 1627763"/>
                  <a:gd name="connsiteX16" fmla="*/ 1293647 w 3656709"/>
                  <a:gd name="connsiteY16" fmla="*/ 1362219 h 1627763"/>
                  <a:gd name="connsiteX17" fmla="*/ 1091001 w 3656709"/>
                  <a:gd name="connsiteY17" fmla="*/ 1404068 h 1627763"/>
                  <a:gd name="connsiteX18" fmla="*/ 1699829 w 3656709"/>
                  <a:gd name="connsiteY18" fmla="*/ 408603 h 1627763"/>
                  <a:gd name="connsiteX19" fmla="*/ 2518617 w 3656709"/>
                  <a:gd name="connsiteY19" fmla="*/ 235468 h 1627763"/>
                  <a:gd name="connsiteX20" fmla="*/ 1909788 w 3656709"/>
                  <a:gd name="connsiteY20" fmla="*/ 1231858 h 1627763"/>
                  <a:gd name="connsiteX21" fmla="*/ 1707141 w 3656709"/>
                  <a:gd name="connsiteY21" fmla="*/ 1274560 h 1627763"/>
                  <a:gd name="connsiteX22" fmla="*/ 2315082 w 3656709"/>
                  <a:gd name="connsiteY22" fmla="*/ 278170 h 1627763"/>
                  <a:gd name="connsiteX23" fmla="*/ 3134754 w 3656709"/>
                  <a:gd name="connsiteY23" fmla="*/ 105960 h 1627763"/>
                  <a:gd name="connsiteX24" fmla="*/ 2524320 w 3656709"/>
                  <a:gd name="connsiteY24" fmla="*/ 1103205 h 1627763"/>
                  <a:gd name="connsiteX25" fmla="*/ 2319357 w 3656709"/>
                  <a:gd name="connsiteY25" fmla="*/ 1145054 h 1627763"/>
                  <a:gd name="connsiteX26" fmla="*/ 2930682 w 3656709"/>
                  <a:gd name="connsiteY26" fmla="*/ 148699 h 1627763"/>
                  <a:gd name="connsiteX27" fmla="*/ 3656709 w 3656709"/>
                  <a:gd name="connsiteY27" fmla="*/ 0 h 1627763"/>
                  <a:gd name="connsiteX28" fmla="*/ 3656709 w 3656709"/>
                  <a:gd name="connsiteY28" fmla="*/ 137117 h 1627763"/>
                  <a:gd name="connsiteX29" fmla="*/ 3143470 w 3656709"/>
                  <a:gd name="connsiteY29" fmla="*/ 976733 h 1627763"/>
                  <a:gd name="connsiteX30" fmla="*/ 2939422 w 3656709"/>
                  <a:gd name="connsiteY30" fmla="*/ 1019471 h 1627763"/>
                  <a:gd name="connsiteX31" fmla="*/ 3548893 w 3656709"/>
                  <a:gd name="connsiteY31" fmla="*/ 22259 h 16277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656709" h="1627763">
                    <a:moveTo>
                      <a:pt x="54070" y="749572"/>
                    </a:moveTo>
                    <a:lnTo>
                      <a:pt x="0" y="838942"/>
                    </a:lnTo>
                    <a:lnTo>
                      <a:pt x="0" y="761190"/>
                    </a:lnTo>
                    <a:close/>
                    <a:moveTo>
                      <a:pt x="3652780" y="726025"/>
                    </a:moveTo>
                    <a:lnTo>
                      <a:pt x="3652780" y="869584"/>
                    </a:lnTo>
                    <a:lnTo>
                      <a:pt x="3551639" y="889966"/>
                    </a:lnTo>
                    <a:close/>
                    <a:moveTo>
                      <a:pt x="670193" y="620066"/>
                    </a:moveTo>
                    <a:lnTo>
                      <a:pt x="62220" y="1615323"/>
                    </a:lnTo>
                    <a:lnTo>
                      <a:pt x="0" y="1627763"/>
                    </a:lnTo>
                    <a:lnTo>
                      <a:pt x="0" y="1425158"/>
                    </a:lnTo>
                    <a:lnTo>
                      <a:pt x="466647" y="662720"/>
                    </a:lnTo>
                    <a:close/>
                    <a:moveTo>
                      <a:pt x="1290256" y="494483"/>
                    </a:moveTo>
                    <a:lnTo>
                      <a:pt x="679822" y="1490836"/>
                    </a:lnTo>
                    <a:lnTo>
                      <a:pt x="474859" y="1533575"/>
                    </a:lnTo>
                    <a:lnTo>
                      <a:pt x="1085293" y="536332"/>
                    </a:lnTo>
                    <a:close/>
                    <a:moveTo>
                      <a:pt x="1902475" y="364974"/>
                    </a:moveTo>
                    <a:lnTo>
                      <a:pt x="1293647" y="1362219"/>
                    </a:lnTo>
                    <a:lnTo>
                      <a:pt x="1091001" y="1404068"/>
                    </a:lnTo>
                    <a:lnTo>
                      <a:pt x="1699829" y="408603"/>
                    </a:lnTo>
                    <a:close/>
                    <a:moveTo>
                      <a:pt x="2518617" y="235468"/>
                    </a:moveTo>
                    <a:lnTo>
                      <a:pt x="1909788" y="1231858"/>
                    </a:lnTo>
                    <a:lnTo>
                      <a:pt x="1707141" y="1274560"/>
                    </a:lnTo>
                    <a:lnTo>
                      <a:pt x="2315082" y="278170"/>
                    </a:lnTo>
                    <a:close/>
                    <a:moveTo>
                      <a:pt x="3134754" y="105960"/>
                    </a:moveTo>
                    <a:lnTo>
                      <a:pt x="2524320" y="1103205"/>
                    </a:lnTo>
                    <a:lnTo>
                      <a:pt x="2319357" y="1145054"/>
                    </a:lnTo>
                    <a:lnTo>
                      <a:pt x="2930682" y="148699"/>
                    </a:lnTo>
                    <a:close/>
                    <a:moveTo>
                      <a:pt x="3656709" y="0"/>
                    </a:moveTo>
                    <a:lnTo>
                      <a:pt x="3656709" y="137117"/>
                    </a:lnTo>
                    <a:lnTo>
                      <a:pt x="3143470" y="976733"/>
                    </a:lnTo>
                    <a:lnTo>
                      <a:pt x="2939422" y="1019471"/>
                    </a:lnTo>
                    <a:lnTo>
                      <a:pt x="3548893" y="22259"/>
                    </a:lnTo>
                    <a:close/>
                  </a:path>
                </a:pathLst>
              </a:custGeom>
              <a:solidFill>
                <a:srgbClr val="111340">
                  <a:alpha val="35000"/>
                </a:srgbClr>
              </a:solidFill>
              <a:ln>
                <a:noFill/>
              </a:ln>
              <a:effectLst/>
            </p:spPr>
            <p:txBody>
              <a:bodyPr wrap="square" anchor="ctr">
                <a:noAutofit/>
              </a:bodyPr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891B3B0F-A5C9-4BB8-A94E-504C4BCD7AE6}"/>
                </a:ext>
              </a:extLst>
            </p:cNvPr>
            <p:cNvGrpSpPr/>
            <p:nvPr/>
          </p:nvGrpSpPr>
          <p:grpSpPr>
            <a:xfrm>
              <a:off x="12966428" y="9438334"/>
              <a:ext cx="3791032" cy="3532017"/>
              <a:chOff x="12966428" y="9438334"/>
              <a:chExt cx="3791032" cy="3532017"/>
            </a:xfrm>
          </p:grpSpPr>
          <p:sp>
            <p:nvSpPr>
              <p:cNvPr id="185" name="Freeform 16">
                <a:extLst>
                  <a:ext uri="{FF2B5EF4-FFF2-40B4-BE49-F238E27FC236}">
                    <a16:creationId xmlns:a16="http://schemas.microsoft.com/office/drawing/2014/main" id="{A331258F-AEB9-4BC7-9835-DFE00FBDB6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66428" y="10199680"/>
                <a:ext cx="70640" cy="2770671"/>
              </a:xfrm>
              <a:custGeom>
                <a:avLst/>
                <a:gdLst>
                  <a:gd name="T0" fmla="*/ 78 w 79"/>
                  <a:gd name="T1" fmla="*/ 3113 h 3114"/>
                  <a:gd name="T2" fmla="*/ 0 w 79"/>
                  <a:gd name="T3" fmla="*/ 3113 h 3114"/>
                  <a:gd name="T4" fmla="*/ 0 w 79"/>
                  <a:gd name="T5" fmla="*/ 0 h 3114"/>
                  <a:gd name="T6" fmla="*/ 78 w 79"/>
                  <a:gd name="T7" fmla="*/ 0 h 3114"/>
                  <a:gd name="T8" fmla="*/ 78 w 79"/>
                  <a:gd name="T9" fmla="*/ 3113 h 3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114">
                    <a:moveTo>
                      <a:pt x="78" y="3113"/>
                    </a:moveTo>
                    <a:lnTo>
                      <a:pt x="0" y="3113"/>
                    </a:lnTo>
                    <a:lnTo>
                      <a:pt x="0" y="0"/>
                    </a:lnTo>
                    <a:lnTo>
                      <a:pt x="78" y="0"/>
                    </a:lnTo>
                    <a:lnTo>
                      <a:pt x="78" y="3113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86" name="Freeform 17">
                <a:extLst>
                  <a:ext uri="{FF2B5EF4-FFF2-40B4-BE49-F238E27FC236}">
                    <a16:creationId xmlns:a16="http://schemas.microsoft.com/office/drawing/2014/main" id="{6B92388D-7C25-4453-9642-CF73B63847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86820" y="9438334"/>
                <a:ext cx="70640" cy="2770671"/>
              </a:xfrm>
              <a:custGeom>
                <a:avLst/>
                <a:gdLst>
                  <a:gd name="T0" fmla="*/ 77 w 78"/>
                  <a:gd name="T1" fmla="*/ 3113 h 3114"/>
                  <a:gd name="T2" fmla="*/ 0 w 78"/>
                  <a:gd name="T3" fmla="*/ 3113 h 3114"/>
                  <a:gd name="T4" fmla="*/ 0 w 78"/>
                  <a:gd name="T5" fmla="*/ 0 h 3114"/>
                  <a:gd name="T6" fmla="*/ 77 w 78"/>
                  <a:gd name="T7" fmla="*/ 0 h 3114"/>
                  <a:gd name="T8" fmla="*/ 77 w 78"/>
                  <a:gd name="T9" fmla="*/ 3113 h 3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8" h="3114">
                    <a:moveTo>
                      <a:pt x="77" y="3113"/>
                    </a:moveTo>
                    <a:lnTo>
                      <a:pt x="0" y="3113"/>
                    </a:lnTo>
                    <a:lnTo>
                      <a:pt x="0" y="0"/>
                    </a:lnTo>
                    <a:lnTo>
                      <a:pt x="77" y="0"/>
                    </a:lnTo>
                    <a:lnTo>
                      <a:pt x="77" y="3113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87" name="Freeform 18">
                <a:extLst>
                  <a:ext uri="{FF2B5EF4-FFF2-40B4-BE49-F238E27FC236}">
                    <a16:creationId xmlns:a16="http://schemas.microsoft.com/office/drawing/2014/main" id="{182E278E-3787-48D8-8053-AE2EFB226E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33142" y="9614936"/>
                <a:ext cx="3653677" cy="1632577"/>
              </a:xfrm>
              <a:custGeom>
                <a:avLst/>
                <a:gdLst>
                  <a:gd name="T0" fmla="*/ 4106 w 4107"/>
                  <a:gd name="T1" fmla="*/ 0 h 1834"/>
                  <a:gd name="T2" fmla="*/ 4106 w 4107"/>
                  <a:gd name="T3" fmla="*/ 977 h 1834"/>
                  <a:gd name="T4" fmla="*/ 3992 w 4107"/>
                  <a:gd name="T5" fmla="*/ 1000 h 1834"/>
                  <a:gd name="T6" fmla="*/ 3875 w 4107"/>
                  <a:gd name="T7" fmla="*/ 1025 h 1834"/>
                  <a:gd name="T8" fmla="*/ 3646 w 4107"/>
                  <a:gd name="T9" fmla="*/ 1072 h 1834"/>
                  <a:gd name="T10" fmla="*/ 3529 w 4107"/>
                  <a:gd name="T11" fmla="*/ 1097 h 1834"/>
                  <a:gd name="T12" fmla="*/ 3300 w 4107"/>
                  <a:gd name="T13" fmla="*/ 1145 h 1834"/>
                  <a:gd name="T14" fmla="*/ 3183 w 4107"/>
                  <a:gd name="T15" fmla="*/ 1169 h 1834"/>
                  <a:gd name="T16" fmla="*/ 2954 w 4107"/>
                  <a:gd name="T17" fmla="*/ 1217 h 1834"/>
                  <a:gd name="T18" fmla="*/ 2837 w 4107"/>
                  <a:gd name="T19" fmla="*/ 1242 h 1834"/>
                  <a:gd name="T20" fmla="*/ 2608 w 4107"/>
                  <a:gd name="T21" fmla="*/ 1289 h 1834"/>
                  <a:gd name="T22" fmla="*/ 2491 w 4107"/>
                  <a:gd name="T23" fmla="*/ 1314 h 1834"/>
                  <a:gd name="T24" fmla="*/ 2262 w 4107"/>
                  <a:gd name="T25" fmla="*/ 1362 h 1834"/>
                  <a:gd name="T26" fmla="*/ 2145 w 4107"/>
                  <a:gd name="T27" fmla="*/ 1386 h 1834"/>
                  <a:gd name="T28" fmla="*/ 1916 w 4107"/>
                  <a:gd name="T29" fmla="*/ 1434 h 1834"/>
                  <a:gd name="T30" fmla="*/ 1799 w 4107"/>
                  <a:gd name="T31" fmla="*/ 1458 h 1834"/>
                  <a:gd name="T32" fmla="*/ 1571 w 4107"/>
                  <a:gd name="T33" fmla="*/ 1505 h 1834"/>
                  <a:gd name="T34" fmla="*/ 1453 w 4107"/>
                  <a:gd name="T35" fmla="*/ 1530 h 1834"/>
                  <a:gd name="T36" fmla="*/ 1223 w 4107"/>
                  <a:gd name="T37" fmla="*/ 1577 h 1834"/>
                  <a:gd name="T38" fmla="*/ 1107 w 4107"/>
                  <a:gd name="T39" fmla="*/ 1602 h 1834"/>
                  <a:gd name="T40" fmla="*/ 878 w 4107"/>
                  <a:gd name="T41" fmla="*/ 1650 h 1834"/>
                  <a:gd name="T42" fmla="*/ 760 w 4107"/>
                  <a:gd name="T43" fmla="*/ 1674 h 1834"/>
                  <a:gd name="T44" fmla="*/ 532 w 4107"/>
                  <a:gd name="T45" fmla="*/ 1722 h 1834"/>
                  <a:gd name="T46" fmla="*/ 414 w 4107"/>
                  <a:gd name="T47" fmla="*/ 1747 h 1834"/>
                  <a:gd name="T48" fmla="*/ 186 w 4107"/>
                  <a:gd name="T49" fmla="*/ 1794 h 1834"/>
                  <a:gd name="T50" fmla="*/ 69 w 4107"/>
                  <a:gd name="T51" fmla="*/ 1819 h 1834"/>
                  <a:gd name="T52" fmla="*/ 0 w 4107"/>
                  <a:gd name="T53" fmla="*/ 1833 h 1834"/>
                  <a:gd name="T54" fmla="*/ 0 w 4107"/>
                  <a:gd name="T55" fmla="*/ 857 h 1834"/>
                  <a:gd name="T56" fmla="*/ 61 w 4107"/>
                  <a:gd name="T57" fmla="*/ 844 h 1834"/>
                  <a:gd name="T58" fmla="*/ 178 w 4107"/>
                  <a:gd name="T59" fmla="*/ 819 h 1834"/>
                  <a:gd name="T60" fmla="*/ 408 w 4107"/>
                  <a:gd name="T61" fmla="*/ 772 h 1834"/>
                  <a:gd name="T62" fmla="*/ 525 w 4107"/>
                  <a:gd name="T63" fmla="*/ 747 h 1834"/>
                  <a:gd name="T64" fmla="*/ 753 w 4107"/>
                  <a:gd name="T65" fmla="*/ 699 h 1834"/>
                  <a:gd name="T66" fmla="*/ 871 w 4107"/>
                  <a:gd name="T67" fmla="*/ 675 h 1834"/>
                  <a:gd name="T68" fmla="*/ 1099 w 4107"/>
                  <a:gd name="T69" fmla="*/ 627 h 1834"/>
                  <a:gd name="T70" fmla="*/ 1217 w 4107"/>
                  <a:gd name="T71" fmla="*/ 602 h 1834"/>
                  <a:gd name="T72" fmla="*/ 1446 w 4107"/>
                  <a:gd name="T73" fmla="*/ 555 h 1834"/>
                  <a:gd name="T74" fmla="*/ 1563 w 4107"/>
                  <a:gd name="T75" fmla="*/ 530 h 1834"/>
                  <a:gd name="T76" fmla="*/ 1791 w 4107"/>
                  <a:gd name="T77" fmla="*/ 482 h 1834"/>
                  <a:gd name="T78" fmla="*/ 1909 w 4107"/>
                  <a:gd name="T79" fmla="*/ 459 h 1834"/>
                  <a:gd name="T80" fmla="*/ 2138 w 4107"/>
                  <a:gd name="T81" fmla="*/ 410 h 1834"/>
                  <a:gd name="T82" fmla="*/ 2255 w 4107"/>
                  <a:gd name="T83" fmla="*/ 387 h 1834"/>
                  <a:gd name="T84" fmla="*/ 2484 w 4107"/>
                  <a:gd name="T85" fmla="*/ 338 h 1834"/>
                  <a:gd name="T86" fmla="*/ 2600 w 4107"/>
                  <a:gd name="T87" fmla="*/ 314 h 1834"/>
                  <a:gd name="T88" fmla="*/ 2830 w 4107"/>
                  <a:gd name="T89" fmla="*/ 266 h 1834"/>
                  <a:gd name="T90" fmla="*/ 2947 w 4107"/>
                  <a:gd name="T91" fmla="*/ 242 h 1834"/>
                  <a:gd name="T92" fmla="*/ 3176 w 4107"/>
                  <a:gd name="T93" fmla="*/ 194 h 1834"/>
                  <a:gd name="T94" fmla="*/ 3293 w 4107"/>
                  <a:gd name="T95" fmla="*/ 170 h 1834"/>
                  <a:gd name="T96" fmla="*/ 3522 w 4107"/>
                  <a:gd name="T97" fmla="*/ 122 h 1834"/>
                  <a:gd name="T98" fmla="*/ 3639 w 4107"/>
                  <a:gd name="T99" fmla="*/ 97 h 1834"/>
                  <a:gd name="T100" fmla="*/ 3867 w 4107"/>
                  <a:gd name="T101" fmla="*/ 50 h 1834"/>
                  <a:gd name="T102" fmla="*/ 3985 w 4107"/>
                  <a:gd name="T103" fmla="*/ 25 h 1834"/>
                  <a:gd name="T104" fmla="*/ 4106 w 4107"/>
                  <a:gd name="T105" fmla="*/ 0 h 18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4107" h="1834">
                    <a:moveTo>
                      <a:pt x="4106" y="0"/>
                    </a:moveTo>
                    <a:lnTo>
                      <a:pt x="4106" y="977"/>
                    </a:lnTo>
                    <a:lnTo>
                      <a:pt x="3992" y="1000"/>
                    </a:lnTo>
                    <a:lnTo>
                      <a:pt x="3875" y="1025"/>
                    </a:lnTo>
                    <a:lnTo>
                      <a:pt x="3646" y="1072"/>
                    </a:lnTo>
                    <a:lnTo>
                      <a:pt x="3529" y="1097"/>
                    </a:lnTo>
                    <a:lnTo>
                      <a:pt x="3300" y="1145"/>
                    </a:lnTo>
                    <a:lnTo>
                      <a:pt x="3183" y="1169"/>
                    </a:lnTo>
                    <a:lnTo>
                      <a:pt x="2954" y="1217"/>
                    </a:lnTo>
                    <a:lnTo>
                      <a:pt x="2837" y="1242"/>
                    </a:lnTo>
                    <a:lnTo>
                      <a:pt x="2608" y="1289"/>
                    </a:lnTo>
                    <a:lnTo>
                      <a:pt x="2491" y="1314"/>
                    </a:lnTo>
                    <a:lnTo>
                      <a:pt x="2262" y="1362"/>
                    </a:lnTo>
                    <a:lnTo>
                      <a:pt x="2145" y="1386"/>
                    </a:lnTo>
                    <a:lnTo>
                      <a:pt x="1916" y="1434"/>
                    </a:lnTo>
                    <a:lnTo>
                      <a:pt x="1799" y="1458"/>
                    </a:lnTo>
                    <a:lnTo>
                      <a:pt x="1571" y="1505"/>
                    </a:lnTo>
                    <a:lnTo>
                      <a:pt x="1453" y="1530"/>
                    </a:lnTo>
                    <a:lnTo>
                      <a:pt x="1223" y="1577"/>
                    </a:lnTo>
                    <a:lnTo>
                      <a:pt x="1107" y="1602"/>
                    </a:lnTo>
                    <a:lnTo>
                      <a:pt x="878" y="1650"/>
                    </a:lnTo>
                    <a:lnTo>
                      <a:pt x="760" y="1674"/>
                    </a:lnTo>
                    <a:lnTo>
                      <a:pt x="532" y="1722"/>
                    </a:lnTo>
                    <a:lnTo>
                      <a:pt x="414" y="1747"/>
                    </a:lnTo>
                    <a:lnTo>
                      <a:pt x="186" y="1794"/>
                    </a:lnTo>
                    <a:lnTo>
                      <a:pt x="69" y="1819"/>
                    </a:lnTo>
                    <a:lnTo>
                      <a:pt x="0" y="1833"/>
                    </a:lnTo>
                    <a:lnTo>
                      <a:pt x="0" y="857"/>
                    </a:lnTo>
                    <a:lnTo>
                      <a:pt x="61" y="844"/>
                    </a:lnTo>
                    <a:lnTo>
                      <a:pt x="178" y="819"/>
                    </a:lnTo>
                    <a:lnTo>
                      <a:pt x="408" y="772"/>
                    </a:lnTo>
                    <a:lnTo>
                      <a:pt x="525" y="747"/>
                    </a:lnTo>
                    <a:lnTo>
                      <a:pt x="753" y="699"/>
                    </a:lnTo>
                    <a:lnTo>
                      <a:pt x="871" y="675"/>
                    </a:lnTo>
                    <a:lnTo>
                      <a:pt x="1099" y="627"/>
                    </a:lnTo>
                    <a:lnTo>
                      <a:pt x="1217" y="602"/>
                    </a:lnTo>
                    <a:lnTo>
                      <a:pt x="1446" y="555"/>
                    </a:lnTo>
                    <a:lnTo>
                      <a:pt x="1563" y="530"/>
                    </a:lnTo>
                    <a:lnTo>
                      <a:pt x="1791" y="482"/>
                    </a:lnTo>
                    <a:lnTo>
                      <a:pt x="1909" y="459"/>
                    </a:lnTo>
                    <a:lnTo>
                      <a:pt x="2138" y="410"/>
                    </a:lnTo>
                    <a:lnTo>
                      <a:pt x="2255" y="387"/>
                    </a:lnTo>
                    <a:lnTo>
                      <a:pt x="2484" y="338"/>
                    </a:lnTo>
                    <a:lnTo>
                      <a:pt x="2600" y="314"/>
                    </a:lnTo>
                    <a:lnTo>
                      <a:pt x="2830" y="266"/>
                    </a:lnTo>
                    <a:lnTo>
                      <a:pt x="2947" y="242"/>
                    </a:lnTo>
                    <a:lnTo>
                      <a:pt x="3176" y="194"/>
                    </a:lnTo>
                    <a:lnTo>
                      <a:pt x="3293" y="170"/>
                    </a:lnTo>
                    <a:lnTo>
                      <a:pt x="3522" y="122"/>
                    </a:lnTo>
                    <a:lnTo>
                      <a:pt x="3639" y="97"/>
                    </a:lnTo>
                    <a:lnTo>
                      <a:pt x="3867" y="50"/>
                    </a:lnTo>
                    <a:lnTo>
                      <a:pt x="3985" y="25"/>
                    </a:lnTo>
                    <a:lnTo>
                      <a:pt x="4106" y="0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88" name="Freeform 19">
                <a:extLst>
                  <a:ext uri="{FF2B5EF4-FFF2-40B4-BE49-F238E27FC236}">
                    <a16:creationId xmlns:a16="http://schemas.microsoft.com/office/drawing/2014/main" id="{5112A37D-D98F-4A75-9993-92866E289A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66428" y="10199680"/>
                <a:ext cx="70640" cy="2770671"/>
              </a:xfrm>
              <a:custGeom>
                <a:avLst/>
                <a:gdLst>
                  <a:gd name="T0" fmla="*/ 78 w 79"/>
                  <a:gd name="T1" fmla="*/ 3113 h 3114"/>
                  <a:gd name="T2" fmla="*/ 0 w 79"/>
                  <a:gd name="T3" fmla="*/ 3113 h 3114"/>
                  <a:gd name="T4" fmla="*/ 0 w 79"/>
                  <a:gd name="T5" fmla="*/ 0 h 3114"/>
                  <a:gd name="T6" fmla="*/ 78 w 79"/>
                  <a:gd name="T7" fmla="*/ 0 h 3114"/>
                  <a:gd name="T8" fmla="*/ 78 w 79"/>
                  <a:gd name="T9" fmla="*/ 3113 h 3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114">
                    <a:moveTo>
                      <a:pt x="78" y="3113"/>
                    </a:moveTo>
                    <a:lnTo>
                      <a:pt x="0" y="3113"/>
                    </a:lnTo>
                    <a:lnTo>
                      <a:pt x="0" y="0"/>
                    </a:lnTo>
                    <a:lnTo>
                      <a:pt x="78" y="0"/>
                    </a:lnTo>
                    <a:lnTo>
                      <a:pt x="78" y="3113"/>
                    </a:lnTo>
                  </a:path>
                </a:pathLst>
              </a:custGeom>
              <a:solidFill>
                <a:srgbClr val="111340">
                  <a:alpha val="35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89" name="Freeform 20">
                <a:extLst>
                  <a:ext uri="{FF2B5EF4-FFF2-40B4-BE49-F238E27FC236}">
                    <a16:creationId xmlns:a16="http://schemas.microsoft.com/office/drawing/2014/main" id="{6CC8F130-E342-434A-A3EE-70653A4333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86820" y="9438334"/>
                <a:ext cx="70640" cy="2770671"/>
              </a:xfrm>
              <a:custGeom>
                <a:avLst/>
                <a:gdLst>
                  <a:gd name="T0" fmla="*/ 77 w 78"/>
                  <a:gd name="T1" fmla="*/ 3113 h 3114"/>
                  <a:gd name="T2" fmla="*/ 0 w 78"/>
                  <a:gd name="T3" fmla="*/ 3113 h 3114"/>
                  <a:gd name="T4" fmla="*/ 0 w 78"/>
                  <a:gd name="T5" fmla="*/ 0 h 3114"/>
                  <a:gd name="T6" fmla="*/ 77 w 78"/>
                  <a:gd name="T7" fmla="*/ 0 h 3114"/>
                  <a:gd name="T8" fmla="*/ 77 w 78"/>
                  <a:gd name="T9" fmla="*/ 3113 h 3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8" h="3114">
                    <a:moveTo>
                      <a:pt x="77" y="3113"/>
                    </a:moveTo>
                    <a:lnTo>
                      <a:pt x="0" y="3113"/>
                    </a:lnTo>
                    <a:lnTo>
                      <a:pt x="0" y="0"/>
                    </a:lnTo>
                    <a:lnTo>
                      <a:pt x="77" y="0"/>
                    </a:lnTo>
                    <a:lnTo>
                      <a:pt x="77" y="3113"/>
                    </a:lnTo>
                  </a:path>
                </a:pathLst>
              </a:custGeom>
              <a:solidFill>
                <a:srgbClr val="111340">
                  <a:alpha val="35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6C646C9A-BF8F-4E28-9C45-DDF47EA42C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33142" y="9614936"/>
                <a:ext cx="3656714" cy="1627763"/>
              </a:xfrm>
              <a:custGeom>
                <a:avLst/>
                <a:gdLst>
                  <a:gd name="connsiteX0" fmla="*/ 54056 w 3656714"/>
                  <a:gd name="connsiteY0" fmla="*/ 749572 h 1627763"/>
                  <a:gd name="connsiteX1" fmla="*/ 0 w 3656714"/>
                  <a:gd name="connsiteY1" fmla="*/ 838942 h 1627763"/>
                  <a:gd name="connsiteX2" fmla="*/ 0 w 3656714"/>
                  <a:gd name="connsiteY2" fmla="*/ 761190 h 1627763"/>
                  <a:gd name="connsiteX3" fmla="*/ 3656714 w 3656714"/>
                  <a:gd name="connsiteY3" fmla="*/ 726025 h 1627763"/>
                  <a:gd name="connsiteX4" fmla="*/ 3656714 w 3656714"/>
                  <a:gd name="connsiteY4" fmla="*/ 869584 h 1627763"/>
                  <a:gd name="connsiteX5" fmla="*/ 3555565 w 3656714"/>
                  <a:gd name="connsiteY5" fmla="*/ 889966 h 1627763"/>
                  <a:gd name="connsiteX6" fmla="*/ 670195 w 3656714"/>
                  <a:gd name="connsiteY6" fmla="*/ 620066 h 1627763"/>
                  <a:gd name="connsiteX7" fmla="*/ 61412 w 3656714"/>
                  <a:gd name="connsiteY7" fmla="*/ 1615323 h 1627763"/>
                  <a:gd name="connsiteX8" fmla="*/ 0 w 3656714"/>
                  <a:gd name="connsiteY8" fmla="*/ 1627763 h 1627763"/>
                  <a:gd name="connsiteX9" fmla="*/ 0 w 3656714"/>
                  <a:gd name="connsiteY9" fmla="*/ 1425158 h 1627763"/>
                  <a:gd name="connsiteX10" fmla="*/ 467267 w 3656714"/>
                  <a:gd name="connsiteY10" fmla="*/ 662720 h 1627763"/>
                  <a:gd name="connsiteX11" fmla="*/ 1286337 w 3656714"/>
                  <a:gd name="connsiteY11" fmla="*/ 494483 h 1627763"/>
                  <a:gd name="connsiteX12" fmla="*/ 677287 w 3656714"/>
                  <a:gd name="connsiteY12" fmla="*/ 1490836 h 1627763"/>
                  <a:gd name="connsiteX13" fmla="*/ 474862 w 3656714"/>
                  <a:gd name="connsiteY13" fmla="*/ 1533575 h 1627763"/>
                  <a:gd name="connsiteX14" fmla="*/ 1083024 w 3656714"/>
                  <a:gd name="connsiteY14" fmla="*/ 536332 h 1627763"/>
                  <a:gd name="connsiteX15" fmla="*/ 1906398 w 3656714"/>
                  <a:gd name="connsiteY15" fmla="*/ 364974 h 1627763"/>
                  <a:gd name="connsiteX16" fmla="*/ 1295964 w 3656714"/>
                  <a:gd name="connsiteY16" fmla="*/ 1362219 h 1627763"/>
                  <a:gd name="connsiteX17" fmla="*/ 1091001 w 3656714"/>
                  <a:gd name="connsiteY17" fmla="*/ 1404068 h 1627763"/>
                  <a:gd name="connsiteX18" fmla="*/ 1702326 w 3656714"/>
                  <a:gd name="connsiteY18" fmla="*/ 408603 h 1627763"/>
                  <a:gd name="connsiteX19" fmla="*/ 2518618 w 3656714"/>
                  <a:gd name="connsiteY19" fmla="*/ 235468 h 1627763"/>
                  <a:gd name="connsiteX20" fmla="*/ 1910456 w 3656714"/>
                  <a:gd name="connsiteY20" fmla="*/ 1231858 h 1627763"/>
                  <a:gd name="connsiteX21" fmla="*/ 1707143 w 3656714"/>
                  <a:gd name="connsiteY21" fmla="*/ 1274560 h 1627763"/>
                  <a:gd name="connsiteX22" fmla="*/ 2314418 w 3656714"/>
                  <a:gd name="connsiteY22" fmla="*/ 278170 h 1627763"/>
                  <a:gd name="connsiteX23" fmla="*/ 3134760 w 3656714"/>
                  <a:gd name="connsiteY23" fmla="*/ 105960 h 1627763"/>
                  <a:gd name="connsiteX24" fmla="*/ 2526596 w 3656714"/>
                  <a:gd name="connsiteY24" fmla="*/ 1103205 h 1627763"/>
                  <a:gd name="connsiteX25" fmla="*/ 2323283 w 3656714"/>
                  <a:gd name="connsiteY25" fmla="*/ 1145054 h 1627763"/>
                  <a:gd name="connsiteX26" fmla="*/ 2931447 w 3656714"/>
                  <a:gd name="connsiteY26" fmla="*/ 148699 h 1627763"/>
                  <a:gd name="connsiteX27" fmla="*/ 3656711 w 3656714"/>
                  <a:gd name="connsiteY27" fmla="*/ 0 h 1627763"/>
                  <a:gd name="connsiteX28" fmla="*/ 3656711 w 3656714"/>
                  <a:gd name="connsiteY28" fmla="*/ 137117 h 1627763"/>
                  <a:gd name="connsiteX29" fmla="*/ 3143220 w 3656714"/>
                  <a:gd name="connsiteY29" fmla="*/ 976733 h 1627763"/>
                  <a:gd name="connsiteX30" fmla="*/ 2939425 w 3656714"/>
                  <a:gd name="connsiteY30" fmla="*/ 1019471 h 1627763"/>
                  <a:gd name="connsiteX31" fmla="*/ 3549029 w 3656714"/>
                  <a:gd name="connsiteY31" fmla="*/ 22259 h 16277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656714" h="1627763">
                    <a:moveTo>
                      <a:pt x="54056" y="749572"/>
                    </a:moveTo>
                    <a:lnTo>
                      <a:pt x="0" y="838942"/>
                    </a:lnTo>
                    <a:lnTo>
                      <a:pt x="0" y="761190"/>
                    </a:lnTo>
                    <a:close/>
                    <a:moveTo>
                      <a:pt x="3656714" y="726025"/>
                    </a:moveTo>
                    <a:lnTo>
                      <a:pt x="3656714" y="869584"/>
                    </a:lnTo>
                    <a:lnTo>
                      <a:pt x="3555565" y="889966"/>
                    </a:lnTo>
                    <a:close/>
                    <a:moveTo>
                      <a:pt x="670195" y="620066"/>
                    </a:moveTo>
                    <a:lnTo>
                      <a:pt x="61412" y="1615323"/>
                    </a:lnTo>
                    <a:lnTo>
                      <a:pt x="0" y="1627763"/>
                    </a:lnTo>
                    <a:lnTo>
                      <a:pt x="0" y="1425158"/>
                    </a:lnTo>
                    <a:lnTo>
                      <a:pt x="467267" y="662720"/>
                    </a:lnTo>
                    <a:close/>
                    <a:moveTo>
                      <a:pt x="1286337" y="494483"/>
                    </a:moveTo>
                    <a:lnTo>
                      <a:pt x="677287" y="1490836"/>
                    </a:lnTo>
                    <a:lnTo>
                      <a:pt x="474862" y="1533575"/>
                    </a:lnTo>
                    <a:lnTo>
                      <a:pt x="1083024" y="536332"/>
                    </a:lnTo>
                    <a:close/>
                    <a:moveTo>
                      <a:pt x="1906398" y="364974"/>
                    </a:moveTo>
                    <a:lnTo>
                      <a:pt x="1295964" y="1362219"/>
                    </a:lnTo>
                    <a:lnTo>
                      <a:pt x="1091001" y="1404068"/>
                    </a:lnTo>
                    <a:lnTo>
                      <a:pt x="1702326" y="408603"/>
                    </a:lnTo>
                    <a:close/>
                    <a:moveTo>
                      <a:pt x="2518618" y="235468"/>
                    </a:moveTo>
                    <a:lnTo>
                      <a:pt x="1910456" y="1231858"/>
                    </a:lnTo>
                    <a:lnTo>
                      <a:pt x="1707143" y="1274560"/>
                    </a:lnTo>
                    <a:lnTo>
                      <a:pt x="2314418" y="278170"/>
                    </a:lnTo>
                    <a:close/>
                    <a:moveTo>
                      <a:pt x="3134760" y="105960"/>
                    </a:moveTo>
                    <a:lnTo>
                      <a:pt x="2526596" y="1103205"/>
                    </a:lnTo>
                    <a:lnTo>
                      <a:pt x="2323283" y="1145054"/>
                    </a:lnTo>
                    <a:lnTo>
                      <a:pt x="2931447" y="148699"/>
                    </a:lnTo>
                    <a:close/>
                    <a:moveTo>
                      <a:pt x="3656711" y="0"/>
                    </a:moveTo>
                    <a:lnTo>
                      <a:pt x="3656711" y="137117"/>
                    </a:lnTo>
                    <a:lnTo>
                      <a:pt x="3143220" y="976733"/>
                    </a:lnTo>
                    <a:lnTo>
                      <a:pt x="2939425" y="1019471"/>
                    </a:lnTo>
                    <a:lnTo>
                      <a:pt x="3549029" y="22259"/>
                    </a:lnTo>
                    <a:close/>
                  </a:path>
                </a:pathLst>
              </a:custGeom>
              <a:solidFill>
                <a:srgbClr val="111340">
                  <a:alpha val="35000"/>
                </a:srgbClr>
              </a:solidFill>
              <a:ln>
                <a:noFill/>
              </a:ln>
              <a:effectLst/>
            </p:spPr>
            <p:txBody>
              <a:bodyPr wrap="square" anchor="ctr">
                <a:noAutofit/>
              </a:bodyPr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</p:grp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D3A4F80C-94FE-4292-B41B-FCE44D4EE67F}"/>
                </a:ext>
              </a:extLst>
            </p:cNvPr>
            <p:cNvGrpSpPr/>
            <p:nvPr/>
          </p:nvGrpSpPr>
          <p:grpSpPr>
            <a:xfrm>
              <a:off x="18307622" y="9438334"/>
              <a:ext cx="3794957" cy="3532017"/>
              <a:chOff x="18307622" y="9438334"/>
              <a:chExt cx="3794957" cy="3532017"/>
            </a:xfrm>
          </p:grpSpPr>
          <p:sp>
            <p:nvSpPr>
              <p:cNvPr id="179" name="Freeform 29">
                <a:extLst>
                  <a:ext uri="{FF2B5EF4-FFF2-40B4-BE49-F238E27FC236}">
                    <a16:creationId xmlns:a16="http://schemas.microsoft.com/office/drawing/2014/main" id="{B6530C59-6078-4852-AD21-555396AF3D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07622" y="10199680"/>
                <a:ext cx="70640" cy="2770671"/>
              </a:xfrm>
              <a:custGeom>
                <a:avLst/>
                <a:gdLst>
                  <a:gd name="T0" fmla="*/ 78 w 79"/>
                  <a:gd name="T1" fmla="*/ 3113 h 3114"/>
                  <a:gd name="T2" fmla="*/ 0 w 79"/>
                  <a:gd name="T3" fmla="*/ 3113 h 3114"/>
                  <a:gd name="T4" fmla="*/ 0 w 79"/>
                  <a:gd name="T5" fmla="*/ 0 h 3114"/>
                  <a:gd name="T6" fmla="*/ 78 w 79"/>
                  <a:gd name="T7" fmla="*/ 0 h 3114"/>
                  <a:gd name="T8" fmla="*/ 78 w 79"/>
                  <a:gd name="T9" fmla="*/ 3113 h 3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114">
                    <a:moveTo>
                      <a:pt x="78" y="3113"/>
                    </a:moveTo>
                    <a:lnTo>
                      <a:pt x="0" y="3113"/>
                    </a:lnTo>
                    <a:lnTo>
                      <a:pt x="0" y="0"/>
                    </a:lnTo>
                    <a:lnTo>
                      <a:pt x="78" y="0"/>
                    </a:lnTo>
                    <a:lnTo>
                      <a:pt x="78" y="3113"/>
                    </a:lnTo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80" name="Freeform 30">
                <a:extLst>
                  <a:ext uri="{FF2B5EF4-FFF2-40B4-BE49-F238E27FC236}">
                    <a16:creationId xmlns:a16="http://schemas.microsoft.com/office/drawing/2014/main" id="{526899BF-4BA1-44D2-BFD7-9C8E0A6512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31939" y="9438334"/>
                <a:ext cx="70640" cy="2770671"/>
              </a:xfrm>
              <a:custGeom>
                <a:avLst/>
                <a:gdLst>
                  <a:gd name="T0" fmla="*/ 77 w 78"/>
                  <a:gd name="T1" fmla="*/ 3113 h 3114"/>
                  <a:gd name="T2" fmla="*/ 0 w 78"/>
                  <a:gd name="T3" fmla="*/ 3113 h 3114"/>
                  <a:gd name="T4" fmla="*/ 0 w 78"/>
                  <a:gd name="T5" fmla="*/ 0 h 3114"/>
                  <a:gd name="T6" fmla="*/ 77 w 78"/>
                  <a:gd name="T7" fmla="*/ 0 h 3114"/>
                  <a:gd name="T8" fmla="*/ 77 w 78"/>
                  <a:gd name="T9" fmla="*/ 3113 h 3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8" h="3114">
                    <a:moveTo>
                      <a:pt x="77" y="3113"/>
                    </a:moveTo>
                    <a:lnTo>
                      <a:pt x="0" y="3113"/>
                    </a:lnTo>
                    <a:lnTo>
                      <a:pt x="0" y="0"/>
                    </a:lnTo>
                    <a:lnTo>
                      <a:pt x="77" y="0"/>
                    </a:lnTo>
                    <a:lnTo>
                      <a:pt x="77" y="3113"/>
                    </a:lnTo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81" name="Freeform 31">
                <a:extLst>
                  <a:ext uri="{FF2B5EF4-FFF2-40B4-BE49-F238E27FC236}">
                    <a16:creationId xmlns:a16="http://schemas.microsoft.com/office/drawing/2014/main" id="{0FB0C5C7-D5F0-4547-B402-8548BE53F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78262" y="9614936"/>
                <a:ext cx="3653677" cy="1632577"/>
              </a:xfrm>
              <a:custGeom>
                <a:avLst/>
                <a:gdLst>
                  <a:gd name="T0" fmla="*/ 4105 w 4106"/>
                  <a:gd name="T1" fmla="*/ 0 h 1834"/>
                  <a:gd name="T2" fmla="*/ 4105 w 4106"/>
                  <a:gd name="T3" fmla="*/ 977 h 1834"/>
                  <a:gd name="T4" fmla="*/ 3991 w 4106"/>
                  <a:gd name="T5" fmla="*/ 1000 h 1834"/>
                  <a:gd name="T6" fmla="*/ 3875 w 4106"/>
                  <a:gd name="T7" fmla="*/ 1025 h 1834"/>
                  <a:gd name="T8" fmla="*/ 3645 w 4106"/>
                  <a:gd name="T9" fmla="*/ 1072 h 1834"/>
                  <a:gd name="T10" fmla="*/ 3529 w 4106"/>
                  <a:gd name="T11" fmla="*/ 1097 h 1834"/>
                  <a:gd name="T12" fmla="*/ 3300 w 4106"/>
                  <a:gd name="T13" fmla="*/ 1145 h 1834"/>
                  <a:gd name="T14" fmla="*/ 3182 w 4106"/>
                  <a:gd name="T15" fmla="*/ 1169 h 1834"/>
                  <a:gd name="T16" fmla="*/ 2954 w 4106"/>
                  <a:gd name="T17" fmla="*/ 1217 h 1834"/>
                  <a:gd name="T18" fmla="*/ 2836 w 4106"/>
                  <a:gd name="T19" fmla="*/ 1242 h 1834"/>
                  <a:gd name="T20" fmla="*/ 2608 w 4106"/>
                  <a:gd name="T21" fmla="*/ 1289 h 1834"/>
                  <a:gd name="T22" fmla="*/ 2491 w 4106"/>
                  <a:gd name="T23" fmla="*/ 1314 h 1834"/>
                  <a:gd name="T24" fmla="*/ 2262 w 4106"/>
                  <a:gd name="T25" fmla="*/ 1362 h 1834"/>
                  <a:gd name="T26" fmla="*/ 2144 w 4106"/>
                  <a:gd name="T27" fmla="*/ 1386 h 1834"/>
                  <a:gd name="T28" fmla="*/ 1915 w 4106"/>
                  <a:gd name="T29" fmla="*/ 1434 h 1834"/>
                  <a:gd name="T30" fmla="*/ 1798 w 4106"/>
                  <a:gd name="T31" fmla="*/ 1458 h 1834"/>
                  <a:gd name="T32" fmla="*/ 1569 w 4106"/>
                  <a:gd name="T33" fmla="*/ 1505 h 1834"/>
                  <a:gd name="T34" fmla="*/ 1453 w 4106"/>
                  <a:gd name="T35" fmla="*/ 1530 h 1834"/>
                  <a:gd name="T36" fmla="*/ 1223 w 4106"/>
                  <a:gd name="T37" fmla="*/ 1577 h 1834"/>
                  <a:gd name="T38" fmla="*/ 1106 w 4106"/>
                  <a:gd name="T39" fmla="*/ 1602 h 1834"/>
                  <a:gd name="T40" fmla="*/ 877 w 4106"/>
                  <a:gd name="T41" fmla="*/ 1650 h 1834"/>
                  <a:gd name="T42" fmla="*/ 760 w 4106"/>
                  <a:gd name="T43" fmla="*/ 1674 h 1834"/>
                  <a:gd name="T44" fmla="*/ 532 w 4106"/>
                  <a:gd name="T45" fmla="*/ 1722 h 1834"/>
                  <a:gd name="T46" fmla="*/ 414 w 4106"/>
                  <a:gd name="T47" fmla="*/ 1747 h 1834"/>
                  <a:gd name="T48" fmla="*/ 186 w 4106"/>
                  <a:gd name="T49" fmla="*/ 1794 h 1834"/>
                  <a:gd name="T50" fmla="*/ 68 w 4106"/>
                  <a:gd name="T51" fmla="*/ 1819 h 1834"/>
                  <a:gd name="T52" fmla="*/ 0 w 4106"/>
                  <a:gd name="T53" fmla="*/ 1833 h 1834"/>
                  <a:gd name="T54" fmla="*/ 0 w 4106"/>
                  <a:gd name="T55" fmla="*/ 857 h 1834"/>
                  <a:gd name="T56" fmla="*/ 61 w 4106"/>
                  <a:gd name="T57" fmla="*/ 844 h 1834"/>
                  <a:gd name="T58" fmla="*/ 178 w 4106"/>
                  <a:gd name="T59" fmla="*/ 819 h 1834"/>
                  <a:gd name="T60" fmla="*/ 407 w 4106"/>
                  <a:gd name="T61" fmla="*/ 772 h 1834"/>
                  <a:gd name="T62" fmla="*/ 524 w 4106"/>
                  <a:gd name="T63" fmla="*/ 747 h 1834"/>
                  <a:gd name="T64" fmla="*/ 753 w 4106"/>
                  <a:gd name="T65" fmla="*/ 699 h 1834"/>
                  <a:gd name="T66" fmla="*/ 870 w 4106"/>
                  <a:gd name="T67" fmla="*/ 675 h 1834"/>
                  <a:gd name="T68" fmla="*/ 1099 w 4106"/>
                  <a:gd name="T69" fmla="*/ 627 h 1834"/>
                  <a:gd name="T70" fmla="*/ 1216 w 4106"/>
                  <a:gd name="T71" fmla="*/ 602 h 1834"/>
                  <a:gd name="T72" fmla="*/ 1445 w 4106"/>
                  <a:gd name="T73" fmla="*/ 555 h 1834"/>
                  <a:gd name="T74" fmla="*/ 1562 w 4106"/>
                  <a:gd name="T75" fmla="*/ 530 h 1834"/>
                  <a:gd name="T76" fmla="*/ 1791 w 4106"/>
                  <a:gd name="T77" fmla="*/ 482 h 1834"/>
                  <a:gd name="T78" fmla="*/ 1908 w 4106"/>
                  <a:gd name="T79" fmla="*/ 459 h 1834"/>
                  <a:gd name="T80" fmla="*/ 2137 w 4106"/>
                  <a:gd name="T81" fmla="*/ 410 h 1834"/>
                  <a:gd name="T82" fmla="*/ 2254 w 4106"/>
                  <a:gd name="T83" fmla="*/ 387 h 1834"/>
                  <a:gd name="T84" fmla="*/ 2483 w 4106"/>
                  <a:gd name="T85" fmla="*/ 338 h 1834"/>
                  <a:gd name="T86" fmla="*/ 2600 w 4106"/>
                  <a:gd name="T87" fmla="*/ 314 h 1834"/>
                  <a:gd name="T88" fmla="*/ 2830 w 4106"/>
                  <a:gd name="T89" fmla="*/ 266 h 1834"/>
                  <a:gd name="T90" fmla="*/ 2946 w 4106"/>
                  <a:gd name="T91" fmla="*/ 242 h 1834"/>
                  <a:gd name="T92" fmla="*/ 3175 w 4106"/>
                  <a:gd name="T93" fmla="*/ 194 h 1834"/>
                  <a:gd name="T94" fmla="*/ 3293 w 4106"/>
                  <a:gd name="T95" fmla="*/ 170 h 1834"/>
                  <a:gd name="T96" fmla="*/ 3521 w 4106"/>
                  <a:gd name="T97" fmla="*/ 122 h 1834"/>
                  <a:gd name="T98" fmla="*/ 3639 w 4106"/>
                  <a:gd name="T99" fmla="*/ 97 h 1834"/>
                  <a:gd name="T100" fmla="*/ 3867 w 4106"/>
                  <a:gd name="T101" fmla="*/ 50 h 1834"/>
                  <a:gd name="T102" fmla="*/ 3984 w 4106"/>
                  <a:gd name="T103" fmla="*/ 25 h 1834"/>
                  <a:gd name="T104" fmla="*/ 4105 w 4106"/>
                  <a:gd name="T105" fmla="*/ 0 h 18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4106" h="1834">
                    <a:moveTo>
                      <a:pt x="4105" y="0"/>
                    </a:moveTo>
                    <a:lnTo>
                      <a:pt x="4105" y="977"/>
                    </a:lnTo>
                    <a:lnTo>
                      <a:pt x="3991" y="1000"/>
                    </a:lnTo>
                    <a:lnTo>
                      <a:pt x="3875" y="1025"/>
                    </a:lnTo>
                    <a:lnTo>
                      <a:pt x="3645" y="1072"/>
                    </a:lnTo>
                    <a:lnTo>
                      <a:pt x="3529" y="1097"/>
                    </a:lnTo>
                    <a:lnTo>
                      <a:pt x="3300" y="1145"/>
                    </a:lnTo>
                    <a:lnTo>
                      <a:pt x="3182" y="1169"/>
                    </a:lnTo>
                    <a:lnTo>
                      <a:pt x="2954" y="1217"/>
                    </a:lnTo>
                    <a:lnTo>
                      <a:pt x="2836" y="1242"/>
                    </a:lnTo>
                    <a:lnTo>
                      <a:pt x="2608" y="1289"/>
                    </a:lnTo>
                    <a:lnTo>
                      <a:pt x="2491" y="1314"/>
                    </a:lnTo>
                    <a:lnTo>
                      <a:pt x="2262" y="1362"/>
                    </a:lnTo>
                    <a:lnTo>
                      <a:pt x="2144" y="1386"/>
                    </a:lnTo>
                    <a:lnTo>
                      <a:pt x="1915" y="1434"/>
                    </a:lnTo>
                    <a:lnTo>
                      <a:pt x="1798" y="1458"/>
                    </a:lnTo>
                    <a:lnTo>
                      <a:pt x="1569" y="1505"/>
                    </a:lnTo>
                    <a:lnTo>
                      <a:pt x="1453" y="1530"/>
                    </a:lnTo>
                    <a:lnTo>
                      <a:pt x="1223" y="1577"/>
                    </a:lnTo>
                    <a:lnTo>
                      <a:pt x="1106" y="1602"/>
                    </a:lnTo>
                    <a:lnTo>
                      <a:pt x="877" y="1650"/>
                    </a:lnTo>
                    <a:lnTo>
                      <a:pt x="760" y="1674"/>
                    </a:lnTo>
                    <a:lnTo>
                      <a:pt x="532" y="1722"/>
                    </a:lnTo>
                    <a:lnTo>
                      <a:pt x="414" y="1747"/>
                    </a:lnTo>
                    <a:lnTo>
                      <a:pt x="186" y="1794"/>
                    </a:lnTo>
                    <a:lnTo>
                      <a:pt x="68" y="1819"/>
                    </a:lnTo>
                    <a:lnTo>
                      <a:pt x="0" y="1833"/>
                    </a:lnTo>
                    <a:lnTo>
                      <a:pt x="0" y="857"/>
                    </a:lnTo>
                    <a:lnTo>
                      <a:pt x="61" y="844"/>
                    </a:lnTo>
                    <a:lnTo>
                      <a:pt x="178" y="819"/>
                    </a:lnTo>
                    <a:lnTo>
                      <a:pt x="407" y="772"/>
                    </a:lnTo>
                    <a:lnTo>
                      <a:pt x="524" y="747"/>
                    </a:lnTo>
                    <a:lnTo>
                      <a:pt x="753" y="699"/>
                    </a:lnTo>
                    <a:lnTo>
                      <a:pt x="870" y="675"/>
                    </a:lnTo>
                    <a:lnTo>
                      <a:pt x="1099" y="627"/>
                    </a:lnTo>
                    <a:lnTo>
                      <a:pt x="1216" y="602"/>
                    </a:lnTo>
                    <a:lnTo>
                      <a:pt x="1445" y="555"/>
                    </a:lnTo>
                    <a:lnTo>
                      <a:pt x="1562" y="530"/>
                    </a:lnTo>
                    <a:lnTo>
                      <a:pt x="1791" y="482"/>
                    </a:lnTo>
                    <a:lnTo>
                      <a:pt x="1908" y="459"/>
                    </a:lnTo>
                    <a:lnTo>
                      <a:pt x="2137" y="410"/>
                    </a:lnTo>
                    <a:lnTo>
                      <a:pt x="2254" y="387"/>
                    </a:lnTo>
                    <a:lnTo>
                      <a:pt x="2483" y="338"/>
                    </a:lnTo>
                    <a:lnTo>
                      <a:pt x="2600" y="314"/>
                    </a:lnTo>
                    <a:lnTo>
                      <a:pt x="2830" y="266"/>
                    </a:lnTo>
                    <a:lnTo>
                      <a:pt x="2946" y="242"/>
                    </a:lnTo>
                    <a:lnTo>
                      <a:pt x="3175" y="194"/>
                    </a:lnTo>
                    <a:lnTo>
                      <a:pt x="3293" y="170"/>
                    </a:lnTo>
                    <a:lnTo>
                      <a:pt x="3521" y="122"/>
                    </a:lnTo>
                    <a:lnTo>
                      <a:pt x="3639" y="97"/>
                    </a:lnTo>
                    <a:lnTo>
                      <a:pt x="3867" y="50"/>
                    </a:lnTo>
                    <a:lnTo>
                      <a:pt x="3984" y="25"/>
                    </a:lnTo>
                    <a:lnTo>
                      <a:pt x="4105" y="0"/>
                    </a:lnTo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82" name="Freeform 32">
                <a:extLst>
                  <a:ext uri="{FF2B5EF4-FFF2-40B4-BE49-F238E27FC236}">
                    <a16:creationId xmlns:a16="http://schemas.microsoft.com/office/drawing/2014/main" id="{DFEB8B27-7A64-445C-A30F-602605036C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07622" y="10199680"/>
                <a:ext cx="70640" cy="2770671"/>
              </a:xfrm>
              <a:custGeom>
                <a:avLst/>
                <a:gdLst>
                  <a:gd name="T0" fmla="*/ 78 w 79"/>
                  <a:gd name="T1" fmla="*/ 3113 h 3114"/>
                  <a:gd name="T2" fmla="*/ 0 w 79"/>
                  <a:gd name="T3" fmla="*/ 3113 h 3114"/>
                  <a:gd name="T4" fmla="*/ 0 w 79"/>
                  <a:gd name="T5" fmla="*/ 0 h 3114"/>
                  <a:gd name="T6" fmla="*/ 78 w 79"/>
                  <a:gd name="T7" fmla="*/ 0 h 3114"/>
                  <a:gd name="T8" fmla="*/ 78 w 79"/>
                  <a:gd name="T9" fmla="*/ 3113 h 3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9" h="3114">
                    <a:moveTo>
                      <a:pt x="78" y="3113"/>
                    </a:moveTo>
                    <a:lnTo>
                      <a:pt x="0" y="3113"/>
                    </a:lnTo>
                    <a:lnTo>
                      <a:pt x="0" y="0"/>
                    </a:lnTo>
                    <a:lnTo>
                      <a:pt x="78" y="0"/>
                    </a:lnTo>
                    <a:lnTo>
                      <a:pt x="78" y="3113"/>
                    </a:lnTo>
                  </a:path>
                </a:pathLst>
              </a:custGeom>
              <a:solidFill>
                <a:srgbClr val="111340">
                  <a:alpha val="35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83" name="Freeform 33">
                <a:extLst>
                  <a:ext uri="{FF2B5EF4-FFF2-40B4-BE49-F238E27FC236}">
                    <a16:creationId xmlns:a16="http://schemas.microsoft.com/office/drawing/2014/main" id="{A067E4F0-BEF4-48CE-9E74-ED35CFE830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31939" y="9438334"/>
                <a:ext cx="70640" cy="2770671"/>
              </a:xfrm>
              <a:custGeom>
                <a:avLst/>
                <a:gdLst>
                  <a:gd name="T0" fmla="*/ 77 w 78"/>
                  <a:gd name="T1" fmla="*/ 3113 h 3114"/>
                  <a:gd name="T2" fmla="*/ 0 w 78"/>
                  <a:gd name="T3" fmla="*/ 3113 h 3114"/>
                  <a:gd name="T4" fmla="*/ 0 w 78"/>
                  <a:gd name="T5" fmla="*/ 0 h 3114"/>
                  <a:gd name="T6" fmla="*/ 77 w 78"/>
                  <a:gd name="T7" fmla="*/ 0 h 3114"/>
                  <a:gd name="T8" fmla="*/ 77 w 78"/>
                  <a:gd name="T9" fmla="*/ 3113 h 3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78" h="3114">
                    <a:moveTo>
                      <a:pt x="77" y="3113"/>
                    </a:moveTo>
                    <a:lnTo>
                      <a:pt x="0" y="3113"/>
                    </a:lnTo>
                    <a:lnTo>
                      <a:pt x="0" y="0"/>
                    </a:lnTo>
                    <a:lnTo>
                      <a:pt x="77" y="0"/>
                    </a:lnTo>
                    <a:lnTo>
                      <a:pt x="77" y="3113"/>
                    </a:lnTo>
                  </a:path>
                </a:pathLst>
              </a:custGeom>
              <a:solidFill>
                <a:srgbClr val="111340">
                  <a:alpha val="35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327E4AD-7F5D-461D-9BBD-FEC0912DC4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78262" y="9614936"/>
                <a:ext cx="3652790" cy="1627763"/>
              </a:xfrm>
              <a:custGeom>
                <a:avLst/>
                <a:gdLst>
                  <a:gd name="connsiteX0" fmla="*/ 54056 w 3652790"/>
                  <a:gd name="connsiteY0" fmla="*/ 749572 h 1627763"/>
                  <a:gd name="connsiteX1" fmla="*/ 0 w 3652790"/>
                  <a:gd name="connsiteY1" fmla="*/ 838942 h 1627763"/>
                  <a:gd name="connsiteX2" fmla="*/ 0 w 3652790"/>
                  <a:gd name="connsiteY2" fmla="*/ 761190 h 1627763"/>
                  <a:gd name="connsiteX3" fmla="*/ 3652790 w 3652790"/>
                  <a:gd name="connsiteY3" fmla="*/ 726025 h 1627763"/>
                  <a:gd name="connsiteX4" fmla="*/ 3652790 w 3652790"/>
                  <a:gd name="connsiteY4" fmla="*/ 869584 h 1627763"/>
                  <a:gd name="connsiteX5" fmla="*/ 3551642 w 3652790"/>
                  <a:gd name="connsiteY5" fmla="*/ 889966 h 1627763"/>
                  <a:gd name="connsiteX6" fmla="*/ 670194 w 3652790"/>
                  <a:gd name="connsiteY6" fmla="*/ 620066 h 1627763"/>
                  <a:gd name="connsiteX7" fmla="*/ 60522 w 3652790"/>
                  <a:gd name="connsiteY7" fmla="*/ 1615323 h 1627763"/>
                  <a:gd name="connsiteX8" fmla="*/ 0 w 3652790"/>
                  <a:gd name="connsiteY8" fmla="*/ 1627763 h 1627763"/>
                  <a:gd name="connsiteX9" fmla="*/ 0 w 3652790"/>
                  <a:gd name="connsiteY9" fmla="*/ 1425158 h 1627763"/>
                  <a:gd name="connsiteX10" fmla="*/ 466378 w 3652790"/>
                  <a:gd name="connsiteY10" fmla="*/ 662720 h 1627763"/>
                  <a:gd name="connsiteX11" fmla="*/ 1282412 w 3652790"/>
                  <a:gd name="connsiteY11" fmla="*/ 494483 h 1627763"/>
                  <a:gd name="connsiteX12" fmla="*/ 673582 w 3652790"/>
                  <a:gd name="connsiteY12" fmla="*/ 1490836 h 1627763"/>
                  <a:gd name="connsiteX13" fmla="*/ 470936 w 3652790"/>
                  <a:gd name="connsiteY13" fmla="*/ 1533575 h 1627763"/>
                  <a:gd name="connsiteX14" fmla="*/ 1078876 w 3652790"/>
                  <a:gd name="connsiteY14" fmla="*/ 536332 h 1627763"/>
                  <a:gd name="connsiteX15" fmla="*/ 1898554 w 3652790"/>
                  <a:gd name="connsiteY15" fmla="*/ 364974 h 1627763"/>
                  <a:gd name="connsiteX16" fmla="*/ 1291278 w 3652790"/>
                  <a:gd name="connsiteY16" fmla="*/ 1362219 h 1627763"/>
                  <a:gd name="connsiteX17" fmla="*/ 1087078 w 3652790"/>
                  <a:gd name="connsiteY17" fmla="*/ 1404068 h 1627763"/>
                  <a:gd name="connsiteX18" fmla="*/ 1695240 w 3652790"/>
                  <a:gd name="connsiteY18" fmla="*/ 408603 h 1627763"/>
                  <a:gd name="connsiteX19" fmla="*/ 2518614 w 3652790"/>
                  <a:gd name="connsiteY19" fmla="*/ 235468 h 1627763"/>
                  <a:gd name="connsiteX20" fmla="*/ 1907290 w 3652790"/>
                  <a:gd name="connsiteY20" fmla="*/ 1231858 h 1627763"/>
                  <a:gd name="connsiteX21" fmla="*/ 1703218 w 3652790"/>
                  <a:gd name="connsiteY21" fmla="*/ 1274560 h 1627763"/>
                  <a:gd name="connsiteX22" fmla="*/ 2313652 w 3652790"/>
                  <a:gd name="connsiteY22" fmla="*/ 278170 h 1627763"/>
                  <a:gd name="connsiteX23" fmla="*/ 3130834 w 3652790"/>
                  <a:gd name="connsiteY23" fmla="*/ 105960 h 1627763"/>
                  <a:gd name="connsiteX24" fmla="*/ 2522006 w 3652790"/>
                  <a:gd name="connsiteY24" fmla="*/ 1103205 h 1627763"/>
                  <a:gd name="connsiteX25" fmla="*/ 2319360 w 3652790"/>
                  <a:gd name="connsiteY25" fmla="*/ 1145054 h 1627763"/>
                  <a:gd name="connsiteX26" fmla="*/ 2928188 w 3652790"/>
                  <a:gd name="connsiteY26" fmla="*/ 148699 h 1627763"/>
                  <a:gd name="connsiteX27" fmla="*/ 3652786 w 3652790"/>
                  <a:gd name="connsiteY27" fmla="*/ 0 h 1627763"/>
                  <a:gd name="connsiteX28" fmla="*/ 3652786 w 3652790"/>
                  <a:gd name="connsiteY28" fmla="*/ 137117 h 1627763"/>
                  <a:gd name="connsiteX29" fmla="*/ 3139548 w 3652790"/>
                  <a:gd name="connsiteY29" fmla="*/ 976733 h 1627763"/>
                  <a:gd name="connsiteX30" fmla="*/ 2935498 w 3652790"/>
                  <a:gd name="connsiteY30" fmla="*/ 1019471 h 1627763"/>
                  <a:gd name="connsiteX31" fmla="*/ 3544970 w 3652790"/>
                  <a:gd name="connsiteY31" fmla="*/ 22259 h 16277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652790" h="1627763">
                    <a:moveTo>
                      <a:pt x="54056" y="749572"/>
                    </a:moveTo>
                    <a:lnTo>
                      <a:pt x="0" y="838942"/>
                    </a:lnTo>
                    <a:lnTo>
                      <a:pt x="0" y="761190"/>
                    </a:lnTo>
                    <a:close/>
                    <a:moveTo>
                      <a:pt x="3652790" y="726025"/>
                    </a:moveTo>
                    <a:lnTo>
                      <a:pt x="3652790" y="869584"/>
                    </a:lnTo>
                    <a:lnTo>
                      <a:pt x="3551642" y="889966"/>
                    </a:lnTo>
                    <a:close/>
                    <a:moveTo>
                      <a:pt x="670194" y="620066"/>
                    </a:moveTo>
                    <a:lnTo>
                      <a:pt x="60522" y="1615323"/>
                    </a:lnTo>
                    <a:lnTo>
                      <a:pt x="0" y="1627763"/>
                    </a:lnTo>
                    <a:lnTo>
                      <a:pt x="0" y="1425158"/>
                    </a:lnTo>
                    <a:lnTo>
                      <a:pt x="466378" y="662720"/>
                    </a:lnTo>
                    <a:close/>
                    <a:moveTo>
                      <a:pt x="1282412" y="494483"/>
                    </a:moveTo>
                    <a:lnTo>
                      <a:pt x="673582" y="1490836"/>
                    </a:lnTo>
                    <a:lnTo>
                      <a:pt x="470936" y="1533575"/>
                    </a:lnTo>
                    <a:lnTo>
                      <a:pt x="1078876" y="536332"/>
                    </a:lnTo>
                    <a:close/>
                    <a:moveTo>
                      <a:pt x="1898554" y="364974"/>
                    </a:moveTo>
                    <a:lnTo>
                      <a:pt x="1291278" y="1362219"/>
                    </a:lnTo>
                    <a:lnTo>
                      <a:pt x="1087078" y="1404068"/>
                    </a:lnTo>
                    <a:lnTo>
                      <a:pt x="1695240" y="408603"/>
                    </a:lnTo>
                    <a:close/>
                    <a:moveTo>
                      <a:pt x="2518614" y="235468"/>
                    </a:moveTo>
                    <a:lnTo>
                      <a:pt x="1907290" y="1231858"/>
                    </a:lnTo>
                    <a:lnTo>
                      <a:pt x="1703218" y="1274560"/>
                    </a:lnTo>
                    <a:lnTo>
                      <a:pt x="2313652" y="278170"/>
                    </a:lnTo>
                    <a:close/>
                    <a:moveTo>
                      <a:pt x="3130834" y="105960"/>
                    </a:moveTo>
                    <a:lnTo>
                      <a:pt x="2522006" y="1103205"/>
                    </a:lnTo>
                    <a:lnTo>
                      <a:pt x="2319360" y="1145054"/>
                    </a:lnTo>
                    <a:lnTo>
                      <a:pt x="2928188" y="148699"/>
                    </a:lnTo>
                    <a:close/>
                    <a:moveTo>
                      <a:pt x="3652786" y="0"/>
                    </a:moveTo>
                    <a:lnTo>
                      <a:pt x="3652786" y="137117"/>
                    </a:lnTo>
                    <a:lnTo>
                      <a:pt x="3139548" y="976733"/>
                    </a:lnTo>
                    <a:lnTo>
                      <a:pt x="2935498" y="1019471"/>
                    </a:lnTo>
                    <a:lnTo>
                      <a:pt x="3544970" y="22259"/>
                    </a:lnTo>
                    <a:close/>
                  </a:path>
                </a:pathLst>
              </a:custGeom>
              <a:solidFill>
                <a:srgbClr val="111340">
                  <a:alpha val="35000"/>
                </a:srgbClr>
              </a:solidFill>
              <a:ln>
                <a:noFill/>
              </a:ln>
              <a:effectLst/>
            </p:spPr>
            <p:txBody>
              <a:bodyPr wrap="square" anchor="ctr">
                <a:noAutofit/>
              </a:bodyPr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</p:grp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2C4061E8-83CF-4C71-880F-9EB3E8553535}"/>
                </a:ext>
              </a:extLst>
            </p:cNvPr>
            <p:cNvGrpSpPr/>
            <p:nvPr/>
          </p:nvGrpSpPr>
          <p:grpSpPr>
            <a:xfrm>
              <a:off x="2719651" y="6816793"/>
              <a:ext cx="2923727" cy="6157485"/>
              <a:chOff x="2719651" y="6816793"/>
              <a:chExt cx="2923727" cy="6157485"/>
            </a:xfrm>
          </p:grpSpPr>
          <p:sp>
            <p:nvSpPr>
              <p:cNvPr id="141" name="Freeform 42">
                <a:extLst>
                  <a:ext uri="{FF2B5EF4-FFF2-40B4-BE49-F238E27FC236}">
                    <a16:creationId xmlns:a16="http://schemas.microsoft.com/office/drawing/2014/main" id="{9107B1B4-1ABA-47D0-8420-85E8A32EC3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69225" y="12703488"/>
                <a:ext cx="514104" cy="270789"/>
              </a:xfrm>
              <a:custGeom>
                <a:avLst/>
                <a:gdLst>
                  <a:gd name="T0" fmla="*/ 0 w 576"/>
                  <a:gd name="T1" fmla="*/ 0 h 304"/>
                  <a:gd name="T2" fmla="*/ 0 w 576"/>
                  <a:gd name="T3" fmla="*/ 303 h 304"/>
                  <a:gd name="T4" fmla="*/ 575 w 576"/>
                  <a:gd name="T5" fmla="*/ 303 h 304"/>
                  <a:gd name="T6" fmla="*/ 575 w 576"/>
                  <a:gd name="T7" fmla="*/ 303 h 304"/>
                  <a:gd name="T8" fmla="*/ 427 w 576"/>
                  <a:gd name="T9" fmla="*/ 110 h 304"/>
                  <a:gd name="T10" fmla="*/ 427 w 576"/>
                  <a:gd name="T11" fmla="*/ 110 h 304"/>
                  <a:gd name="T12" fmla="*/ 373 w 576"/>
                  <a:gd name="T13" fmla="*/ 0 h 304"/>
                  <a:gd name="T14" fmla="*/ 0 w 576"/>
                  <a:gd name="T15" fmla="*/ 0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76" h="304">
                    <a:moveTo>
                      <a:pt x="0" y="0"/>
                    </a:moveTo>
                    <a:lnTo>
                      <a:pt x="0" y="303"/>
                    </a:lnTo>
                    <a:lnTo>
                      <a:pt x="575" y="303"/>
                    </a:lnTo>
                    <a:lnTo>
                      <a:pt x="575" y="303"/>
                    </a:lnTo>
                    <a:cubicBezTo>
                      <a:pt x="575" y="303"/>
                      <a:pt x="561" y="126"/>
                      <a:pt x="427" y="110"/>
                    </a:cubicBezTo>
                    <a:lnTo>
                      <a:pt x="427" y="110"/>
                    </a:lnTo>
                    <a:cubicBezTo>
                      <a:pt x="380" y="104"/>
                      <a:pt x="373" y="0"/>
                      <a:pt x="373" y="0"/>
                    </a:cubicBezTo>
                    <a:lnTo>
                      <a:pt x="0" y="0"/>
                    </a:lnTo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42" name="Freeform 43">
                <a:extLst>
                  <a:ext uri="{FF2B5EF4-FFF2-40B4-BE49-F238E27FC236}">
                    <a16:creationId xmlns:a16="http://schemas.microsoft.com/office/drawing/2014/main" id="{6157E6B4-9622-47FF-87BB-DBAEC84542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75775" y="12640697"/>
                <a:ext cx="722101" cy="333581"/>
              </a:xfrm>
              <a:custGeom>
                <a:avLst/>
                <a:gdLst>
                  <a:gd name="T0" fmla="*/ 0 w 810"/>
                  <a:gd name="T1" fmla="*/ 95 h 375"/>
                  <a:gd name="T2" fmla="*/ 2 w 810"/>
                  <a:gd name="T3" fmla="*/ 374 h 375"/>
                  <a:gd name="T4" fmla="*/ 803 w 810"/>
                  <a:gd name="T5" fmla="*/ 374 h 375"/>
                  <a:gd name="T6" fmla="*/ 803 w 810"/>
                  <a:gd name="T7" fmla="*/ 374 h 375"/>
                  <a:gd name="T8" fmla="*/ 647 w 810"/>
                  <a:gd name="T9" fmla="*/ 166 h 375"/>
                  <a:gd name="T10" fmla="*/ 647 w 810"/>
                  <a:gd name="T11" fmla="*/ 166 h 375"/>
                  <a:gd name="T12" fmla="*/ 387 w 810"/>
                  <a:gd name="T13" fmla="*/ 0 h 375"/>
                  <a:gd name="T14" fmla="*/ 0 w 810"/>
                  <a:gd name="T15" fmla="*/ 95 h 3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810" h="375">
                    <a:moveTo>
                      <a:pt x="0" y="95"/>
                    </a:moveTo>
                    <a:lnTo>
                      <a:pt x="2" y="374"/>
                    </a:lnTo>
                    <a:lnTo>
                      <a:pt x="803" y="374"/>
                    </a:lnTo>
                    <a:lnTo>
                      <a:pt x="803" y="374"/>
                    </a:lnTo>
                    <a:cubicBezTo>
                      <a:pt x="803" y="374"/>
                      <a:pt x="809" y="172"/>
                      <a:pt x="647" y="166"/>
                    </a:cubicBezTo>
                    <a:lnTo>
                      <a:pt x="647" y="166"/>
                    </a:lnTo>
                    <a:cubicBezTo>
                      <a:pt x="405" y="159"/>
                      <a:pt x="387" y="0"/>
                      <a:pt x="387" y="0"/>
                    </a:cubicBezTo>
                    <a:lnTo>
                      <a:pt x="0" y="95"/>
                    </a:lnTo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43" name="Freeform 44">
                <a:extLst>
                  <a:ext uri="{FF2B5EF4-FFF2-40B4-BE49-F238E27FC236}">
                    <a16:creationId xmlns:a16="http://schemas.microsoft.com/office/drawing/2014/main" id="{A1B34FA2-0B42-4C37-A2DF-0EFA9BF04C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45529" y="9591390"/>
                <a:ext cx="1475598" cy="3131722"/>
              </a:xfrm>
              <a:custGeom>
                <a:avLst/>
                <a:gdLst>
                  <a:gd name="T0" fmla="*/ 0 w 1658"/>
                  <a:gd name="T1" fmla="*/ 90 h 3520"/>
                  <a:gd name="T2" fmla="*/ 0 w 1658"/>
                  <a:gd name="T3" fmla="*/ 90 h 3520"/>
                  <a:gd name="T4" fmla="*/ 253 w 1658"/>
                  <a:gd name="T5" fmla="*/ 3495 h 3520"/>
                  <a:gd name="T6" fmla="*/ 626 w 1658"/>
                  <a:gd name="T7" fmla="*/ 3495 h 3520"/>
                  <a:gd name="T8" fmla="*/ 573 w 1658"/>
                  <a:gd name="T9" fmla="*/ 550 h 3520"/>
                  <a:gd name="T10" fmla="*/ 630 w 1658"/>
                  <a:gd name="T11" fmla="*/ 550 h 3520"/>
                  <a:gd name="T12" fmla="*/ 1270 w 1658"/>
                  <a:gd name="T13" fmla="*/ 3519 h 3520"/>
                  <a:gd name="T14" fmla="*/ 1657 w 1658"/>
                  <a:gd name="T15" fmla="*/ 3424 h 3520"/>
                  <a:gd name="T16" fmla="*/ 1057 w 1658"/>
                  <a:gd name="T17" fmla="*/ 84 h 3520"/>
                  <a:gd name="T18" fmla="*/ 1057 w 1658"/>
                  <a:gd name="T19" fmla="*/ 84 h 3520"/>
                  <a:gd name="T20" fmla="*/ 0 w 1658"/>
                  <a:gd name="T21" fmla="*/ 90 h 35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658" h="3520">
                    <a:moveTo>
                      <a:pt x="0" y="90"/>
                    </a:moveTo>
                    <a:lnTo>
                      <a:pt x="0" y="90"/>
                    </a:lnTo>
                    <a:cubicBezTo>
                      <a:pt x="0" y="90"/>
                      <a:pt x="87" y="2498"/>
                      <a:pt x="253" y="3495"/>
                    </a:cubicBezTo>
                    <a:lnTo>
                      <a:pt x="626" y="3495"/>
                    </a:lnTo>
                    <a:lnTo>
                      <a:pt x="573" y="550"/>
                    </a:lnTo>
                    <a:lnTo>
                      <a:pt x="630" y="550"/>
                    </a:lnTo>
                    <a:lnTo>
                      <a:pt x="1270" y="3519"/>
                    </a:lnTo>
                    <a:lnTo>
                      <a:pt x="1657" y="3424"/>
                    </a:lnTo>
                    <a:lnTo>
                      <a:pt x="1057" y="84"/>
                    </a:lnTo>
                    <a:lnTo>
                      <a:pt x="1057" y="84"/>
                    </a:lnTo>
                    <a:cubicBezTo>
                      <a:pt x="1057" y="84"/>
                      <a:pt x="465" y="0"/>
                      <a:pt x="0" y="9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44" name="Freeform 45">
                <a:extLst>
                  <a:ext uri="{FF2B5EF4-FFF2-40B4-BE49-F238E27FC236}">
                    <a16:creationId xmlns:a16="http://schemas.microsoft.com/office/drawing/2014/main" id="{9F91039E-E810-4E2A-A068-B47BE1ED59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45529" y="9567843"/>
                <a:ext cx="945797" cy="286485"/>
              </a:xfrm>
              <a:custGeom>
                <a:avLst/>
                <a:gdLst>
                  <a:gd name="T0" fmla="*/ 8 w 1062"/>
                  <a:gd name="T1" fmla="*/ 0 h 323"/>
                  <a:gd name="T2" fmla="*/ 0 w 1062"/>
                  <a:gd name="T3" fmla="*/ 115 h 323"/>
                  <a:gd name="T4" fmla="*/ 0 w 1062"/>
                  <a:gd name="T5" fmla="*/ 115 h 323"/>
                  <a:gd name="T6" fmla="*/ 1057 w 1062"/>
                  <a:gd name="T7" fmla="*/ 109 h 323"/>
                  <a:gd name="T8" fmla="*/ 1061 w 1062"/>
                  <a:gd name="T9" fmla="*/ 0 h 323"/>
                  <a:gd name="T10" fmla="*/ 8 w 1062"/>
                  <a:gd name="T11" fmla="*/ 0 h 3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62" h="323">
                    <a:moveTo>
                      <a:pt x="8" y="0"/>
                    </a:moveTo>
                    <a:lnTo>
                      <a:pt x="0" y="115"/>
                    </a:lnTo>
                    <a:lnTo>
                      <a:pt x="0" y="115"/>
                    </a:lnTo>
                    <a:cubicBezTo>
                      <a:pt x="0" y="115"/>
                      <a:pt x="578" y="322"/>
                      <a:pt x="1057" y="109"/>
                    </a:cubicBezTo>
                    <a:lnTo>
                      <a:pt x="1061" y="0"/>
                    </a:lnTo>
                    <a:lnTo>
                      <a:pt x="8" y="0"/>
                    </a:lnTo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45" name="Freeform 46">
                <a:extLst>
                  <a:ext uri="{FF2B5EF4-FFF2-40B4-BE49-F238E27FC236}">
                    <a16:creationId xmlns:a16="http://schemas.microsoft.com/office/drawing/2014/main" id="{A1FE3DF7-3BB5-4F35-855F-128DBA3937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57599" y="9567843"/>
                <a:ext cx="219770" cy="184449"/>
              </a:xfrm>
              <a:custGeom>
                <a:avLst/>
                <a:gdLst>
                  <a:gd name="T0" fmla="*/ 0 w 245"/>
                  <a:gd name="T1" fmla="*/ 0 h 208"/>
                  <a:gd name="T2" fmla="*/ 0 w 245"/>
                  <a:gd name="T3" fmla="*/ 202 h 208"/>
                  <a:gd name="T4" fmla="*/ 0 w 245"/>
                  <a:gd name="T5" fmla="*/ 202 h 208"/>
                  <a:gd name="T6" fmla="*/ 244 w 245"/>
                  <a:gd name="T7" fmla="*/ 197 h 208"/>
                  <a:gd name="T8" fmla="*/ 244 w 245"/>
                  <a:gd name="T9" fmla="*/ 0 h 208"/>
                  <a:gd name="T10" fmla="*/ 0 w 245"/>
                  <a:gd name="T11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5" h="208">
                    <a:moveTo>
                      <a:pt x="0" y="0"/>
                    </a:moveTo>
                    <a:lnTo>
                      <a:pt x="0" y="202"/>
                    </a:lnTo>
                    <a:lnTo>
                      <a:pt x="0" y="202"/>
                    </a:lnTo>
                    <a:cubicBezTo>
                      <a:pt x="77" y="207"/>
                      <a:pt x="160" y="206"/>
                      <a:pt x="244" y="197"/>
                    </a:cubicBezTo>
                    <a:lnTo>
                      <a:pt x="244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FFFFFF">
                  <a:alpha val="70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46" name="Freeform 47">
                <a:extLst>
                  <a:ext uri="{FF2B5EF4-FFF2-40B4-BE49-F238E27FC236}">
                    <a16:creationId xmlns:a16="http://schemas.microsoft.com/office/drawing/2014/main" id="{ACEA16F7-4FE0-4202-899E-71D5581485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5268" y="7731194"/>
                <a:ext cx="1118471" cy="1930836"/>
              </a:xfrm>
              <a:custGeom>
                <a:avLst/>
                <a:gdLst>
                  <a:gd name="T0" fmla="*/ 1163 w 1258"/>
                  <a:gd name="T1" fmla="*/ 2067 h 2170"/>
                  <a:gd name="T2" fmla="*/ 1163 w 1258"/>
                  <a:gd name="T3" fmla="*/ 2067 h 2170"/>
                  <a:gd name="T4" fmla="*/ 662 w 1258"/>
                  <a:gd name="T5" fmla="*/ 2167 h 2170"/>
                  <a:gd name="T6" fmla="*/ 662 w 1258"/>
                  <a:gd name="T7" fmla="*/ 2167 h 2170"/>
                  <a:gd name="T8" fmla="*/ 110 w 1258"/>
                  <a:gd name="T9" fmla="*/ 2067 h 2170"/>
                  <a:gd name="T10" fmla="*/ 121 w 1258"/>
                  <a:gd name="T11" fmla="*/ 1378 h 2170"/>
                  <a:gd name="T12" fmla="*/ 0 w 1258"/>
                  <a:gd name="T13" fmla="*/ 168 h 2170"/>
                  <a:gd name="T14" fmla="*/ 503 w 1258"/>
                  <a:gd name="T15" fmla="*/ 0 h 2170"/>
                  <a:gd name="T16" fmla="*/ 774 w 1258"/>
                  <a:gd name="T17" fmla="*/ 0 h 2170"/>
                  <a:gd name="T18" fmla="*/ 1257 w 1258"/>
                  <a:gd name="T19" fmla="*/ 122 h 2170"/>
                  <a:gd name="T20" fmla="*/ 1163 w 1258"/>
                  <a:gd name="T21" fmla="*/ 2067 h 2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258" h="2170">
                    <a:moveTo>
                      <a:pt x="1163" y="2067"/>
                    </a:moveTo>
                    <a:lnTo>
                      <a:pt x="1163" y="2067"/>
                    </a:lnTo>
                    <a:cubicBezTo>
                      <a:pt x="1163" y="2067"/>
                      <a:pt x="964" y="2166"/>
                      <a:pt x="662" y="2167"/>
                    </a:cubicBezTo>
                    <a:lnTo>
                      <a:pt x="662" y="2167"/>
                    </a:lnTo>
                    <a:cubicBezTo>
                      <a:pt x="331" y="2169"/>
                      <a:pt x="110" y="2067"/>
                      <a:pt x="110" y="2067"/>
                    </a:cubicBezTo>
                    <a:lnTo>
                      <a:pt x="121" y="1378"/>
                    </a:lnTo>
                    <a:lnTo>
                      <a:pt x="0" y="168"/>
                    </a:lnTo>
                    <a:lnTo>
                      <a:pt x="503" y="0"/>
                    </a:lnTo>
                    <a:lnTo>
                      <a:pt x="774" y="0"/>
                    </a:lnTo>
                    <a:lnTo>
                      <a:pt x="1257" y="122"/>
                    </a:lnTo>
                    <a:lnTo>
                      <a:pt x="1163" y="2067"/>
                    </a:lnTo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47" name="Freeform 48">
                <a:extLst>
                  <a:ext uri="{FF2B5EF4-FFF2-40B4-BE49-F238E27FC236}">
                    <a16:creationId xmlns:a16="http://schemas.microsoft.com/office/drawing/2014/main" id="{178ADE58-3052-4941-B0A3-E8A0DF638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55268" y="7731194"/>
                <a:ext cx="1118471" cy="1930836"/>
              </a:xfrm>
              <a:custGeom>
                <a:avLst/>
                <a:gdLst>
                  <a:gd name="T0" fmla="*/ 1163 w 1258"/>
                  <a:gd name="T1" fmla="*/ 2067 h 2170"/>
                  <a:gd name="T2" fmla="*/ 1163 w 1258"/>
                  <a:gd name="T3" fmla="*/ 2067 h 2170"/>
                  <a:gd name="T4" fmla="*/ 662 w 1258"/>
                  <a:gd name="T5" fmla="*/ 2167 h 2170"/>
                  <a:gd name="T6" fmla="*/ 662 w 1258"/>
                  <a:gd name="T7" fmla="*/ 2167 h 2170"/>
                  <a:gd name="T8" fmla="*/ 110 w 1258"/>
                  <a:gd name="T9" fmla="*/ 2067 h 2170"/>
                  <a:gd name="T10" fmla="*/ 121 w 1258"/>
                  <a:gd name="T11" fmla="*/ 1378 h 2170"/>
                  <a:gd name="T12" fmla="*/ 0 w 1258"/>
                  <a:gd name="T13" fmla="*/ 168 h 2170"/>
                  <a:gd name="T14" fmla="*/ 503 w 1258"/>
                  <a:gd name="T15" fmla="*/ 0 h 2170"/>
                  <a:gd name="T16" fmla="*/ 774 w 1258"/>
                  <a:gd name="T17" fmla="*/ 0 h 2170"/>
                  <a:gd name="T18" fmla="*/ 1257 w 1258"/>
                  <a:gd name="T19" fmla="*/ 122 h 2170"/>
                  <a:gd name="T20" fmla="*/ 1163 w 1258"/>
                  <a:gd name="T21" fmla="*/ 2067 h 2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258" h="2170">
                    <a:moveTo>
                      <a:pt x="1163" y="2067"/>
                    </a:moveTo>
                    <a:lnTo>
                      <a:pt x="1163" y="2067"/>
                    </a:lnTo>
                    <a:cubicBezTo>
                      <a:pt x="1163" y="2067"/>
                      <a:pt x="964" y="2166"/>
                      <a:pt x="662" y="2167"/>
                    </a:cubicBezTo>
                    <a:lnTo>
                      <a:pt x="662" y="2167"/>
                    </a:lnTo>
                    <a:cubicBezTo>
                      <a:pt x="331" y="2169"/>
                      <a:pt x="110" y="2067"/>
                      <a:pt x="110" y="2067"/>
                    </a:cubicBezTo>
                    <a:lnTo>
                      <a:pt x="121" y="1378"/>
                    </a:lnTo>
                    <a:lnTo>
                      <a:pt x="0" y="168"/>
                    </a:lnTo>
                    <a:lnTo>
                      <a:pt x="503" y="0"/>
                    </a:lnTo>
                    <a:lnTo>
                      <a:pt x="774" y="0"/>
                    </a:lnTo>
                    <a:lnTo>
                      <a:pt x="1257" y="122"/>
                    </a:lnTo>
                    <a:lnTo>
                      <a:pt x="1163" y="2067"/>
                    </a:lnTo>
                  </a:path>
                </a:pathLst>
              </a:custGeom>
              <a:solidFill>
                <a:schemeClr val="accent6">
                  <a:alpha val="15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48" name="Freeform 49">
                <a:extLst>
                  <a:ext uri="{FF2B5EF4-FFF2-40B4-BE49-F238E27FC236}">
                    <a16:creationId xmlns:a16="http://schemas.microsoft.com/office/drawing/2014/main" id="{020CC588-B6C1-4B12-ACA5-1B1A43602D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0012" y="7797908"/>
                <a:ext cx="19624" cy="1860196"/>
              </a:xfrm>
              <a:custGeom>
                <a:avLst/>
                <a:gdLst>
                  <a:gd name="T0" fmla="*/ 12 w 21"/>
                  <a:gd name="T1" fmla="*/ 2091 h 2092"/>
                  <a:gd name="T2" fmla="*/ 0 w 21"/>
                  <a:gd name="T3" fmla="*/ 2091 h 2092"/>
                  <a:gd name="T4" fmla="*/ 9 w 21"/>
                  <a:gd name="T5" fmla="*/ 0 h 2092"/>
                  <a:gd name="T6" fmla="*/ 20 w 21"/>
                  <a:gd name="T7" fmla="*/ 0 h 2092"/>
                  <a:gd name="T8" fmla="*/ 12 w 21"/>
                  <a:gd name="T9" fmla="*/ 2091 h 20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" h="2092">
                    <a:moveTo>
                      <a:pt x="12" y="2091"/>
                    </a:moveTo>
                    <a:lnTo>
                      <a:pt x="0" y="2091"/>
                    </a:lnTo>
                    <a:lnTo>
                      <a:pt x="9" y="0"/>
                    </a:lnTo>
                    <a:lnTo>
                      <a:pt x="20" y="0"/>
                    </a:lnTo>
                    <a:lnTo>
                      <a:pt x="12" y="2091"/>
                    </a:lnTo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1D64B037-0BF0-4E60-A5A9-52D86B2058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8880" y="9348072"/>
                <a:ext cx="42250" cy="152200"/>
              </a:xfrm>
              <a:custGeom>
                <a:avLst/>
                <a:gdLst>
                  <a:gd name="connsiteX0" fmla="*/ 21125 w 42250"/>
                  <a:gd name="connsiteY0" fmla="*/ 113808 h 152200"/>
                  <a:gd name="connsiteX1" fmla="*/ 42250 w 42250"/>
                  <a:gd name="connsiteY1" fmla="*/ 133431 h 152200"/>
                  <a:gd name="connsiteX2" fmla="*/ 21125 w 42250"/>
                  <a:gd name="connsiteY2" fmla="*/ 152200 h 152200"/>
                  <a:gd name="connsiteX3" fmla="*/ 0 w 42250"/>
                  <a:gd name="connsiteY3" fmla="*/ 133431 h 152200"/>
                  <a:gd name="connsiteX4" fmla="*/ 21125 w 42250"/>
                  <a:gd name="connsiteY4" fmla="*/ 113808 h 152200"/>
                  <a:gd name="connsiteX5" fmla="*/ 21125 w 42250"/>
                  <a:gd name="connsiteY5" fmla="*/ 0 h 152200"/>
                  <a:gd name="connsiteX6" fmla="*/ 42250 w 42250"/>
                  <a:gd name="connsiteY6" fmla="*/ 22043 h 152200"/>
                  <a:gd name="connsiteX7" fmla="*/ 21125 w 42250"/>
                  <a:gd name="connsiteY7" fmla="*/ 42250 h 152200"/>
                  <a:gd name="connsiteX8" fmla="*/ 0 w 42250"/>
                  <a:gd name="connsiteY8" fmla="*/ 22043 h 152200"/>
                  <a:gd name="connsiteX9" fmla="*/ 21125 w 42250"/>
                  <a:gd name="connsiteY9" fmla="*/ 0 h 152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2250" h="152200">
                    <a:moveTo>
                      <a:pt x="21125" y="113808"/>
                    </a:moveTo>
                    <a:cubicBezTo>
                      <a:pt x="33065" y="113808"/>
                      <a:pt x="42250" y="122340"/>
                      <a:pt x="42250" y="133431"/>
                    </a:cubicBezTo>
                    <a:cubicBezTo>
                      <a:pt x="42250" y="143668"/>
                      <a:pt x="33065" y="152200"/>
                      <a:pt x="21125" y="152200"/>
                    </a:cubicBezTo>
                    <a:cubicBezTo>
                      <a:pt x="10103" y="152200"/>
                      <a:pt x="0" y="143668"/>
                      <a:pt x="0" y="133431"/>
                    </a:cubicBezTo>
                    <a:cubicBezTo>
                      <a:pt x="0" y="122340"/>
                      <a:pt x="10103" y="113808"/>
                      <a:pt x="21125" y="113808"/>
                    </a:cubicBezTo>
                    <a:close/>
                    <a:moveTo>
                      <a:pt x="21125" y="0"/>
                    </a:moveTo>
                    <a:cubicBezTo>
                      <a:pt x="33065" y="0"/>
                      <a:pt x="42250" y="10103"/>
                      <a:pt x="42250" y="22043"/>
                    </a:cubicBezTo>
                    <a:cubicBezTo>
                      <a:pt x="42250" y="33065"/>
                      <a:pt x="33065" y="42250"/>
                      <a:pt x="21125" y="42250"/>
                    </a:cubicBezTo>
                    <a:cubicBezTo>
                      <a:pt x="10103" y="42250"/>
                      <a:pt x="0" y="33065"/>
                      <a:pt x="0" y="22043"/>
                    </a:cubicBezTo>
                    <a:cubicBezTo>
                      <a:pt x="0" y="10103"/>
                      <a:pt x="10103" y="0"/>
                      <a:pt x="2112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/>
            </p:spPr>
            <p:txBody>
              <a:bodyPr wrap="square" anchor="ctr">
                <a:noAutofit/>
              </a:bodyPr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50" name="Freeform 52">
                <a:extLst>
                  <a:ext uri="{FF2B5EF4-FFF2-40B4-BE49-F238E27FC236}">
                    <a16:creationId xmlns:a16="http://schemas.microsoft.com/office/drawing/2014/main" id="{2200E1BE-85ED-4DC2-9CB1-4302F4BCE1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69372" y="7872475"/>
                <a:ext cx="278638" cy="1444203"/>
              </a:xfrm>
              <a:custGeom>
                <a:avLst/>
                <a:gdLst>
                  <a:gd name="T0" fmla="*/ 75 w 311"/>
                  <a:gd name="T1" fmla="*/ 40 h 1621"/>
                  <a:gd name="T2" fmla="*/ 0 w 311"/>
                  <a:gd name="T3" fmla="*/ 1361 h 1621"/>
                  <a:gd name="T4" fmla="*/ 145 w 311"/>
                  <a:gd name="T5" fmla="*/ 1620 h 1621"/>
                  <a:gd name="T6" fmla="*/ 310 w 311"/>
                  <a:gd name="T7" fmla="*/ 1356 h 1621"/>
                  <a:gd name="T8" fmla="*/ 160 w 311"/>
                  <a:gd name="T9" fmla="*/ 27 h 1621"/>
                  <a:gd name="T10" fmla="*/ 160 w 311"/>
                  <a:gd name="T11" fmla="*/ 27 h 1621"/>
                  <a:gd name="T12" fmla="*/ 75 w 311"/>
                  <a:gd name="T13" fmla="*/ 40 h 16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11" h="1621">
                    <a:moveTo>
                      <a:pt x="75" y="40"/>
                    </a:moveTo>
                    <a:lnTo>
                      <a:pt x="0" y="1361"/>
                    </a:lnTo>
                    <a:lnTo>
                      <a:pt x="145" y="1620"/>
                    </a:lnTo>
                    <a:lnTo>
                      <a:pt x="310" y="1356"/>
                    </a:lnTo>
                    <a:lnTo>
                      <a:pt x="160" y="27"/>
                    </a:lnTo>
                    <a:lnTo>
                      <a:pt x="160" y="27"/>
                    </a:lnTo>
                    <a:cubicBezTo>
                      <a:pt x="160" y="27"/>
                      <a:pt x="110" y="0"/>
                      <a:pt x="75" y="4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51" name="Freeform 53">
                <a:extLst>
                  <a:ext uri="{FF2B5EF4-FFF2-40B4-BE49-F238E27FC236}">
                    <a16:creationId xmlns:a16="http://schemas.microsoft.com/office/drawing/2014/main" id="{92B6AD43-47B3-445F-BF09-E70C76FE01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0210" y="7750815"/>
                <a:ext cx="302182" cy="310034"/>
              </a:xfrm>
              <a:custGeom>
                <a:avLst/>
                <a:gdLst>
                  <a:gd name="T0" fmla="*/ 0 w 340"/>
                  <a:gd name="T1" fmla="*/ 124 h 349"/>
                  <a:gd name="T2" fmla="*/ 0 w 340"/>
                  <a:gd name="T3" fmla="*/ 124 h 349"/>
                  <a:gd name="T4" fmla="*/ 0 w 340"/>
                  <a:gd name="T5" fmla="*/ 124 h 349"/>
                  <a:gd name="T6" fmla="*/ 139 w 340"/>
                  <a:gd name="T7" fmla="*/ 302 h 349"/>
                  <a:gd name="T8" fmla="*/ 139 w 340"/>
                  <a:gd name="T9" fmla="*/ 302 h 349"/>
                  <a:gd name="T10" fmla="*/ 207 w 340"/>
                  <a:gd name="T11" fmla="*/ 341 h 349"/>
                  <a:gd name="T12" fmla="*/ 207 w 340"/>
                  <a:gd name="T13" fmla="*/ 341 h 349"/>
                  <a:gd name="T14" fmla="*/ 299 w 340"/>
                  <a:gd name="T15" fmla="*/ 316 h 349"/>
                  <a:gd name="T16" fmla="*/ 299 w 340"/>
                  <a:gd name="T17" fmla="*/ 316 h 349"/>
                  <a:gd name="T18" fmla="*/ 338 w 340"/>
                  <a:gd name="T19" fmla="*/ 257 h 349"/>
                  <a:gd name="T20" fmla="*/ 338 w 340"/>
                  <a:gd name="T21" fmla="*/ 257 h 349"/>
                  <a:gd name="T22" fmla="*/ 210 w 340"/>
                  <a:gd name="T23" fmla="*/ 22 h 349"/>
                  <a:gd name="T24" fmla="*/ 210 w 340"/>
                  <a:gd name="T25" fmla="*/ 22 h 349"/>
                  <a:gd name="T26" fmla="*/ 62 w 340"/>
                  <a:gd name="T27" fmla="*/ 52 h 349"/>
                  <a:gd name="T28" fmla="*/ 62 w 340"/>
                  <a:gd name="T29" fmla="*/ 52 h 349"/>
                  <a:gd name="T30" fmla="*/ 0 w 340"/>
                  <a:gd name="T31" fmla="*/ 124 h 3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40" h="349">
                    <a:moveTo>
                      <a:pt x="0" y="124"/>
                    </a:moveTo>
                    <a:lnTo>
                      <a:pt x="0" y="124"/>
                    </a:lnTo>
                    <a:lnTo>
                      <a:pt x="0" y="124"/>
                    </a:lnTo>
                    <a:cubicBezTo>
                      <a:pt x="44" y="139"/>
                      <a:pt x="106" y="202"/>
                      <a:pt x="139" y="302"/>
                    </a:cubicBezTo>
                    <a:lnTo>
                      <a:pt x="139" y="302"/>
                    </a:lnTo>
                    <a:cubicBezTo>
                      <a:pt x="148" y="331"/>
                      <a:pt x="177" y="348"/>
                      <a:pt x="207" y="341"/>
                    </a:cubicBezTo>
                    <a:lnTo>
                      <a:pt x="207" y="341"/>
                    </a:lnTo>
                    <a:cubicBezTo>
                      <a:pt x="233" y="336"/>
                      <a:pt x="266" y="327"/>
                      <a:pt x="299" y="316"/>
                    </a:cubicBezTo>
                    <a:lnTo>
                      <a:pt x="299" y="316"/>
                    </a:lnTo>
                    <a:cubicBezTo>
                      <a:pt x="324" y="308"/>
                      <a:pt x="339" y="283"/>
                      <a:pt x="338" y="257"/>
                    </a:cubicBezTo>
                    <a:lnTo>
                      <a:pt x="338" y="257"/>
                    </a:lnTo>
                    <a:cubicBezTo>
                      <a:pt x="335" y="200"/>
                      <a:pt x="315" y="100"/>
                      <a:pt x="210" y="22"/>
                    </a:cubicBezTo>
                    <a:lnTo>
                      <a:pt x="210" y="22"/>
                    </a:lnTo>
                    <a:cubicBezTo>
                      <a:pt x="182" y="0"/>
                      <a:pt x="111" y="29"/>
                      <a:pt x="62" y="52"/>
                    </a:cubicBezTo>
                    <a:lnTo>
                      <a:pt x="62" y="52"/>
                    </a:lnTo>
                    <a:cubicBezTo>
                      <a:pt x="32" y="66"/>
                      <a:pt x="10" y="92"/>
                      <a:pt x="0" y="124"/>
                    </a:cubicBezTo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52" name="Freeform 54">
                <a:extLst>
                  <a:ext uri="{FF2B5EF4-FFF2-40B4-BE49-F238E27FC236}">
                    <a16:creationId xmlns:a16="http://schemas.microsoft.com/office/drawing/2014/main" id="{272838C1-1BDC-4816-AF60-D45F812099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25613" y="7931340"/>
                <a:ext cx="439540" cy="1679671"/>
              </a:xfrm>
              <a:custGeom>
                <a:avLst/>
                <a:gdLst>
                  <a:gd name="T0" fmla="*/ 47 w 495"/>
                  <a:gd name="T1" fmla="*/ 1885 h 1886"/>
                  <a:gd name="T2" fmla="*/ 47 w 495"/>
                  <a:gd name="T3" fmla="*/ 1885 h 1886"/>
                  <a:gd name="T4" fmla="*/ 220 w 495"/>
                  <a:gd name="T5" fmla="*/ 479 h 1886"/>
                  <a:gd name="T6" fmla="*/ 220 w 495"/>
                  <a:gd name="T7" fmla="*/ 479 h 1886"/>
                  <a:gd name="T8" fmla="*/ 448 w 495"/>
                  <a:gd name="T9" fmla="*/ 0 h 1886"/>
                  <a:gd name="T10" fmla="*/ 494 w 495"/>
                  <a:gd name="T11" fmla="*/ 34 h 1886"/>
                  <a:gd name="T12" fmla="*/ 494 w 495"/>
                  <a:gd name="T13" fmla="*/ 34 h 1886"/>
                  <a:gd name="T14" fmla="*/ 273 w 495"/>
                  <a:gd name="T15" fmla="*/ 500 h 1886"/>
                  <a:gd name="T16" fmla="*/ 273 w 495"/>
                  <a:gd name="T17" fmla="*/ 500 h 1886"/>
                  <a:gd name="T18" fmla="*/ 105 w 495"/>
                  <a:gd name="T19" fmla="*/ 1880 h 1886"/>
                  <a:gd name="T20" fmla="*/ 47 w 495"/>
                  <a:gd name="T21" fmla="*/ 1885 h 18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95" h="1886">
                    <a:moveTo>
                      <a:pt x="47" y="1885"/>
                    </a:moveTo>
                    <a:lnTo>
                      <a:pt x="47" y="1885"/>
                    </a:lnTo>
                    <a:cubicBezTo>
                      <a:pt x="0" y="1264"/>
                      <a:pt x="116" y="778"/>
                      <a:pt x="220" y="479"/>
                    </a:cubicBezTo>
                    <a:lnTo>
                      <a:pt x="220" y="479"/>
                    </a:lnTo>
                    <a:cubicBezTo>
                      <a:pt x="335" y="154"/>
                      <a:pt x="442" y="7"/>
                      <a:pt x="448" y="0"/>
                    </a:cubicBezTo>
                    <a:lnTo>
                      <a:pt x="494" y="34"/>
                    </a:lnTo>
                    <a:lnTo>
                      <a:pt x="494" y="34"/>
                    </a:lnTo>
                    <a:cubicBezTo>
                      <a:pt x="492" y="35"/>
                      <a:pt x="386" y="183"/>
                      <a:pt x="273" y="500"/>
                    </a:cubicBezTo>
                    <a:lnTo>
                      <a:pt x="273" y="500"/>
                    </a:lnTo>
                    <a:cubicBezTo>
                      <a:pt x="170" y="793"/>
                      <a:pt x="58" y="1271"/>
                      <a:pt x="105" y="1880"/>
                    </a:cubicBezTo>
                    <a:lnTo>
                      <a:pt x="47" y="1885"/>
                    </a:lnTo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53" name="Freeform 55">
                <a:extLst>
                  <a:ext uri="{FF2B5EF4-FFF2-40B4-BE49-F238E27FC236}">
                    <a16:creationId xmlns:a16="http://schemas.microsoft.com/office/drawing/2014/main" id="{B730DF2C-598C-4752-A148-12617C599F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49455" y="9834706"/>
                <a:ext cx="345353" cy="1118471"/>
              </a:xfrm>
              <a:custGeom>
                <a:avLst/>
                <a:gdLst>
                  <a:gd name="T0" fmla="*/ 0 w 388"/>
                  <a:gd name="T1" fmla="*/ 1213 h 1255"/>
                  <a:gd name="T2" fmla="*/ 0 w 388"/>
                  <a:gd name="T3" fmla="*/ 1213 h 1255"/>
                  <a:gd name="T4" fmla="*/ 273 w 388"/>
                  <a:gd name="T5" fmla="*/ 0 h 1255"/>
                  <a:gd name="T6" fmla="*/ 387 w 388"/>
                  <a:gd name="T7" fmla="*/ 0 h 1255"/>
                  <a:gd name="T8" fmla="*/ 387 w 388"/>
                  <a:gd name="T9" fmla="*/ 976 h 1255"/>
                  <a:gd name="T10" fmla="*/ 387 w 388"/>
                  <a:gd name="T11" fmla="*/ 976 h 1255"/>
                  <a:gd name="T12" fmla="*/ 0 w 388"/>
                  <a:gd name="T13" fmla="*/ 1213 h 1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88" h="1255">
                    <a:moveTo>
                      <a:pt x="0" y="1213"/>
                    </a:moveTo>
                    <a:lnTo>
                      <a:pt x="0" y="1213"/>
                    </a:lnTo>
                    <a:cubicBezTo>
                      <a:pt x="0" y="1213"/>
                      <a:pt x="273" y="90"/>
                      <a:pt x="273" y="0"/>
                    </a:cubicBezTo>
                    <a:lnTo>
                      <a:pt x="387" y="0"/>
                    </a:lnTo>
                    <a:lnTo>
                      <a:pt x="387" y="976"/>
                    </a:lnTo>
                    <a:lnTo>
                      <a:pt x="387" y="976"/>
                    </a:lnTo>
                    <a:cubicBezTo>
                      <a:pt x="387" y="1154"/>
                      <a:pt x="168" y="1254"/>
                      <a:pt x="0" y="1213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54" name="Freeform 56">
                <a:extLst>
                  <a:ext uri="{FF2B5EF4-FFF2-40B4-BE49-F238E27FC236}">
                    <a16:creationId xmlns:a16="http://schemas.microsoft.com/office/drawing/2014/main" id="{30133021-E928-4608-A3CF-74F766BE69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49455" y="9834706"/>
                <a:ext cx="345353" cy="1118471"/>
              </a:xfrm>
              <a:custGeom>
                <a:avLst/>
                <a:gdLst>
                  <a:gd name="T0" fmla="*/ 0 w 388"/>
                  <a:gd name="T1" fmla="*/ 1213 h 1255"/>
                  <a:gd name="T2" fmla="*/ 0 w 388"/>
                  <a:gd name="T3" fmla="*/ 1213 h 1255"/>
                  <a:gd name="T4" fmla="*/ 273 w 388"/>
                  <a:gd name="T5" fmla="*/ 0 h 1255"/>
                  <a:gd name="T6" fmla="*/ 387 w 388"/>
                  <a:gd name="T7" fmla="*/ 0 h 1255"/>
                  <a:gd name="T8" fmla="*/ 387 w 388"/>
                  <a:gd name="T9" fmla="*/ 976 h 1255"/>
                  <a:gd name="T10" fmla="*/ 387 w 388"/>
                  <a:gd name="T11" fmla="*/ 976 h 1255"/>
                  <a:gd name="T12" fmla="*/ 0 w 388"/>
                  <a:gd name="T13" fmla="*/ 1213 h 1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88" h="1255">
                    <a:moveTo>
                      <a:pt x="0" y="1213"/>
                    </a:moveTo>
                    <a:lnTo>
                      <a:pt x="0" y="1213"/>
                    </a:lnTo>
                    <a:cubicBezTo>
                      <a:pt x="0" y="1213"/>
                      <a:pt x="273" y="90"/>
                      <a:pt x="273" y="0"/>
                    </a:cubicBezTo>
                    <a:lnTo>
                      <a:pt x="387" y="0"/>
                    </a:lnTo>
                    <a:lnTo>
                      <a:pt x="387" y="976"/>
                    </a:lnTo>
                    <a:lnTo>
                      <a:pt x="387" y="976"/>
                    </a:lnTo>
                    <a:cubicBezTo>
                      <a:pt x="387" y="1154"/>
                      <a:pt x="168" y="1254"/>
                      <a:pt x="0" y="1213"/>
                    </a:cubicBezTo>
                  </a:path>
                </a:pathLst>
              </a:custGeom>
              <a:solidFill>
                <a:srgbClr val="111340">
                  <a:alpha val="70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55" name="Freeform 57">
                <a:extLst>
                  <a:ext uri="{FF2B5EF4-FFF2-40B4-BE49-F238E27FC236}">
                    <a16:creationId xmlns:a16="http://schemas.microsoft.com/office/drawing/2014/main" id="{2107E663-69B9-4C98-A088-A08CB0F705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5989" y="9481505"/>
                <a:ext cx="788818" cy="353202"/>
              </a:xfrm>
              <a:custGeom>
                <a:avLst/>
                <a:gdLst>
                  <a:gd name="T0" fmla="*/ 0 w 885"/>
                  <a:gd name="T1" fmla="*/ 7 h 398"/>
                  <a:gd name="T2" fmla="*/ 118 w 885"/>
                  <a:gd name="T3" fmla="*/ 0 h 398"/>
                  <a:gd name="T4" fmla="*/ 884 w 885"/>
                  <a:gd name="T5" fmla="*/ 397 h 398"/>
                  <a:gd name="T6" fmla="*/ 770 w 885"/>
                  <a:gd name="T7" fmla="*/ 397 h 398"/>
                  <a:gd name="T8" fmla="*/ 0 w 885"/>
                  <a:gd name="T9" fmla="*/ 7 h 3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5" h="398">
                    <a:moveTo>
                      <a:pt x="0" y="7"/>
                    </a:moveTo>
                    <a:lnTo>
                      <a:pt x="118" y="0"/>
                    </a:lnTo>
                    <a:lnTo>
                      <a:pt x="884" y="397"/>
                    </a:lnTo>
                    <a:lnTo>
                      <a:pt x="770" y="397"/>
                    </a:lnTo>
                    <a:lnTo>
                      <a:pt x="0" y="7"/>
                    </a:lnTo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56" name="Freeform 58">
                <a:extLst>
                  <a:ext uri="{FF2B5EF4-FFF2-40B4-BE49-F238E27FC236}">
                    <a16:creationId xmlns:a16="http://schemas.microsoft.com/office/drawing/2014/main" id="{BDA2473C-3F98-447C-88FC-90FBF77B28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37829" y="9438334"/>
                <a:ext cx="125583" cy="90264"/>
              </a:xfrm>
              <a:custGeom>
                <a:avLst/>
                <a:gdLst>
                  <a:gd name="T0" fmla="*/ 7 w 141"/>
                  <a:gd name="T1" fmla="*/ 0 h 103"/>
                  <a:gd name="T2" fmla="*/ 7 w 141"/>
                  <a:gd name="T3" fmla="*/ 0 h 103"/>
                  <a:gd name="T4" fmla="*/ 125 w 141"/>
                  <a:gd name="T5" fmla="*/ 60 h 103"/>
                  <a:gd name="T6" fmla="*/ 125 w 141"/>
                  <a:gd name="T7" fmla="*/ 60 h 103"/>
                  <a:gd name="T8" fmla="*/ 132 w 141"/>
                  <a:gd name="T9" fmla="*/ 85 h 103"/>
                  <a:gd name="T10" fmla="*/ 132 w 141"/>
                  <a:gd name="T11" fmla="*/ 85 h 103"/>
                  <a:gd name="T12" fmla="*/ 83 w 141"/>
                  <a:gd name="T13" fmla="*/ 100 h 103"/>
                  <a:gd name="T14" fmla="*/ 83 w 141"/>
                  <a:gd name="T15" fmla="*/ 100 h 103"/>
                  <a:gd name="T16" fmla="*/ 4 w 141"/>
                  <a:gd name="T17" fmla="*/ 81 h 103"/>
                  <a:gd name="T18" fmla="*/ 7 w 141"/>
                  <a:gd name="T19" fmla="*/ 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1" h="103">
                    <a:moveTo>
                      <a:pt x="7" y="0"/>
                    </a:moveTo>
                    <a:lnTo>
                      <a:pt x="7" y="0"/>
                    </a:lnTo>
                    <a:cubicBezTo>
                      <a:pt x="7" y="0"/>
                      <a:pt x="73" y="46"/>
                      <a:pt x="125" y="60"/>
                    </a:cubicBezTo>
                    <a:lnTo>
                      <a:pt x="125" y="60"/>
                    </a:lnTo>
                    <a:cubicBezTo>
                      <a:pt x="136" y="63"/>
                      <a:pt x="140" y="77"/>
                      <a:pt x="132" y="85"/>
                    </a:cubicBezTo>
                    <a:lnTo>
                      <a:pt x="132" y="85"/>
                    </a:lnTo>
                    <a:cubicBezTo>
                      <a:pt x="121" y="94"/>
                      <a:pt x="106" y="102"/>
                      <a:pt x="83" y="100"/>
                    </a:cubicBezTo>
                    <a:lnTo>
                      <a:pt x="83" y="100"/>
                    </a:lnTo>
                    <a:cubicBezTo>
                      <a:pt x="52" y="99"/>
                      <a:pt x="0" y="83"/>
                      <a:pt x="4" y="81"/>
                    </a:cubicBezTo>
                    <a:lnTo>
                      <a:pt x="7" y="0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57" name="Freeform 59">
                <a:extLst>
                  <a:ext uri="{FF2B5EF4-FFF2-40B4-BE49-F238E27FC236}">
                    <a16:creationId xmlns:a16="http://schemas.microsoft.com/office/drawing/2014/main" id="{01E26F1E-B207-498F-8E3A-D1033D3144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37829" y="9438334"/>
                <a:ext cx="125583" cy="90264"/>
              </a:xfrm>
              <a:custGeom>
                <a:avLst/>
                <a:gdLst>
                  <a:gd name="T0" fmla="*/ 7 w 141"/>
                  <a:gd name="T1" fmla="*/ 0 h 103"/>
                  <a:gd name="T2" fmla="*/ 7 w 141"/>
                  <a:gd name="T3" fmla="*/ 0 h 103"/>
                  <a:gd name="T4" fmla="*/ 125 w 141"/>
                  <a:gd name="T5" fmla="*/ 60 h 103"/>
                  <a:gd name="T6" fmla="*/ 125 w 141"/>
                  <a:gd name="T7" fmla="*/ 60 h 103"/>
                  <a:gd name="T8" fmla="*/ 132 w 141"/>
                  <a:gd name="T9" fmla="*/ 85 h 103"/>
                  <a:gd name="T10" fmla="*/ 132 w 141"/>
                  <a:gd name="T11" fmla="*/ 85 h 103"/>
                  <a:gd name="T12" fmla="*/ 83 w 141"/>
                  <a:gd name="T13" fmla="*/ 100 h 103"/>
                  <a:gd name="T14" fmla="*/ 83 w 141"/>
                  <a:gd name="T15" fmla="*/ 100 h 103"/>
                  <a:gd name="T16" fmla="*/ 4 w 141"/>
                  <a:gd name="T17" fmla="*/ 81 h 103"/>
                  <a:gd name="T18" fmla="*/ 7 w 141"/>
                  <a:gd name="T19" fmla="*/ 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1" h="103">
                    <a:moveTo>
                      <a:pt x="7" y="0"/>
                    </a:moveTo>
                    <a:lnTo>
                      <a:pt x="7" y="0"/>
                    </a:lnTo>
                    <a:cubicBezTo>
                      <a:pt x="7" y="0"/>
                      <a:pt x="73" y="46"/>
                      <a:pt x="125" y="60"/>
                    </a:cubicBezTo>
                    <a:lnTo>
                      <a:pt x="125" y="60"/>
                    </a:lnTo>
                    <a:cubicBezTo>
                      <a:pt x="136" y="63"/>
                      <a:pt x="140" y="77"/>
                      <a:pt x="132" y="85"/>
                    </a:cubicBezTo>
                    <a:lnTo>
                      <a:pt x="132" y="85"/>
                    </a:lnTo>
                    <a:cubicBezTo>
                      <a:pt x="121" y="94"/>
                      <a:pt x="106" y="102"/>
                      <a:pt x="83" y="100"/>
                    </a:cubicBezTo>
                    <a:lnTo>
                      <a:pt x="83" y="100"/>
                    </a:lnTo>
                    <a:cubicBezTo>
                      <a:pt x="52" y="99"/>
                      <a:pt x="0" y="83"/>
                      <a:pt x="4" y="81"/>
                    </a:cubicBezTo>
                    <a:lnTo>
                      <a:pt x="7" y="0"/>
                    </a:lnTo>
                  </a:path>
                </a:pathLst>
              </a:custGeom>
              <a:solidFill>
                <a:srgbClr val="C4C8CE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58" name="Freeform 60">
                <a:extLst>
                  <a:ext uri="{FF2B5EF4-FFF2-40B4-BE49-F238E27FC236}">
                    <a16:creationId xmlns:a16="http://schemas.microsoft.com/office/drawing/2014/main" id="{451FDF27-6AF7-40FF-8DE6-1954FFD42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5989" y="9489354"/>
                <a:ext cx="686782" cy="1479522"/>
              </a:xfrm>
              <a:custGeom>
                <a:avLst/>
                <a:gdLst>
                  <a:gd name="T0" fmla="*/ 421 w 771"/>
                  <a:gd name="T1" fmla="*/ 1580 h 1662"/>
                  <a:gd name="T2" fmla="*/ 133 w 771"/>
                  <a:gd name="T3" fmla="*/ 1435 h 1662"/>
                  <a:gd name="T4" fmla="*/ 133 w 771"/>
                  <a:gd name="T5" fmla="*/ 1435 h 1662"/>
                  <a:gd name="T6" fmla="*/ 0 w 771"/>
                  <a:gd name="T7" fmla="*/ 1220 h 1662"/>
                  <a:gd name="T8" fmla="*/ 0 w 771"/>
                  <a:gd name="T9" fmla="*/ 0 h 1662"/>
                  <a:gd name="T10" fmla="*/ 770 w 771"/>
                  <a:gd name="T11" fmla="*/ 390 h 1662"/>
                  <a:gd name="T12" fmla="*/ 770 w 771"/>
                  <a:gd name="T13" fmla="*/ 1366 h 1662"/>
                  <a:gd name="T14" fmla="*/ 770 w 771"/>
                  <a:gd name="T15" fmla="*/ 1366 h 1662"/>
                  <a:gd name="T16" fmla="*/ 421 w 771"/>
                  <a:gd name="T17" fmla="*/ 1580 h 16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771" h="1662">
                    <a:moveTo>
                      <a:pt x="421" y="1580"/>
                    </a:moveTo>
                    <a:lnTo>
                      <a:pt x="133" y="1435"/>
                    </a:lnTo>
                    <a:lnTo>
                      <a:pt x="133" y="1435"/>
                    </a:lnTo>
                    <a:cubicBezTo>
                      <a:pt x="52" y="1394"/>
                      <a:pt x="0" y="1311"/>
                      <a:pt x="0" y="1220"/>
                    </a:cubicBezTo>
                    <a:lnTo>
                      <a:pt x="0" y="0"/>
                    </a:lnTo>
                    <a:lnTo>
                      <a:pt x="770" y="390"/>
                    </a:lnTo>
                    <a:lnTo>
                      <a:pt x="770" y="1366"/>
                    </a:lnTo>
                    <a:lnTo>
                      <a:pt x="770" y="1366"/>
                    </a:lnTo>
                    <a:cubicBezTo>
                      <a:pt x="770" y="1544"/>
                      <a:pt x="581" y="1661"/>
                      <a:pt x="421" y="158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59" name="Freeform 61">
                <a:extLst>
                  <a:ext uri="{FF2B5EF4-FFF2-40B4-BE49-F238E27FC236}">
                    <a16:creationId xmlns:a16="http://schemas.microsoft.com/office/drawing/2014/main" id="{248111AB-86B4-40A2-8AE6-A2D425CFF7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4659" y="8005906"/>
                <a:ext cx="141281" cy="1899441"/>
              </a:xfrm>
              <a:custGeom>
                <a:avLst/>
                <a:gdLst>
                  <a:gd name="T0" fmla="*/ 80 w 160"/>
                  <a:gd name="T1" fmla="*/ 2132 h 2133"/>
                  <a:gd name="T2" fmla="*/ 23 w 160"/>
                  <a:gd name="T3" fmla="*/ 2129 h 2133"/>
                  <a:gd name="T4" fmla="*/ 23 w 160"/>
                  <a:gd name="T5" fmla="*/ 2129 h 2133"/>
                  <a:gd name="T6" fmla="*/ 74 w 160"/>
                  <a:gd name="T7" fmla="*/ 497 h 2133"/>
                  <a:gd name="T8" fmla="*/ 74 w 160"/>
                  <a:gd name="T9" fmla="*/ 497 h 2133"/>
                  <a:gd name="T10" fmla="*/ 0 w 160"/>
                  <a:gd name="T11" fmla="*/ 15 h 2133"/>
                  <a:gd name="T12" fmla="*/ 56 w 160"/>
                  <a:gd name="T13" fmla="*/ 0 h 2133"/>
                  <a:gd name="T14" fmla="*/ 56 w 160"/>
                  <a:gd name="T15" fmla="*/ 0 h 2133"/>
                  <a:gd name="T16" fmla="*/ 130 w 160"/>
                  <a:gd name="T17" fmla="*/ 488 h 2133"/>
                  <a:gd name="T18" fmla="*/ 130 w 160"/>
                  <a:gd name="T19" fmla="*/ 488 h 2133"/>
                  <a:gd name="T20" fmla="*/ 80 w 160"/>
                  <a:gd name="T21" fmla="*/ 2132 h 21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60" h="2133">
                    <a:moveTo>
                      <a:pt x="80" y="2132"/>
                    </a:moveTo>
                    <a:lnTo>
                      <a:pt x="23" y="2129"/>
                    </a:lnTo>
                    <a:lnTo>
                      <a:pt x="23" y="2129"/>
                    </a:lnTo>
                    <a:cubicBezTo>
                      <a:pt x="64" y="1453"/>
                      <a:pt x="102" y="790"/>
                      <a:pt x="74" y="497"/>
                    </a:cubicBezTo>
                    <a:lnTo>
                      <a:pt x="74" y="497"/>
                    </a:lnTo>
                    <a:cubicBezTo>
                      <a:pt x="42" y="178"/>
                      <a:pt x="1" y="17"/>
                      <a:pt x="0" y="15"/>
                    </a:cubicBezTo>
                    <a:lnTo>
                      <a:pt x="56" y="0"/>
                    </a:lnTo>
                    <a:lnTo>
                      <a:pt x="56" y="0"/>
                    </a:lnTo>
                    <a:cubicBezTo>
                      <a:pt x="57" y="7"/>
                      <a:pt x="99" y="166"/>
                      <a:pt x="130" y="488"/>
                    </a:cubicBezTo>
                    <a:lnTo>
                      <a:pt x="130" y="488"/>
                    </a:lnTo>
                    <a:cubicBezTo>
                      <a:pt x="159" y="786"/>
                      <a:pt x="122" y="1451"/>
                      <a:pt x="80" y="2132"/>
                    </a:cubicBezTo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60" name="Freeform 62">
                <a:extLst>
                  <a:ext uri="{FF2B5EF4-FFF2-40B4-BE49-F238E27FC236}">
                    <a16:creationId xmlns:a16="http://schemas.microsoft.com/office/drawing/2014/main" id="{16EE8F71-6A0C-4040-A7C9-A766B7E1EF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06285" y="9399090"/>
                <a:ext cx="353202" cy="372825"/>
              </a:xfrm>
              <a:custGeom>
                <a:avLst/>
                <a:gdLst>
                  <a:gd name="T0" fmla="*/ 0 w 398"/>
                  <a:gd name="T1" fmla="*/ 174 h 419"/>
                  <a:gd name="T2" fmla="*/ 112 w 398"/>
                  <a:gd name="T3" fmla="*/ 358 h 419"/>
                  <a:gd name="T4" fmla="*/ 266 w 398"/>
                  <a:gd name="T5" fmla="*/ 418 h 419"/>
                  <a:gd name="T6" fmla="*/ 379 w 398"/>
                  <a:gd name="T7" fmla="*/ 397 h 419"/>
                  <a:gd name="T8" fmla="*/ 379 w 398"/>
                  <a:gd name="T9" fmla="*/ 397 h 419"/>
                  <a:gd name="T10" fmla="*/ 367 w 398"/>
                  <a:gd name="T11" fmla="*/ 341 h 419"/>
                  <a:gd name="T12" fmla="*/ 367 w 398"/>
                  <a:gd name="T13" fmla="*/ 341 h 419"/>
                  <a:gd name="T14" fmla="*/ 362 w 398"/>
                  <a:gd name="T15" fmla="*/ 287 h 419"/>
                  <a:gd name="T16" fmla="*/ 362 w 398"/>
                  <a:gd name="T17" fmla="*/ 287 h 419"/>
                  <a:gd name="T18" fmla="*/ 363 w 398"/>
                  <a:gd name="T19" fmla="*/ 225 h 419"/>
                  <a:gd name="T20" fmla="*/ 363 w 398"/>
                  <a:gd name="T21" fmla="*/ 225 h 419"/>
                  <a:gd name="T22" fmla="*/ 372 w 398"/>
                  <a:gd name="T23" fmla="*/ 159 h 419"/>
                  <a:gd name="T24" fmla="*/ 262 w 398"/>
                  <a:gd name="T25" fmla="*/ 151 h 419"/>
                  <a:gd name="T26" fmla="*/ 268 w 398"/>
                  <a:gd name="T27" fmla="*/ 45 h 419"/>
                  <a:gd name="T28" fmla="*/ 192 w 398"/>
                  <a:gd name="T29" fmla="*/ 68 h 419"/>
                  <a:gd name="T30" fmla="*/ 139 w 398"/>
                  <a:gd name="T31" fmla="*/ 0 h 419"/>
                  <a:gd name="T32" fmla="*/ 0 w 398"/>
                  <a:gd name="T33" fmla="*/ 174 h 4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98" h="419">
                    <a:moveTo>
                      <a:pt x="0" y="174"/>
                    </a:moveTo>
                    <a:lnTo>
                      <a:pt x="112" y="358"/>
                    </a:lnTo>
                    <a:lnTo>
                      <a:pt x="266" y="418"/>
                    </a:lnTo>
                    <a:lnTo>
                      <a:pt x="379" y="397"/>
                    </a:lnTo>
                    <a:lnTo>
                      <a:pt x="379" y="397"/>
                    </a:lnTo>
                    <a:cubicBezTo>
                      <a:pt x="379" y="397"/>
                      <a:pt x="386" y="360"/>
                      <a:pt x="367" y="341"/>
                    </a:cubicBezTo>
                    <a:lnTo>
                      <a:pt x="367" y="341"/>
                    </a:lnTo>
                    <a:cubicBezTo>
                      <a:pt x="367" y="341"/>
                      <a:pt x="381" y="309"/>
                      <a:pt x="362" y="287"/>
                    </a:cubicBezTo>
                    <a:lnTo>
                      <a:pt x="362" y="287"/>
                    </a:lnTo>
                    <a:cubicBezTo>
                      <a:pt x="362" y="287"/>
                      <a:pt x="397" y="253"/>
                      <a:pt x="363" y="225"/>
                    </a:cubicBezTo>
                    <a:lnTo>
                      <a:pt x="363" y="225"/>
                    </a:lnTo>
                    <a:cubicBezTo>
                      <a:pt x="363" y="225"/>
                      <a:pt x="395" y="196"/>
                      <a:pt x="372" y="159"/>
                    </a:cubicBezTo>
                    <a:lnTo>
                      <a:pt x="262" y="151"/>
                    </a:lnTo>
                    <a:lnTo>
                      <a:pt x="268" y="45"/>
                    </a:lnTo>
                    <a:lnTo>
                      <a:pt x="192" y="68"/>
                    </a:lnTo>
                    <a:lnTo>
                      <a:pt x="139" y="0"/>
                    </a:lnTo>
                    <a:lnTo>
                      <a:pt x="0" y="174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61" name="Freeform 63">
                <a:extLst>
                  <a:ext uri="{FF2B5EF4-FFF2-40B4-BE49-F238E27FC236}">
                    <a16:creationId xmlns:a16="http://schemas.microsoft.com/office/drawing/2014/main" id="{B4BBB6FD-AE1C-4BC0-8D3A-76F1111890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06285" y="9399090"/>
                <a:ext cx="353202" cy="372825"/>
              </a:xfrm>
              <a:custGeom>
                <a:avLst/>
                <a:gdLst>
                  <a:gd name="T0" fmla="*/ 0 w 398"/>
                  <a:gd name="T1" fmla="*/ 174 h 419"/>
                  <a:gd name="T2" fmla="*/ 112 w 398"/>
                  <a:gd name="T3" fmla="*/ 358 h 419"/>
                  <a:gd name="T4" fmla="*/ 266 w 398"/>
                  <a:gd name="T5" fmla="*/ 418 h 419"/>
                  <a:gd name="T6" fmla="*/ 379 w 398"/>
                  <a:gd name="T7" fmla="*/ 397 h 419"/>
                  <a:gd name="T8" fmla="*/ 379 w 398"/>
                  <a:gd name="T9" fmla="*/ 397 h 419"/>
                  <a:gd name="T10" fmla="*/ 367 w 398"/>
                  <a:gd name="T11" fmla="*/ 341 h 419"/>
                  <a:gd name="T12" fmla="*/ 367 w 398"/>
                  <a:gd name="T13" fmla="*/ 341 h 419"/>
                  <a:gd name="T14" fmla="*/ 362 w 398"/>
                  <a:gd name="T15" fmla="*/ 287 h 419"/>
                  <a:gd name="T16" fmla="*/ 362 w 398"/>
                  <a:gd name="T17" fmla="*/ 287 h 419"/>
                  <a:gd name="T18" fmla="*/ 363 w 398"/>
                  <a:gd name="T19" fmla="*/ 225 h 419"/>
                  <a:gd name="T20" fmla="*/ 363 w 398"/>
                  <a:gd name="T21" fmla="*/ 225 h 419"/>
                  <a:gd name="T22" fmla="*/ 372 w 398"/>
                  <a:gd name="T23" fmla="*/ 159 h 419"/>
                  <a:gd name="T24" fmla="*/ 262 w 398"/>
                  <a:gd name="T25" fmla="*/ 151 h 419"/>
                  <a:gd name="T26" fmla="*/ 268 w 398"/>
                  <a:gd name="T27" fmla="*/ 45 h 419"/>
                  <a:gd name="T28" fmla="*/ 192 w 398"/>
                  <a:gd name="T29" fmla="*/ 68 h 419"/>
                  <a:gd name="T30" fmla="*/ 139 w 398"/>
                  <a:gd name="T31" fmla="*/ 0 h 419"/>
                  <a:gd name="T32" fmla="*/ 0 w 398"/>
                  <a:gd name="T33" fmla="*/ 174 h 4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98" h="419">
                    <a:moveTo>
                      <a:pt x="0" y="174"/>
                    </a:moveTo>
                    <a:lnTo>
                      <a:pt x="112" y="358"/>
                    </a:lnTo>
                    <a:lnTo>
                      <a:pt x="266" y="418"/>
                    </a:lnTo>
                    <a:lnTo>
                      <a:pt x="379" y="397"/>
                    </a:lnTo>
                    <a:lnTo>
                      <a:pt x="379" y="397"/>
                    </a:lnTo>
                    <a:cubicBezTo>
                      <a:pt x="379" y="397"/>
                      <a:pt x="386" y="360"/>
                      <a:pt x="367" y="341"/>
                    </a:cubicBezTo>
                    <a:lnTo>
                      <a:pt x="367" y="341"/>
                    </a:lnTo>
                    <a:cubicBezTo>
                      <a:pt x="367" y="341"/>
                      <a:pt x="381" y="309"/>
                      <a:pt x="362" y="287"/>
                    </a:cubicBezTo>
                    <a:lnTo>
                      <a:pt x="362" y="287"/>
                    </a:lnTo>
                    <a:cubicBezTo>
                      <a:pt x="362" y="287"/>
                      <a:pt x="397" y="253"/>
                      <a:pt x="363" y="225"/>
                    </a:cubicBezTo>
                    <a:lnTo>
                      <a:pt x="363" y="225"/>
                    </a:lnTo>
                    <a:cubicBezTo>
                      <a:pt x="363" y="225"/>
                      <a:pt x="395" y="196"/>
                      <a:pt x="372" y="159"/>
                    </a:cubicBezTo>
                    <a:lnTo>
                      <a:pt x="262" y="151"/>
                    </a:lnTo>
                    <a:lnTo>
                      <a:pt x="268" y="45"/>
                    </a:lnTo>
                    <a:lnTo>
                      <a:pt x="192" y="68"/>
                    </a:lnTo>
                    <a:lnTo>
                      <a:pt x="139" y="0"/>
                    </a:lnTo>
                    <a:lnTo>
                      <a:pt x="0" y="174"/>
                    </a:lnTo>
                  </a:path>
                </a:pathLst>
              </a:custGeom>
              <a:solidFill>
                <a:srgbClr val="C4C8CE">
                  <a:alpha val="15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62" name="Freeform 64">
                <a:extLst>
                  <a:ext uri="{FF2B5EF4-FFF2-40B4-BE49-F238E27FC236}">
                    <a16:creationId xmlns:a16="http://schemas.microsoft.com/office/drawing/2014/main" id="{8E475D69-D758-4B84-AE24-65A075CC3E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9275" y="7845002"/>
                <a:ext cx="698555" cy="1711066"/>
              </a:xfrm>
              <a:custGeom>
                <a:avLst/>
                <a:gdLst>
                  <a:gd name="T0" fmla="*/ 352 w 783"/>
                  <a:gd name="T1" fmla="*/ 1161 h 1924"/>
                  <a:gd name="T2" fmla="*/ 352 w 783"/>
                  <a:gd name="T3" fmla="*/ 1161 h 1924"/>
                  <a:gd name="T4" fmla="*/ 353 w 783"/>
                  <a:gd name="T5" fmla="*/ 1118 h 1924"/>
                  <a:gd name="T6" fmla="*/ 353 w 783"/>
                  <a:gd name="T7" fmla="*/ 1118 h 1924"/>
                  <a:gd name="T8" fmla="*/ 695 w 783"/>
                  <a:gd name="T9" fmla="*/ 342 h 1924"/>
                  <a:gd name="T10" fmla="*/ 695 w 783"/>
                  <a:gd name="T11" fmla="*/ 342 h 1924"/>
                  <a:gd name="T12" fmla="*/ 465 w 783"/>
                  <a:gd name="T13" fmla="*/ 41 h 1924"/>
                  <a:gd name="T14" fmla="*/ 465 w 783"/>
                  <a:gd name="T15" fmla="*/ 41 h 1924"/>
                  <a:gd name="T16" fmla="*/ 14 w 783"/>
                  <a:gd name="T17" fmla="*/ 1062 h 1924"/>
                  <a:gd name="T18" fmla="*/ 14 w 783"/>
                  <a:gd name="T19" fmla="*/ 1062 h 1924"/>
                  <a:gd name="T20" fmla="*/ 476 w 783"/>
                  <a:gd name="T21" fmla="*/ 1870 h 1924"/>
                  <a:gd name="T22" fmla="*/ 476 w 783"/>
                  <a:gd name="T23" fmla="*/ 1870 h 1924"/>
                  <a:gd name="T24" fmla="*/ 521 w 783"/>
                  <a:gd name="T25" fmla="*/ 1923 h 1924"/>
                  <a:gd name="T26" fmla="*/ 660 w 783"/>
                  <a:gd name="T27" fmla="*/ 1749 h 1924"/>
                  <a:gd name="T28" fmla="*/ 660 w 783"/>
                  <a:gd name="T29" fmla="*/ 1749 h 1924"/>
                  <a:gd name="T30" fmla="*/ 628 w 783"/>
                  <a:gd name="T31" fmla="*/ 1683 h 1924"/>
                  <a:gd name="T32" fmla="*/ 628 w 783"/>
                  <a:gd name="T33" fmla="*/ 1683 h 1924"/>
                  <a:gd name="T34" fmla="*/ 352 w 783"/>
                  <a:gd name="T35" fmla="*/ 1161 h 19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783" h="1924">
                    <a:moveTo>
                      <a:pt x="352" y="1161"/>
                    </a:moveTo>
                    <a:lnTo>
                      <a:pt x="352" y="1161"/>
                    </a:lnTo>
                    <a:cubicBezTo>
                      <a:pt x="343" y="1149"/>
                      <a:pt x="343" y="1131"/>
                      <a:pt x="353" y="1118"/>
                    </a:cubicBezTo>
                    <a:lnTo>
                      <a:pt x="353" y="1118"/>
                    </a:lnTo>
                    <a:cubicBezTo>
                      <a:pt x="427" y="1022"/>
                      <a:pt x="782" y="619"/>
                      <a:pt x="695" y="342"/>
                    </a:cubicBezTo>
                    <a:lnTo>
                      <a:pt x="695" y="342"/>
                    </a:lnTo>
                    <a:cubicBezTo>
                      <a:pt x="587" y="0"/>
                      <a:pt x="465" y="41"/>
                      <a:pt x="465" y="41"/>
                    </a:cubicBezTo>
                    <a:lnTo>
                      <a:pt x="465" y="41"/>
                    </a:lnTo>
                    <a:cubicBezTo>
                      <a:pt x="465" y="41"/>
                      <a:pt x="39" y="834"/>
                      <a:pt x="14" y="1062"/>
                    </a:cubicBezTo>
                    <a:lnTo>
                      <a:pt x="14" y="1062"/>
                    </a:lnTo>
                    <a:cubicBezTo>
                      <a:pt x="0" y="1192"/>
                      <a:pt x="11" y="1317"/>
                      <a:pt x="476" y="1870"/>
                    </a:cubicBezTo>
                    <a:lnTo>
                      <a:pt x="476" y="1870"/>
                    </a:lnTo>
                    <a:cubicBezTo>
                      <a:pt x="490" y="1887"/>
                      <a:pt x="505" y="1905"/>
                      <a:pt x="521" y="1923"/>
                    </a:cubicBezTo>
                    <a:lnTo>
                      <a:pt x="660" y="1749"/>
                    </a:lnTo>
                    <a:lnTo>
                      <a:pt x="660" y="1749"/>
                    </a:lnTo>
                    <a:cubicBezTo>
                      <a:pt x="660" y="1749"/>
                      <a:pt x="648" y="1723"/>
                      <a:pt x="628" y="1683"/>
                    </a:cubicBezTo>
                    <a:lnTo>
                      <a:pt x="628" y="1683"/>
                    </a:lnTo>
                    <a:cubicBezTo>
                      <a:pt x="566" y="1553"/>
                      <a:pt x="424" y="1267"/>
                      <a:pt x="352" y="1161"/>
                    </a:cubicBezTo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63" name="Freeform 65">
                <a:extLst>
                  <a:ext uri="{FF2B5EF4-FFF2-40B4-BE49-F238E27FC236}">
                    <a16:creationId xmlns:a16="http://schemas.microsoft.com/office/drawing/2014/main" id="{1265CDAA-1E87-4DA7-8F4C-CCCF06BD08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9275" y="7892095"/>
                <a:ext cx="698555" cy="1663973"/>
              </a:xfrm>
              <a:custGeom>
                <a:avLst/>
                <a:gdLst>
                  <a:gd name="T0" fmla="*/ 352 w 783"/>
                  <a:gd name="T1" fmla="*/ 1161 h 1871"/>
                  <a:gd name="T2" fmla="*/ 352 w 783"/>
                  <a:gd name="T3" fmla="*/ 1161 h 1871"/>
                  <a:gd name="T4" fmla="*/ 353 w 783"/>
                  <a:gd name="T5" fmla="*/ 1118 h 1871"/>
                  <a:gd name="T6" fmla="*/ 353 w 783"/>
                  <a:gd name="T7" fmla="*/ 1118 h 1871"/>
                  <a:gd name="T8" fmla="*/ 695 w 783"/>
                  <a:gd name="T9" fmla="*/ 342 h 1871"/>
                  <a:gd name="T10" fmla="*/ 695 w 783"/>
                  <a:gd name="T11" fmla="*/ 342 h 1871"/>
                  <a:gd name="T12" fmla="*/ 465 w 783"/>
                  <a:gd name="T13" fmla="*/ 41 h 1871"/>
                  <a:gd name="T14" fmla="*/ 465 w 783"/>
                  <a:gd name="T15" fmla="*/ 41 h 1871"/>
                  <a:gd name="T16" fmla="*/ 14 w 783"/>
                  <a:gd name="T17" fmla="*/ 1062 h 1871"/>
                  <a:gd name="T18" fmla="*/ 14 w 783"/>
                  <a:gd name="T19" fmla="*/ 1062 h 1871"/>
                  <a:gd name="T20" fmla="*/ 476 w 783"/>
                  <a:gd name="T21" fmla="*/ 1870 h 1871"/>
                  <a:gd name="T22" fmla="*/ 628 w 783"/>
                  <a:gd name="T23" fmla="*/ 1683 h 1871"/>
                  <a:gd name="T24" fmla="*/ 628 w 783"/>
                  <a:gd name="T25" fmla="*/ 1683 h 1871"/>
                  <a:gd name="T26" fmla="*/ 352 w 783"/>
                  <a:gd name="T27" fmla="*/ 1161 h 18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83" h="1871">
                    <a:moveTo>
                      <a:pt x="352" y="1161"/>
                    </a:moveTo>
                    <a:lnTo>
                      <a:pt x="352" y="1161"/>
                    </a:lnTo>
                    <a:cubicBezTo>
                      <a:pt x="343" y="1149"/>
                      <a:pt x="343" y="1131"/>
                      <a:pt x="353" y="1118"/>
                    </a:cubicBezTo>
                    <a:lnTo>
                      <a:pt x="353" y="1118"/>
                    </a:lnTo>
                    <a:cubicBezTo>
                      <a:pt x="427" y="1022"/>
                      <a:pt x="782" y="619"/>
                      <a:pt x="695" y="342"/>
                    </a:cubicBezTo>
                    <a:lnTo>
                      <a:pt x="695" y="342"/>
                    </a:lnTo>
                    <a:cubicBezTo>
                      <a:pt x="587" y="0"/>
                      <a:pt x="465" y="41"/>
                      <a:pt x="465" y="41"/>
                    </a:cubicBezTo>
                    <a:lnTo>
                      <a:pt x="465" y="41"/>
                    </a:lnTo>
                    <a:cubicBezTo>
                      <a:pt x="465" y="41"/>
                      <a:pt x="39" y="834"/>
                      <a:pt x="14" y="1062"/>
                    </a:cubicBezTo>
                    <a:lnTo>
                      <a:pt x="14" y="1062"/>
                    </a:lnTo>
                    <a:cubicBezTo>
                      <a:pt x="0" y="1192"/>
                      <a:pt x="11" y="1317"/>
                      <a:pt x="476" y="1870"/>
                    </a:cubicBezTo>
                    <a:lnTo>
                      <a:pt x="628" y="1683"/>
                    </a:lnTo>
                    <a:lnTo>
                      <a:pt x="628" y="1683"/>
                    </a:lnTo>
                    <a:cubicBezTo>
                      <a:pt x="566" y="1553"/>
                      <a:pt x="424" y="1267"/>
                      <a:pt x="352" y="1161"/>
                    </a:cubicBezTo>
                  </a:path>
                </a:pathLst>
              </a:custGeom>
              <a:solidFill>
                <a:schemeClr val="accent6">
                  <a:alpha val="25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64" name="Freeform 66">
                <a:extLst>
                  <a:ext uri="{FF2B5EF4-FFF2-40B4-BE49-F238E27FC236}">
                    <a16:creationId xmlns:a16="http://schemas.microsoft.com/office/drawing/2014/main" id="{454B4DBA-C346-4FDE-96E2-E79743EDEB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3117" y="9340224"/>
                <a:ext cx="164827" cy="215844"/>
              </a:xfrm>
              <a:custGeom>
                <a:avLst/>
                <a:gdLst>
                  <a:gd name="T0" fmla="*/ 0 w 185"/>
                  <a:gd name="T1" fmla="*/ 187 h 241"/>
                  <a:gd name="T2" fmla="*/ 0 w 185"/>
                  <a:gd name="T3" fmla="*/ 187 h 241"/>
                  <a:gd name="T4" fmla="*/ 45 w 185"/>
                  <a:gd name="T5" fmla="*/ 240 h 241"/>
                  <a:gd name="T6" fmla="*/ 184 w 185"/>
                  <a:gd name="T7" fmla="*/ 66 h 241"/>
                  <a:gd name="T8" fmla="*/ 184 w 185"/>
                  <a:gd name="T9" fmla="*/ 66 h 241"/>
                  <a:gd name="T10" fmla="*/ 152 w 185"/>
                  <a:gd name="T11" fmla="*/ 0 h 241"/>
                  <a:gd name="T12" fmla="*/ 0 w 185"/>
                  <a:gd name="T13" fmla="*/ 187 h 2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85" h="241">
                    <a:moveTo>
                      <a:pt x="0" y="187"/>
                    </a:moveTo>
                    <a:lnTo>
                      <a:pt x="0" y="187"/>
                    </a:lnTo>
                    <a:cubicBezTo>
                      <a:pt x="14" y="204"/>
                      <a:pt x="29" y="222"/>
                      <a:pt x="45" y="240"/>
                    </a:cubicBezTo>
                    <a:lnTo>
                      <a:pt x="184" y="66"/>
                    </a:lnTo>
                    <a:lnTo>
                      <a:pt x="184" y="66"/>
                    </a:lnTo>
                    <a:cubicBezTo>
                      <a:pt x="184" y="66"/>
                      <a:pt x="172" y="40"/>
                      <a:pt x="152" y="0"/>
                    </a:cubicBezTo>
                    <a:lnTo>
                      <a:pt x="0" y="187"/>
                    </a:lnTo>
                  </a:path>
                </a:pathLst>
              </a:custGeom>
              <a:solidFill>
                <a:schemeClr val="accent6">
                  <a:alpha val="5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65" name="Freeform 67">
                <a:extLst>
                  <a:ext uri="{FF2B5EF4-FFF2-40B4-BE49-F238E27FC236}">
                    <a16:creationId xmlns:a16="http://schemas.microsoft.com/office/drawing/2014/main" id="{2D2FAB44-C816-4D3D-9892-559BAF7303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19651" y="9489354"/>
                <a:ext cx="780970" cy="886929"/>
              </a:xfrm>
              <a:custGeom>
                <a:avLst/>
                <a:gdLst>
                  <a:gd name="T0" fmla="*/ 99 w 879"/>
                  <a:gd name="T1" fmla="*/ 0 h 995"/>
                  <a:gd name="T2" fmla="*/ 99 w 879"/>
                  <a:gd name="T3" fmla="*/ 0 h 995"/>
                  <a:gd name="T4" fmla="*/ 71 w 879"/>
                  <a:gd name="T5" fmla="*/ 377 h 995"/>
                  <a:gd name="T6" fmla="*/ 71 w 879"/>
                  <a:gd name="T7" fmla="*/ 377 h 995"/>
                  <a:gd name="T8" fmla="*/ 0 w 879"/>
                  <a:gd name="T9" fmla="*/ 626 h 995"/>
                  <a:gd name="T10" fmla="*/ 778 w 879"/>
                  <a:gd name="T11" fmla="*/ 994 h 995"/>
                  <a:gd name="T12" fmla="*/ 778 w 879"/>
                  <a:gd name="T13" fmla="*/ 994 h 995"/>
                  <a:gd name="T14" fmla="*/ 869 w 879"/>
                  <a:gd name="T15" fmla="*/ 390 h 995"/>
                  <a:gd name="T16" fmla="*/ 99 w 879"/>
                  <a:gd name="T17" fmla="*/ 0 h 9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79" h="995">
                    <a:moveTo>
                      <a:pt x="99" y="0"/>
                    </a:moveTo>
                    <a:lnTo>
                      <a:pt x="99" y="0"/>
                    </a:lnTo>
                    <a:cubicBezTo>
                      <a:pt x="99" y="0"/>
                      <a:pt x="88" y="257"/>
                      <a:pt x="71" y="377"/>
                    </a:cubicBezTo>
                    <a:lnTo>
                      <a:pt x="71" y="377"/>
                    </a:lnTo>
                    <a:cubicBezTo>
                      <a:pt x="60" y="460"/>
                      <a:pt x="0" y="626"/>
                      <a:pt x="0" y="626"/>
                    </a:cubicBezTo>
                    <a:lnTo>
                      <a:pt x="778" y="994"/>
                    </a:lnTo>
                    <a:lnTo>
                      <a:pt x="778" y="994"/>
                    </a:lnTo>
                    <a:cubicBezTo>
                      <a:pt x="778" y="994"/>
                      <a:pt x="878" y="754"/>
                      <a:pt x="869" y="390"/>
                    </a:cubicBezTo>
                    <a:lnTo>
                      <a:pt x="99" y="0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66" name="Freeform 68">
                <a:extLst>
                  <a:ext uri="{FF2B5EF4-FFF2-40B4-BE49-F238E27FC236}">
                    <a16:creationId xmlns:a16="http://schemas.microsoft.com/office/drawing/2014/main" id="{2FEF8F0C-52F8-44B6-A3EF-2D3DEF357B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19651" y="9489354"/>
                <a:ext cx="780970" cy="886929"/>
              </a:xfrm>
              <a:custGeom>
                <a:avLst/>
                <a:gdLst>
                  <a:gd name="T0" fmla="*/ 99 w 879"/>
                  <a:gd name="T1" fmla="*/ 0 h 995"/>
                  <a:gd name="T2" fmla="*/ 99 w 879"/>
                  <a:gd name="T3" fmla="*/ 0 h 995"/>
                  <a:gd name="T4" fmla="*/ 71 w 879"/>
                  <a:gd name="T5" fmla="*/ 377 h 995"/>
                  <a:gd name="T6" fmla="*/ 71 w 879"/>
                  <a:gd name="T7" fmla="*/ 377 h 995"/>
                  <a:gd name="T8" fmla="*/ 0 w 879"/>
                  <a:gd name="T9" fmla="*/ 626 h 995"/>
                  <a:gd name="T10" fmla="*/ 778 w 879"/>
                  <a:gd name="T11" fmla="*/ 994 h 995"/>
                  <a:gd name="T12" fmla="*/ 778 w 879"/>
                  <a:gd name="T13" fmla="*/ 994 h 995"/>
                  <a:gd name="T14" fmla="*/ 869 w 879"/>
                  <a:gd name="T15" fmla="*/ 390 h 995"/>
                  <a:gd name="T16" fmla="*/ 99 w 879"/>
                  <a:gd name="T17" fmla="*/ 0 h 9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79" h="995">
                    <a:moveTo>
                      <a:pt x="99" y="0"/>
                    </a:moveTo>
                    <a:lnTo>
                      <a:pt x="99" y="0"/>
                    </a:lnTo>
                    <a:cubicBezTo>
                      <a:pt x="99" y="0"/>
                      <a:pt x="88" y="257"/>
                      <a:pt x="71" y="377"/>
                    </a:cubicBezTo>
                    <a:lnTo>
                      <a:pt x="71" y="377"/>
                    </a:lnTo>
                    <a:cubicBezTo>
                      <a:pt x="60" y="460"/>
                      <a:pt x="0" y="626"/>
                      <a:pt x="0" y="626"/>
                    </a:cubicBezTo>
                    <a:lnTo>
                      <a:pt x="778" y="994"/>
                    </a:lnTo>
                    <a:lnTo>
                      <a:pt x="778" y="994"/>
                    </a:lnTo>
                    <a:cubicBezTo>
                      <a:pt x="778" y="994"/>
                      <a:pt x="878" y="754"/>
                      <a:pt x="869" y="390"/>
                    </a:cubicBezTo>
                    <a:lnTo>
                      <a:pt x="99" y="0"/>
                    </a:lnTo>
                  </a:path>
                </a:pathLst>
              </a:custGeom>
              <a:solidFill>
                <a:srgbClr val="111340">
                  <a:alpha val="30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67" name="Freeform 69">
                <a:extLst>
                  <a:ext uri="{FF2B5EF4-FFF2-40B4-BE49-F238E27FC236}">
                    <a16:creationId xmlns:a16="http://schemas.microsoft.com/office/drawing/2014/main" id="{293EB713-BD62-4201-ACD7-6CAFF0CB74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2918" y="7797908"/>
                <a:ext cx="141281" cy="145206"/>
              </a:xfrm>
              <a:custGeom>
                <a:avLst/>
                <a:gdLst>
                  <a:gd name="T0" fmla="*/ 11 w 159"/>
                  <a:gd name="T1" fmla="*/ 41 h 162"/>
                  <a:gd name="T2" fmla="*/ 11 w 159"/>
                  <a:gd name="T3" fmla="*/ 41 h 162"/>
                  <a:gd name="T4" fmla="*/ 28 w 159"/>
                  <a:gd name="T5" fmla="*/ 120 h 162"/>
                  <a:gd name="T6" fmla="*/ 28 w 159"/>
                  <a:gd name="T7" fmla="*/ 120 h 162"/>
                  <a:gd name="T8" fmla="*/ 100 w 159"/>
                  <a:gd name="T9" fmla="*/ 158 h 162"/>
                  <a:gd name="T10" fmla="*/ 100 w 159"/>
                  <a:gd name="T11" fmla="*/ 158 h 162"/>
                  <a:gd name="T12" fmla="*/ 142 w 159"/>
                  <a:gd name="T13" fmla="*/ 124 h 162"/>
                  <a:gd name="T14" fmla="*/ 142 w 159"/>
                  <a:gd name="T15" fmla="*/ 124 h 162"/>
                  <a:gd name="T16" fmla="*/ 141 w 159"/>
                  <a:gd name="T17" fmla="*/ 46 h 162"/>
                  <a:gd name="T18" fmla="*/ 130 w 159"/>
                  <a:gd name="T19" fmla="*/ 29 h 162"/>
                  <a:gd name="T20" fmla="*/ 130 w 159"/>
                  <a:gd name="T21" fmla="*/ 29 h 162"/>
                  <a:gd name="T22" fmla="*/ 73 w 159"/>
                  <a:gd name="T23" fmla="*/ 0 h 162"/>
                  <a:gd name="T24" fmla="*/ 73 w 159"/>
                  <a:gd name="T25" fmla="*/ 0 h 162"/>
                  <a:gd name="T26" fmla="*/ 11 w 159"/>
                  <a:gd name="T27" fmla="*/ 41 h 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59" h="162">
                    <a:moveTo>
                      <a:pt x="11" y="41"/>
                    </a:moveTo>
                    <a:lnTo>
                      <a:pt x="11" y="41"/>
                    </a:lnTo>
                    <a:cubicBezTo>
                      <a:pt x="0" y="69"/>
                      <a:pt x="7" y="101"/>
                      <a:pt x="28" y="120"/>
                    </a:cubicBezTo>
                    <a:lnTo>
                      <a:pt x="28" y="120"/>
                    </a:lnTo>
                    <a:cubicBezTo>
                      <a:pt x="49" y="141"/>
                      <a:pt x="77" y="161"/>
                      <a:pt x="100" y="158"/>
                    </a:cubicBezTo>
                    <a:lnTo>
                      <a:pt x="100" y="158"/>
                    </a:lnTo>
                    <a:cubicBezTo>
                      <a:pt x="115" y="156"/>
                      <a:pt x="130" y="141"/>
                      <a:pt x="142" y="124"/>
                    </a:cubicBezTo>
                    <a:lnTo>
                      <a:pt x="142" y="124"/>
                    </a:lnTo>
                    <a:cubicBezTo>
                      <a:pt x="158" y="101"/>
                      <a:pt x="157" y="69"/>
                      <a:pt x="141" y="46"/>
                    </a:cubicBezTo>
                    <a:lnTo>
                      <a:pt x="130" y="29"/>
                    </a:lnTo>
                    <a:lnTo>
                      <a:pt x="130" y="29"/>
                    </a:lnTo>
                    <a:cubicBezTo>
                      <a:pt x="117" y="12"/>
                      <a:pt x="96" y="0"/>
                      <a:pt x="73" y="0"/>
                    </a:cubicBezTo>
                    <a:lnTo>
                      <a:pt x="73" y="0"/>
                    </a:lnTo>
                    <a:cubicBezTo>
                      <a:pt x="47" y="1"/>
                      <a:pt x="23" y="16"/>
                      <a:pt x="11" y="41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68" name="Freeform 70">
                <a:extLst>
                  <a:ext uri="{FF2B5EF4-FFF2-40B4-BE49-F238E27FC236}">
                    <a16:creationId xmlns:a16="http://schemas.microsoft.com/office/drawing/2014/main" id="{6FD4FBF2-A25E-44CC-B30B-248A7FBAAE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2918" y="7797908"/>
                <a:ext cx="141281" cy="145206"/>
              </a:xfrm>
              <a:custGeom>
                <a:avLst/>
                <a:gdLst>
                  <a:gd name="T0" fmla="*/ 11 w 159"/>
                  <a:gd name="T1" fmla="*/ 41 h 162"/>
                  <a:gd name="T2" fmla="*/ 11 w 159"/>
                  <a:gd name="T3" fmla="*/ 41 h 162"/>
                  <a:gd name="T4" fmla="*/ 28 w 159"/>
                  <a:gd name="T5" fmla="*/ 120 h 162"/>
                  <a:gd name="T6" fmla="*/ 28 w 159"/>
                  <a:gd name="T7" fmla="*/ 120 h 162"/>
                  <a:gd name="T8" fmla="*/ 100 w 159"/>
                  <a:gd name="T9" fmla="*/ 158 h 162"/>
                  <a:gd name="T10" fmla="*/ 100 w 159"/>
                  <a:gd name="T11" fmla="*/ 158 h 162"/>
                  <a:gd name="T12" fmla="*/ 142 w 159"/>
                  <a:gd name="T13" fmla="*/ 124 h 162"/>
                  <a:gd name="T14" fmla="*/ 142 w 159"/>
                  <a:gd name="T15" fmla="*/ 124 h 162"/>
                  <a:gd name="T16" fmla="*/ 141 w 159"/>
                  <a:gd name="T17" fmla="*/ 46 h 162"/>
                  <a:gd name="T18" fmla="*/ 130 w 159"/>
                  <a:gd name="T19" fmla="*/ 29 h 162"/>
                  <a:gd name="T20" fmla="*/ 130 w 159"/>
                  <a:gd name="T21" fmla="*/ 29 h 162"/>
                  <a:gd name="T22" fmla="*/ 73 w 159"/>
                  <a:gd name="T23" fmla="*/ 0 h 162"/>
                  <a:gd name="T24" fmla="*/ 73 w 159"/>
                  <a:gd name="T25" fmla="*/ 0 h 162"/>
                  <a:gd name="T26" fmla="*/ 11 w 159"/>
                  <a:gd name="T27" fmla="*/ 41 h 1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59" h="162">
                    <a:moveTo>
                      <a:pt x="11" y="41"/>
                    </a:moveTo>
                    <a:lnTo>
                      <a:pt x="11" y="41"/>
                    </a:lnTo>
                    <a:cubicBezTo>
                      <a:pt x="0" y="69"/>
                      <a:pt x="7" y="101"/>
                      <a:pt x="28" y="120"/>
                    </a:cubicBezTo>
                    <a:lnTo>
                      <a:pt x="28" y="120"/>
                    </a:lnTo>
                    <a:cubicBezTo>
                      <a:pt x="49" y="141"/>
                      <a:pt x="77" y="161"/>
                      <a:pt x="100" y="158"/>
                    </a:cubicBezTo>
                    <a:lnTo>
                      <a:pt x="100" y="158"/>
                    </a:lnTo>
                    <a:cubicBezTo>
                      <a:pt x="115" y="156"/>
                      <a:pt x="130" y="141"/>
                      <a:pt x="142" y="124"/>
                    </a:cubicBezTo>
                    <a:lnTo>
                      <a:pt x="142" y="124"/>
                    </a:lnTo>
                    <a:cubicBezTo>
                      <a:pt x="158" y="101"/>
                      <a:pt x="157" y="69"/>
                      <a:pt x="141" y="46"/>
                    </a:cubicBezTo>
                    <a:lnTo>
                      <a:pt x="130" y="29"/>
                    </a:lnTo>
                    <a:lnTo>
                      <a:pt x="130" y="29"/>
                    </a:lnTo>
                    <a:cubicBezTo>
                      <a:pt x="117" y="12"/>
                      <a:pt x="96" y="0"/>
                      <a:pt x="73" y="0"/>
                    </a:cubicBezTo>
                    <a:lnTo>
                      <a:pt x="73" y="0"/>
                    </a:lnTo>
                    <a:cubicBezTo>
                      <a:pt x="47" y="1"/>
                      <a:pt x="23" y="16"/>
                      <a:pt x="11" y="41"/>
                    </a:cubicBezTo>
                  </a:path>
                </a:pathLst>
              </a:custGeom>
              <a:solidFill>
                <a:srgbClr val="111340">
                  <a:alpha val="25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69" name="Freeform 71">
                <a:extLst>
                  <a:ext uri="{FF2B5EF4-FFF2-40B4-BE49-F238E27FC236}">
                    <a16:creationId xmlns:a16="http://schemas.microsoft.com/office/drawing/2014/main" id="{FF48D929-665B-471E-843A-4B627DC922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0621" y="6926677"/>
                <a:ext cx="565123" cy="879080"/>
              </a:xfrm>
              <a:custGeom>
                <a:avLst/>
                <a:gdLst>
                  <a:gd name="T0" fmla="*/ 606 w 635"/>
                  <a:gd name="T1" fmla="*/ 354 h 987"/>
                  <a:gd name="T2" fmla="*/ 606 w 635"/>
                  <a:gd name="T3" fmla="*/ 354 h 987"/>
                  <a:gd name="T4" fmla="*/ 318 w 635"/>
                  <a:gd name="T5" fmla="*/ 31 h 987"/>
                  <a:gd name="T6" fmla="*/ 318 w 635"/>
                  <a:gd name="T7" fmla="*/ 31 h 987"/>
                  <a:gd name="T8" fmla="*/ 100 w 635"/>
                  <a:gd name="T9" fmla="*/ 328 h 987"/>
                  <a:gd name="T10" fmla="*/ 100 w 635"/>
                  <a:gd name="T11" fmla="*/ 328 h 987"/>
                  <a:gd name="T12" fmla="*/ 27 w 635"/>
                  <a:gd name="T13" fmla="*/ 299 h 987"/>
                  <a:gd name="T14" fmla="*/ 27 w 635"/>
                  <a:gd name="T15" fmla="*/ 299 h 987"/>
                  <a:gd name="T16" fmla="*/ 25 w 635"/>
                  <a:gd name="T17" fmla="*/ 404 h 987"/>
                  <a:gd name="T18" fmla="*/ 25 w 635"/>
                  <a:gd name="T19" fmla="*/ 404 h 987"/>
                  <a:gd name="T20" fmla="*/ 113 w 635"/>
                  <a:gd name="T21" fmla="*/ 457 h 987"/>
                  <a:gd name="T22" fmla="*/ 113 w 635"/>
                  <a:gd name="T23" fmla="*/ 986 h 987"/>
                  <a:gd name="T24" fmla="*/ 383 w 635"/>
                  <a:gd name="T25" fmla="*/ 986 h 987"/>
                  <a:gd name="T26" fmla="*/ 383 w 635"/>
                  <a:gd name="T27" fmla="*/ 729 h 987"/>
                  <a:gd name="T28" fmla="*/ 383 w 635"/>
                  <a:gd name="T29" fmla="*/ 729 h 987"/>
                  <a:gd name="T30" fmla="*/ 427 w 635"/>
                  <a:gd name="T31" fmla="*/ 727 h 987"/>
                  <a:gd name="T32" fmla="*/ 427 w 635"/>
                  <a:gd name="T33" fmla="*/ 727 h 987"/>
                  <a:gd name="T34" fmla="*/ 606 w 635"/>
                  <a:gd name="T35" fmla="*/ 354 h 9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35" h="987">
                    <a:moveTo>
                      <a:pt x="606" y="354"/>
                    </a:moveTo>
                    <a:lnTo>
                      <a:pt x="606" y="354"/>
                    </a:lnTo>
                    <a:cubicBezTo>
                      <a:pt x="579" y="157"/>
                      <a:pt x="541" y="0"/>
                      <a:pt x="318" y="31"/>
                    </a:cubicBezTo>
                    <a:lnTo>
                      <a:pt x="318" y="31"/>
                    </a:lnTo>
                    <a:cubicBezTo>
                      <a:pt x="132" y="56"/>
                      <a:pt x="93" y="174"/>
                      <a:pt x="100" y="328"/>
                    </a:cubicBezTo>
                    <a:lnTo>
                      <a:pt x="100" y="328"/>
                    </a:lnTo>
                    <a:cubicBezTo>
                      <a:pt x="77" y="300"/>
                      <a:pt x="47" y="288"/>
                      <a:pt x="27" y="299"/>
                    </a:cubicBezTo>
                    <a:lnTo>
                      <a:pt x="27" y="299"/>
                    </a:lnTo>
                    <a:cubicBezTo>
                      <a:pt x="1" y="314"/>
                      <a:pt x="0" y="361"/>
                      <a:pt x="25" y="404"/>
                    </a:cubicBezTo>
                    <a:lnTo>
                      <a:pt x="25" y="404"/>
                    </a:lnTo>
                    <a:cubicBezTo>
                      <a:pt x="49" y="445"/>
                      <a:pt x="87" y="467"/>
                      <a:pt x="113" y="457"/>
                    </a:cubicBezTo>
                    <a:lnTo>
                      <a:pt x="113" y="986"/>
                    </a:lnTo>
                    <a:lnTo>
                      <a:pt x="383" y="986"/>
                    </a:lnTo>
                    <a:lnTo>
                      <a:pt x="383" y="729"/>
                    </a:lnTo>
                    <a:lnTo>
                      <a:pt x="383" y="729"/>
                    </a:lnTo>
                    <a:cubicBezTo>
                      <a:pt x="398" y="729"/>
                      <a:pt x="411" y="728"/>
                      <a:pt x="427" y="727"/>
                    </a:cubicBezTo>
                    <a:lnTo>
                      <a:pt x="427" y="727"/>
                    </a:lnTo>
                    <a:cubicBezTo>
                      <a:pt x="602" y="703"/>
                      <a:pt x="634" y="551"/>
                      <a:pt x="606" y="35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70" name="Freeform 72">
                <a:extLst>
                  <a:ext uri="{FF2B5EF4-FFF2-40B4-BE49-F238E27FC236}">
                    <a16:creationId xmlns:a16="http://schemas.microsoft.com/office/drawing/2014/main" id="{101217E7-47CE-4ED7-90AD-2B40752A8A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0621" y="6926677"/>
                <a:ext cx="565123" cy="879080"/>
              </a:xfrm>
              <a:custGeom>
                <a:avLst/>
                <a:gdLst>
                  <a:gd name="T0" fmla="*/ 606 w 635"/>
                  <a:gd name="T1" fmla="*/ 354 h 987"/>
                  <a:gd name="T2" fmla="*/ 606 w 635"/>
                  <a:gd name="T3" fmla="*/ 354 h 987"/>
                  <a:gd name="T4" fmla="*/ 318 w 635"/>
                  <a:gd name="T5" fmla="*/ 31 h 987"/>
                  <a:gd name="T6" fmla="*/ 318 w 635"/>
                  <a:gd name="T7" fmla="*/ 31 h 987"/>
                  <a:gd name="T8" fmla="*/ 100 w 635"/>
                  <a:gd name="T9" fmla="*/ 328 h 987"/>
                  <a:gd name="T10" fmla="*/ 100 w 635"/>
                  <a:gd name="T11" fmla="*/ 328 h 987"/>
                  <a:gd name="T12" fmla="*/ 27 w 635"/>
                  <a:gd name="T13" fmla="*/ 299 h 987"/>
                  <a:gd name="T14" fmla="*/ 27 w 635"/>
                  <a:gd name="T15" fmla="*/ 299 h 987"/>
                  <a:gd name="T16" fmla="*/ 25 w 635"/>
                  <a:gd name="T17" fmla="*/ 404 h 987"/>
                  <a:gd name="T18" fmla="*/ 25 w 635"/>
                  <a:gd name="T19" fmla="*/ 404 h 987"/>
                  <a:gd name="T20" fmla="*/ 113 w 635"/>
                  <a:gd name="T21" fmla="*/ 457 h 987"/>
                  <a:gd name="T22" fmla="*/ 113 w 635"/>
                  <a:gd name="T23" fmla="*/ 986 h 987"/>
                  <a:gd name="T24" fmla="*/ 383 w 635"/>
                  <a:gd name="T25" fmla="*/ 986 h 987"/>
                  <a:gd name="T26" fmla="*/ 383 w 635"/>
                  <a:gd name="T27" fmla="*/ 729 h 987"/>
                  <a:gd name="T28" fmla="*/ 383 w 635"/>
                  <a:gd name="T29" fmla="*/ 729 h 987"/>
                  <a:gd name="T30" fmla="*/ 427 w 635"/>
                  <a:gd name="T31" fmla="*/ 727 h 987"/>
                  <a:gd name="T32" fmla="*/ 427 w 635"/>
                  <a:gd name="T33" fmla="*/ 727 h 987"/>
                  <a:gd name="T34" fmla="*/ 606 w 635"/>
                  <a:gd name="T35" fmla="*/ 354 h 9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35" h="987">
                    <a:moveTo>
                      <a:pt x="606" y="354"/>
                    </a:moveTo>
                    <a:lnTo>
                      <a:pt x="606" y="354"/>
                    </a:lnTo>
                    <a:cubicBezTo>
                      <a:pt x="579" y="157"/>
                      <a:pt x="541" y="0"/>
                      <a:pt x="318" y="31"/>
                    </a:cubicBezTo>
                    <a:lnTo>
                      <a:pt x="318" y="31"/>
                    </a:lnTo>
                    <a:cubicBezTo>
                      <a:pt x="132" y="56"/>
                      <a:pt x="93" y="174"/>
                      <a:pt x="100" y="328"/>
                    </a:cubicBezTo>
                    <a:lnTo>
                      <a:pt x="100" y="328"/>
                    </a:lnTo>
                    <a:cubicBezTo>
                      <a:pt x="77" y="300"/>
                      <a:pt x="47" y="288"/>
                      <a:pt x="27" y="299"/>
                    </a:cubicBezTo>
                    <a:lnTo>
                      <a:pt x="27" y="299"/>
                    </a:lnTo>
                    <a:cubicBezTo>
                      <a:pt x="1" y="314"/>
                      <a:pt x="0" y="361"/>
                      <a:pt x="25" y="404"/>
                    </a:cubicBezTo>
                    <a:lnTo>
                      <a:pt x="25" y="404"/>
                    </a:lnTo>
                    <a:cubicBezTo>
                      <a:pt x="49" y="445"/>
                      <a:pt x="87" y="467"/>
                      <a:pt x="113" y="457"/>
                    </a:cubicBezTo>
                    <a:lnTo>
                      <a:pt x="113" y="986"/>
                    </a:lnTo>
                    <a:lnTo>
                      <a:pt x="383" y="986"/>
                    </a:lnTo>
                    <a:lnTo>
                      <a:pt x="383" y="729"/>
                    </a:lnTo>
                    <a:lnTo>
                      <a:pt x="383" y="729"/>
                    </a:lnTo>
                    <a:cubicBezTo>
                      <a:pt x="398" y="729"/>
                      <a:pt x="411" y="728"/>
                      <a:pt x="427" y="727"/>
                    </a:cubicBezTo>
                    <a:lnTo>
                      <a:pt x="427" y="727"/>
                    </a:lnTo>
                    <a:cubicBezTo>
                      <a:pt x="602" y="703"/>
                      <a:pt x="634" y="551"/>
                      <a:pt x="606" y="354"/>
                    </a:cubicBezTo>
                  </a:path>
                </a:pathLst>
              </a:custGeom>
              <a:solidFill>
                <a:srgbClr val="C4C8CE">
                  <a:alpha val="15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2EF47F2B-2ADA-418E-96BD-A1358BBA8C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6319" y="7676251"/>
                <a:ext cx="415103" cy="230645"/>
              </a:xfrm>
              <a:custGeom>
                <a:avLst/>
                <a:gdLst>
                  <a:gd name="connsiteX0" fmla="*/ 327064 w 415103"/>
                  <a:gd name="connsiteY0" fmla="*/ 3924 h 230645"/>
                  <a:gd name="connsiteX1" fmla="*/ 415103 w 415103"/>
                  <a:gd name="connsiteY1" fmla="*/ 75578 h 230645"/>
                  <a:gd name="connsiteX2" fmla="*/ 328842 w 415103"/>
                  <a:gd name="connsiteY2" fmla="*/ 218887 h 230645"/>
                  <a:gd name="connsiteX3" fmla="*/ 235467 w 415103"/>
                  <a:gd name="connsiteY3" fmla="*/ 120694 h 230645"/>
                  <a:gd name="connsiteX4" fmla="*/ 84981 w 415103"/>
                  <a:gd name="connsiteY4" fmla="*/ 0 h 230645"/>
                  <a:gd name="connsiteX5" fmla="*/ 234583 w 415103"/>
                  <a:gd name="connsiteY5" fmla="*/ 123848 h 230645"/>
                  <a:gd name="connsiteX6" fmla="*/ 179699 w 415103"/>
                  <a:gd name="connsiteY6" fmla="*/ 230645 h 230645"/>
                  <a:gd name="connsiteX7" fmla="*/ 0 w 415103"/>
                  <a:gd name="connsiteY7" fmla="*/ 87950 h 2306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15103" h="230645">
                    <a:moveTo>
                      <a:pt x="327064" y="3924"/>
                    </a:moveTo>
                    <a:lnTo>
                      <a:pt x="415103" y="75578"/>
                    </a:lnTo>
                    <a:lnTo>
                      <a:pt x="328842" y="218887"/>
                    </a:lnTo>
                    <a:lnTo>
                      <a:pt x="235467" y="120694"/>
                    </a:lnTo>
                    <a:close/>
                    <a:moveTo>
                      <a:pt x="84981" y="0"/>
                    </a:moveTo>
                    <a:lnTo>
                      <a:pt x="234583" y="123848"/>
                    </a:lnTo>
                    <a:lnTo>
                      <a:pt x="179699" y="230645"/>
                    </a:lnTo>
                    <a:lnTo>
                      <a:pt x="0" y="8795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/>
            </p:spPr>
            <p:txBody>
              <a:bodyPr wrap="square" anchor="ctr">
                <a:noAutofit/>
              </a:bodyPr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72" name="Freeform 75">
                <a:extLst>
                  <a:ext uri="{FF2B5EF4-FFF2-40B4-BE49-F238E27FC236}">
                    <a16:creationId xmlns:a16="http://schemas.microsoft.com/office/drawing/2014/main" id="{E265DDE1-CA35-4294-A935-FD350F32F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90882" y="7330899"/>
                <a:ext cx="251166" cy="310031"/>
              </a:xfrm>
              <a:custGeom>
                <a:avLst/>
                <a:gdLst>
                  <a:gd name="T0" fmla="*/ 283 w 284"/>
                  <a:gd name="T1" fmla="*/ 274 h 347"/>
                  <a:gd name="T2" fmla="*/ 283 w 284"/>
                  <a:gd name="T3" fmla="*/ 346 h 347"/>
                  <a:gd name="T4" fmla="*/ 283 w 284"/>
                  <a:gd name="T5" fmla="*/ 346 h 347"/>
                  <a:gd name="T6" fmla="*/ 13 w 284"/>
                  <a:gd name="T7" fmla="*/ 55 h 347"/>
                  <a:gd name="T8" fmla="*/ 13 w 284"/>
                  <a:gd name="T9" fmla="*/ 55 h 347"/>
                  <a:gd name="T10" fmla="*/ 0 w 284"/>
                  <a:gd name="T11" fmla="*/ 4 h 347"/>
                  <a:gd name="T12" fmla="*/ 0 w 284"/>
                  <a:gd name="T13" fmla="*/ 4 h 347"/>
                  <a:gd name="T14" fmla="*/ 13 w 284"/>
                  <a:gd name="T15" fmla="*/ 2 h 347"/>
                  <a:gd name="T16" fmla="*/ 16 w 284"/>
                  <a:gd name="T17" fmla="*/ 0 h 347"/>
                  <a:gd name="T18" fmla="*/ 16 w 284"/>
                  <a:gd name="T19" fmla="*/ 0 h 347"/>
                  <a:gd name="T20" fmla="*/ 283 w 284"/>
                  <a:gd name="T21" fmla="*/ 274 h 3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84" h="347">
                    <a:moveTo>
                      <a:pt x="283" y="274"/>
                    </a:moveTo>
                    <a:lnTo>
                      <a:pt x="283" y="346"/>
                    </a:lnTo>
                    <a:lnTo>
                      <a:pt x="283" y="346"/>
                    </a:lnTo>
                    <a:cubicBezTo>
                      <a:pt x="112" y="315"/>
                      <a:pt x="41" y="159"/>
                      <a:pt x="13" y="55"/>
                    </a:cubicBezTo>
                    <a:lnTo>
                      <a:pt x="13" y="55"/>
                    </a:lnTo>
                    <a:cubicBezTo>
                      <a:pt x="7" y="36"/>
                      <a:pt x="3" y="19"/>
                      <a:pt x="0" y="4"/>
                    </a:cubicBezTo>
                    <a:lnTo>
                      <a:pt x="0" y="4"/>
                    </a:lnTo>
                    <a:cubicBezTo>
                      <a:pt x="5" y="4"/>
                      <a:pt x="8" y="4"/>
                      <a:pt x="13" y="2"/>
                    </a:cubicBezTo>
                    <a:lnTo>
                      <a:pt x="16" y="0"/>
                    </a:lnTo>
                    <a:lnTo>
                      <a:pt x="16" y="0"/>
                    </a:lnTo>
                    <a:cubicBezTo>
                      <a:pt x="48" y="163"/>
                      <a:pt x="143" y="273"/>
                      <a:pt x="283" y="274"/>
                    </a:cubicBezTo>
                  </a:path>
                </a:pathLst>
              </a:custGeom>
              <a:solidFill>
                <a:srgbClr val="C4C8CE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73" name="Freeform 76">
                <a:extLst>
                  <a:ext uri="{FF2B5EF4-FFF2-40B4-BE49-F238E27FC236}">
                    <a16:creationId xmlns:a16="http://schemas.microsoft.com/office/drawing/2014/main" id="{72359DED-A0B6-4C6F-84FC-5BA2EA53B9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86810" y="6816793"/>
                <a:ext cx="784893" cy="631840"/>
              </a:xfrm>
              <a:custGeom>
                <a:avLst/>
                <a:gdLst>
                  <a:gd name="T0" fmla="*/ 817 w 884"/>
                  <a:gd name="T1" fmla="*/ 175 h 708"/>
                  <a:gd name="T2" fmla="*/ 817 w 884"/>
                  <a:gd name="T3" fmla="*/ 175 h 708"/>
                  <a:gd name="T4" fmla="*/ 305 w 884"/>
                  <a:gd name="T5" fmla="*/ 140 h 708"/>
                  <a:gd name="T6" fmla="*/ 305 w 884"/>
                  <a:gd name="T7" fmla="*/ 140 h 708"/>
                  <a:gd name="T8" fmla="*/ 177 w 884"/>
                  <a:gd name="T9" fmla="*/ 122 h 708"/>
                  <a:gd name="T10" fmla="*/ 177 w 884"/>
                  <a:gd name="T11" fmla="*/ 122 h 708"/>
                  <a:gd name="T12" fmla="*/ 240 w 884"/>
                  <a:gd name="T13" fmla="*/ 707 h 708"/>
                  <a:gd name="T14" fmla="*/ 240 w 884"/>
                  <a:gd name="T15" fmla="*/ 582 h 708"/>
                  <a:gd name="T16" fmla="*/ 240 w 884"/>
                  <a:gd name="T17" fmla="*/ 582 h 708"/>
                  <a:gd name="T18" fmla="*/ 152 w 884"/>
                  <a:gd name="T19" fmla="*/ 529 h 708"/>
                  <a:gd name="T20" fmla="*/ 152 w 884"/>
                  <a:gd name="T21" fmla="*/ 529 h 708"/>
                  <a:gd name="T22" fmla="*/ 154 w 884"/>
                  <a:gd name="T23" fmla="*/ 424 h 708"/>
                  <a:gd name="T24" fmla="*/ 154 w 884"/>
                  <a:gd name="T25" fmla="*/ 424 h 708"/>
                  <a:gd name="T26" fmla="*/ 245 w 884"/>
                  <a:gd name="T27" fmla="*/ 476 h 708"/>
                  <a:gd name="T28" fmla="*/ 245 w 884"/>
                  <a:gd name="T29" fmla="*/ 476 h 708"/>
                  <a:gd name="T30" fmla="*/ 261 w 884"/>
                  <a:gd name="T31" fmla="*/ 553 h 708"/>
                  <a:gd name="T32" fmla="*/ 261 w 884"/>
                  <a:gd name="T33" fmla="*/ 553 h 708"/>
                  <a:gd name="T34" fmla="*/ 286 w 884"/>
                  <a:gd name="T35" fmla="*/ 562 h 708"/>
                  <a:gd name="T36" fmla="*/ 286 w 884"/>
                  <a:gd name="T37" fmla="*/ 562 h 708"/>
                  <a:gd name="T38" fmla="*/ 316 w 884"/>
                  <a:gd name="T39" fmla="*/ 419 h 708"/>
                  <a:gd name="T40" fmla="*/ 316 w 884"/>
                  <a:gd name="T41" fmla="*/ 419 h 708"/>
                  <a:gd name="T42" fmla="*/ 404 w 884"/>
                  <a:gd name="T43" fmla="*/ 275 h 708"/>
                  <a:gd name="T44" fmla="*/ 404 w 884"/>
                  <a:gd name="T45" fmla="*/ 275 h 708"/>
                  <a:gd name="T46" fmla="*/ 602 w 884"/>
                  <a:gd name="T47" fmla="*/ 287 h 708"/>
                  <a:gd name="T48" fmla="*/ 602 w 884"/>
                  <a:gd name="T49" fmla="*/ 287 h 708"/>
                  <a:gd name="T50" fmla="*/ 817 w 884"/>
                  <a:gd name="T51" fmla="*/ 175 h 7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884" h="708">
                    <a:moveTo>
                      <a:pt x="817" y="175"/>
                    </a:moveTo>
                    <a:lnTo>
                      <a:pt x="817" y="175"/>
                    </a:lnTo>
                    <a:cubicBezTo>
                      <a:pt x="751" y="84"/>
                      <a:pt x="657" y="0"/>
                      <a:pt x="305" y="140"/>
                    </a:cubicBezTo>
                    <a:lnTo>
                      <a:pt x="305" y="140"/>
                    </a:lnTo>
                    <a:cubicBezTo>
                      <a:pt x="305" y="140"/>
                      <a:pt x="268" y="58"/>
                      <a:pt x="177" y="122"/>
                    </a:cubicBezTo>
                    <a:lnTo>
                      <a:pt x="177" y="122"/>
                    </a:lnTo>
                    <a:cubicBezTo>
                      <a:pt x="86" y="186"/>
                      <a:pt x="0" y="391"/>
                      <a:pt x="240" y="707"/>
                    </a:cubicBezTo>
                    <a:lnTo>
                      <a:pt x="240" y="582"/>
                    </a:lnTo>
                    <a:lnTo>
                      <a:pt x="240" y="582"/>
                    </a:lnTo>
                    <a:cubicBezTo>
                      <a:pt x="214" y="592"/>
                      <a:pt x="176" y="569"/>
                      <a:pt x="152" y="529"/>
                    </a:cubicBezTo>
                    <a:lnTo>
                      <a:pt x="152" y="529"/>
                    </a:lnTo>
                    <a:cubicBezTo>
                      <a:pt x="127" y="486"/>
                      <a:pt x="128" y="439"/>
                      <a:pt x="154" y="424"/>
                    </a:cubicBezTo>
                    <a:lnTo>
                      <a:pt x="154" y="424"/>
                    </a:lnTo>
                    <a:cubicBezTo>
                      <a:pt x="179" y="410"/>
                      <a:pt x="220" y="433"/>
                      <a:pt x="245" y="476"/>
                    </a:cubicBezTo>
                    <a:lnTo>
                      <a:pt x="245" y="476"/>
                    </a:lnTo>
                    <a:cubicBezTo>
                      <a:pt x="260" y="503"/>
                      <a:pt x="266" y="531"/>
                      <a:pt x="261" y="553"/>
                    </a:cubicBezTo>
                    <a:lnTo>
                      <a:pt x="261" y="553"/>
                    </a:lnTo>
                    <a:cubicBezTo>
                      <a:pt x="268" y="560"/>
                      <a:pt x="276" y="564"/>
                      <a:pt x="286" y="562"/>
                    </a:cubicBezTo>
                    <a:lnTo>
                      <a:pt x="286" y="562"/>
                    </a:lnTo>
                    <a:cubicBezTo>
                      <a:pt x="328" y="558"/>
                      <a:pt x="316" y="419"/>
                      <a:pt x="316" y="419"/>
                    </a:cubicBezTo>
                    <a:lnTo>
                      <a:pt x="316" y="419"/>
                    </a:lnTo>
                    <a:cubicBezTo>
                      <a:pt x="316" y="419"/>
                      <a:pt x="395" y="406"/>
                      <a:pt x="404" y="275"/>
                    </a:cubicBezTo>
                    <a:lnTo>
                      <a:pt x="404" y="275"/>
                    </a:lnTo>
                    <a:cubicBezTo>
                      <a:pt x="404" y="275"/>
                      <a:pt x="458" y="226"/>
                      <a:pt x="602" y="287"/>
                    </a:cubicBezTo>
                    <a:lnTo>
                      <a:pt x="602" y="287"/>
                    </a:lnTo>
                    <a:cubicBezTo>
                      <a:pt x="745" y="347"/>
                      <a:pt x="883" y="267"/>
                      <a:pt x="817" y="175"/>
                    </a:cubicBezTo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74" name="Freeform 77">
                <a:extLst>
                  <a:ext uri="{FF2B5EF4-FFF2-40B4-BE49-F238E27FC236}">
                    <a16:creationId xmlns:a16="http://schemas.microsoft.com/office/drawing/2014/main" id="{AB98550F-6CB2-4C40-874D-F1329453DB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6366" y="7860700"/>
                <a:ext cx="467012" cy="412070"/>
              </a:xfrm>
              <a:custGeom>
                <a:avLst/>
                <a:gdLst>
                  <a:gd name="T0" fmla="*/ 0 w 526"/>
                  <a:gd name="T1" fmla="*/ 337 h 463"/>
                  <a:gd name="T2" fmla="*/ 0 w 526"/>
                  <a:gd name="T3" fmla="*/ 337 h 463"/>
                  <a:gd name="T4" fmla="*/ 65 w 526"/>
                  <a:gd name="T5" fmla="*/ 264 h 463"/>
                  <a:gd name="T6" fmla="*/ 65 w 526"/>
                  <a:gd name="T7" fmla="*/ 264 h 463"/>
                  <a:gd name="T8" fmla="*/ 128 w 526"/>
                  <a:gd name="T9" fmla="*/ 141 h 463"/>
                  <a:gd name="T10" fmla="*/ 128 w 526"/>
                  <a:gd name="T11" fmla="*/ 141 h 463"/>
                  <a:gd name="T12" fmla="*/ 253 w 526"/>
                  <a:gd name="T13" fmla="*/ 41 h 463"/>
                  <a:gd name="T14" fmla="*/ 253 w 526"/>
                  <a:gd name="T15" fmla="*/ 41 h 463"/>
                  <a:gd name="T16" fmla="*/ 204 w 526"/>
                  <a:gd name="T17" fmla="*/ 173 h 463"/>
                  <a:gd name="T18" fmla="*/ 204 w 526"/>
                  <a:gd name="T19" fmla="*/ 173 h 463"/>
                  <a:gd name="T20" fmla="*/ 421 w 526"/>
                  <a:gd name="T21" fmla="*/ 26 h 463"/>
                  <a:gd name="T22" fmla="*/ 421 w 526"/>
                  <a:gd name="T23" fmla="*/ 26 h 463"/>
                  <a:gd name="T24" fmla="*/ 318 w 526"/>
                  <a:gd name="T25" fmla="*/ 154 h 463"/>
                  <a:gd name="T26" fmla="*/ 318 w 526"/>
                  <a:gd name="T27" fmla="*/ 154 h 463"/>
                  <a:gd name="T28" fmla="*/ 497 w 526"/>
                  <a:gd name="T29" fmla="*/ 85 h 463"/>
                  <a:gd name="T30" fmla="*/ 497 w 526"/>
                  <a:gd name="T31" fmla="*/ 85 h 463"/>
                  <a:gd name="T32" fmla="*/ 368 w 526"/>
                  <a:gd name="T33" fmla="*/ 200 h 463"/>
                  <a:gd name="T34" fmla="*/ 368 w 526"/>
                  <a:gd name="T35" fmla="*/ 200 h 463"/>
                  <a:gd name="T36" fmla="*/ 514 w 526"/>
                  <a:gd name="T37" fmla="*/ 174 h 463"/>
                  <a:gd name="T38" fmla="*/ 514 w 526"/>
                  <a:gd name="T39" fmla="*/ 174 h 463"/>
                  <a:gd name="T40" fmla="*/ 384 w 526"/>
                  <a:gd name="T41" fmla="*/ 254 h 463"/>
                  <a:gd name="T42" fmla="*/ 384 w 526"/>
                  <a:gd name="T43" fmla="*/ 254 h 463"/>
                  <a:gd name="T44" fmla="*/ 509 w 526"/>
                  <a:gd name="T45" fmla="*/ 263 h 463"/>
                  <a:gd name="T46" fmla="*/ 509 w 526"/>
                  <a:gd name="T47" fmla="*/ 263 h 463"/>
                  <a:gd name="T48" fmla="*/ 373 w 526"/>
                  <a:gd name="T49" fmla="*/ 318 h 463"/>
                  <a:gd name="T50" fmla="*/ 373 w 526"/>
                  <a:gd name="T51" fmla="*/ 318 h 463"/>
                  <a:gd name="T52" fmla="*/ 182 w 526"/>
                  <a:gd name="T53" fmla="*/ 410 h 463"/>
                  <a:gd name="T54" fmla="*/ 122 w 526"/>
                  <a:gd name="T55" fmla="*/ 462 h 463"/>
                  <a:gd name="T56" fmla="*/ 0 w 526"/>
                  <a:gd name="T57" fmla="*/ 337 h 4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526" h="463">
                    <a:moveTo>
                      <a:pt x="0" y="337"/>
                    </a:moveTo>
                    <a:lnTo>
                      <a:pt x="0" y="337"/>
                    </a:lnTo>
                    <a:cubicBezTo>
                      <a:pt x="0" y="337"/>
                      <a:pt x="65" y="279"/>
                      <a:pt x="65" y="264"/>
                    </a:cubicBezTo>
                    <a:lnTo>
                      <a:pt x="65" y="264"/>
                    </a:lnTo>
                    <a:cubicBezTo>
                      <a:pt x="68" y="230"/>
                      <a:pt x="74" y="169"/>
                      <a:pt x="128" y="141"/>
                    </a:cubicBezTo>
                    <a:lnTo>
                      <a:pt x="128" y="141"/>
                    </a:lnTo>
                    <a:cubicBezTo>
                      <a:pt x="194" y="105"/>
                      <a:pt x="238" y="26"/>
                      <a:pt x="253" y="41"/>
                    </a:cubicBezTo>
                    <a:lnTo>
                      <a:pt x="253" y="41"/>
                    </a:lnTo>
                    <a:cubicBezTo>
                      <a:pt x="267" y="55"/>
                      <a:pt x="223" y="147"/>
                      <a:pt x="204" y="173"/>
                    </a:cubicBezTo>
                    <a:lnTo>
                      <a:pt x="204" y="173"/>
                    </a:lnTo>
                    <a:cubicBezTo>
                      <a:pt x="204" y="173"/>
                      <a:pt x="402" y="0"/>
                      <a:pt x="421" y="26"/>
                    </a:cubicBezTo>
                    <a:lnTo>
                      <a:pt x="421" y="26"/>
                    </a:lnTo>
                    <a:cubicBezTo>
                      <a:pt x="440" y="53"/>
                      <a:pt x="318" y="154"/>
                      <a:pt x="318" y="154"/>
                    </a:cubicBezTo>
                    <a:lnTo>
                      <a:pt x="318" y="154"/>
                    </a:lnTo>
                    <a:cubicBezTo>
                      <a:pt x="318" y="154"/>
                      <a:pt x="485" y="61"/>
                      <a:pt x="497" y="85"/>
                    </a:cubicBezTo>
                    <a:lnTo>
                      <a:pt x="497" y="85"/>
                    </a:lnTo>
                    <a:cubicBezTo>
                      <a:pt x="510" y="110"/>
                      <a:pt x="368" y="200"/>
                      <a:pt x="368" y="200"/>
                    </a:cubicBezTo>
                    <a:lnTo>
                      <a:pt x="368" y="200"/>
                    </a:lnTo>
                    <a:cubicBezTo>
                      <a:pt x="368" y="200"/>
                      <a:pt x="506" y="150"/>
                      <a:pt x="514" y="174"/>
                    </a:cubicBezTo>
                    <a:lnTo>
                      <a:pt x="514" y="174"/>
                    </a:lnTo>
                    <a:cubicBezTo>
                      <a:pt x="525" y="207"/>
                      <a:pt x="384" y="254"/>
                      <a:pt x="384" y="254"/>
                    </a:cubicBezTo>
                    <a:lnTo>
                      <a:pt x="384" y="254"/>
                    </a:lnTo>
                    <a:cubicBezTo>
                      <a:pt x="384" y="254"/>
                      <a:pt x="508" y="230"/>
                      <a:pt x="509" y="263"/>
                    </a:cubicBezTo>
                    <a:lnTo>
                      <a:pt x="509" y="263"/>
                    </a:lnTo>
                    <a:cubicBezTo>
                      <a:pt x="510" y="286"/>
                      <a:pt x="373" y="318"/>
                      <a:pt x="373" y="318"/>
                    </a:cubicBezTo>
                    <a:lnTo>
                      <a:pt x="373" y="318"/>
                    </a:lnTo>
                    <a:cubicBezTo>
                      <a:pt x="373" y="318"/>
                      <a:pt x="238" y="417"/>
                      <a:pt x="182" y="410"/>
                    </a:cubicBezTo>
                    <a:lnTo>
                      <a:pt x="122" y="462"/>
                    </a:lnTo>
                    <a:lnTo>
                      <a:pt x="0" y="337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75" name="Freeform 78">
                <a:extLst>
                  <a:ext uri="{FF2B5EF4-FFF2-40B4-BE49-F238E27FC236}">
                    <a16:creationId xmlns:a16="http://schemas.microsoft.com/office/drawing/2014/main" id="{3C4FB4FA-3D0B-4A73-BCCC-76B5C94A24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76366" y="7860700"/>
                <a:ext cx="467012" cy="412070"/>
              </a:xfrm>
              <a:custGeom>
                <a:avLst/>
                <a:gdLst>
                  <a:gd name="T0" fmla="*/ 0 w 526"/>
                  <a:gd name="T1" fmla="*/ 337 h 463"/>
                  <a:gd name="T2" fmla="*/ 0 w 526"/>
                  <a:gd name="T3" fmla="*/ 337 h 463"/>
                  <a:gd name="T4" fmla="*/ 65 w 526"/>
                  <a:gd name="T5" fmla="*/ 264 h 463"/>
                  <a:gd name="T6" fmla="*/ 65 w 526"/>
                  <a:gd name="T7" fmla="*/ 264 h 463"/>
                  <a:gd name="T8" fmla="*/ 128 w 526"/>
                  <a:gd name="T9" fmla="*/ 141 h 463"/>
                  <a:gd name="T10" fmla="*/ 128 w 526"/>
                  <a:gd name="T11" fmla="*/ 141 h 463"/>
                  <a:gd name="T12" fmla="*/ 253 w 526"/>
                  <a:gd name="T13" fmla="*/ 41 h 463"/>
                  <a:gd name="T14" fmla="*/ 253 w 526"/>
                  <a:gd name="T15" fmla="*/ 41 h 463"/>
                  <a:gd name="T16" fmla="*/ 204 w 526"/>
                  <a:gd name="T17" fmla="*/ 173 h 463"/>
                  <a:gd name="T18" fmla="*/ 204 w 526"/>
                  <a:gd name="T19" fmla="*/ 173 h 463"/>
                  <a:gd name="T20" fmla="*/ 421 w 526"/>
                  <a:gd name="T21" fmla="*/ 26 h 463"/>
                  <a:gd name="T22" fmla="*/ 421 w 526"/>
                  <a:gd name="T23" fmla="*/ 26 h 463"/>
                  <a:gd name="T24" fmla="*/ 318 w 526"/>
                  <a:gd name="T25" fmla="*/ 154 h 463"/>
                  <a:gd name="T26" fmla="*/ 318 w 526"/>
                  <a:gd name="T27" fmla="*/ 154 h 463"/>
                  <a:gd name="T28" fmla="*/ 497 w 526"/>
                  <a:gd name="T29" fmla="*/ 85 h 463"/>
                  <a:gd name="T30" fmla="*/ 497 w 526"/>
                  <a:gd name="T31" fmla="*/ 85 h 463"/>
                  <a:gd name="T32" fmla="*/ 368 w 526"/>
                  <a:gd name="T33" fmla="*/ 200 h 463"/>
                  <a:gd name="T34" fmla="*/ 368 w 526"/>
                  <a:gd name="T35" fmla="*/ 200 h 463"/>
                  <a:gd name="T36" fmla="*/ 514 w 526"/>
                  <a:gd name="T37" fmla="*/ 174 h 463"/>
                  <a:gd name="T38" fmla="*/ 514 w 526"/>
                  <a:gd name="T39" fmla="*/ 174 h 463"/>
                  <a:gd name="T40" fmla="*/ 384 w 526"/>
                  <a:gd name="T41" fmla="*/ 254 h 463"/>
                  <a:gd name="T42" fmla="*/ 384 w 526"/>
                  <a:gd name="T43" fmla="*/ 254 h 463"/>
                  <a:gd name="T44" fmla="*/ 509 w 526"/>
                  <a:gd name="T45" fmla="*/ 263 h 463"/>
                  <a:gd name="T46" fmla="*/ 509 w 526"/>
                  <a:gd name="T47" fmla="*/ 263 h 463"/>
                  <a:gd name="T48" fmla="*/ 373 w 526"/>
                  <a:gd name="T49" fmla="*/ 318 h 463"/>
                  <a:gd name="T50" fmla="*/ 373 w 526"/>
                  <a:gd name="T51" fmla="*/ 318 h 463"/>
                  <a:gd name="T52" fmla="*/ 182 w 526"/>
                  <a:gd name="T53" fmla="*/ 410 h 463"/>
                  <a:gd name="T54" fmla="*/ 122 w 526"/>
                  <a:gd name="T55" fmla="*/ 462 h 463"/>
                  <a:gd name="T56" fmla="*/ 0 w 526"/>
                  <a:gd name="T57" fmla="*/ 337 h 4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526" h="463">
                    <a:moveTo>
                      <a:pt x="0" y="337"/>
                    </a:moveTo>
                    <a:lnTo>
                      <a:pt x="0" y="337"/>
                    </a:lnTo>
                    <a:cubicBezTo>
                      <a:pt x="0" y="337"/>
                      <a:pt x="65" y="279"/>
                      <a:pt x="65" y="264"/>
                    </a:cubicBezTo>
                    <a:lnTo>
                      <a:pt x="65" y="264"/>
                    </a:lnTo>
                    <a:cubicBezTo>
                      <a:pt x="68" y="230"/>
                      <a:pt x="74" y="169"/>
                      <a:pt x="128" y="141"/>
                    </a:cubicBezTo>
                    <a:lnTo>
                      <a:pt x="128" y="141"/>
                    </a:lnTo>
                    <a:cubicBezTo>
                      <a:pt x="194" y="105"/>
                      <a:pt x="238" y="26"/>
                      <a:pt x="253" y="41"/>
                    </a:cubicBezTo>
                    <a:lnTo>
                      <a:pt x="253" y="41"/>
                    </a:lnTo>
                    <a:cubicBezTo>
                      <a:pt x="267" y="55"/>
                      <a:pt x="223" y="147"/>
                      <a:pt x="204" y="173"/>
                    </a:cubicBezTo>
                    <a:lnTo>
                      <a:pt x="204" y="173"/>
                    </a:lnTo>
                    <a:cubicBezTo>
                      <a:pt x="204" y="173"/>
                      <a:pt x="402" y="0"/>
                      <a:pt x="421" y="26"/>
                    </a:cubicBezTo>
                    <a:lnTo>
                      <a:pt x="421" y="26"/>
                    </a:lnTo>
                    <a:cubicBezTo>
                      <a:pt x="440" y="53"/>
                      <a:pt x="318" y="154"/>
                      <a:pt x="318" y="154"/>
                    </a:cubicBezTo>
                    <a:lnTo>
                      <a:pt x="318" y="154"/>
                    </a:lnTo>
                    <a:cubicBezTo>
                      <a:pt x="318" y="154"/>
                      <a:pt x="485" y="61"/>
                      <a:pt x="497" y="85"/>
                    </a:cubicBezTo>
                    <a:lnTo>
                      <a:pt x="497" y="85"/>
                    </a:lnTo>
                    <a:cubicBezTo>
                      <a:pt x="510" y="110"/>
                      <a:pt x="368" y="200"/>
                      <a:pt x="368" y="200"/>
                    </a:cubicBezTo>
                    <a:lnTo>
                      <a:pt x="368" y="200"/>
                    </a:lnTo>
                    <a:cubicBezTo>
                      <a:pt x="368" y="200"/>
                      <a:pt x="506" y="150"/>
                      <a:pt x="514" y="174"/>
                    </a:cubicBezTo>
                    <a:lnTo>
                      <a:pt x="514" y="174"/>
                    </a:lnTo>
                    <a:cubicBezTo>
                      <a:pt x="525" y="207"/>
                      <a:pt x="384" y="254"/>
                      <a:pt x="384" y="254"/>
                    </a:cubicBezTo>
                    <a:lnTo>
                      <a:pt x="384" y="254"/>
                    </a:lnTo>
                    <a:cubicBezTo>
                      <a:pt x="384" y="254"/>
                      <a:pt x="508" y="230"/>
                      <a:pt x="509" y="263"/>
                    </a:cubicBezTo>
                    <a:lnTo>
                      <a:pt x="509" y="263"/>
                    </a:lnTo>
                    <a:cubicBezTo>
                      <a:pt x="510" y="286"/>
                      <a:pt x="373" y="318"/>
                      <a:pt x="373" y="318"/>
                    </a:cubicBezTo>
                    <a:lnTo>
                      <a:pt x="373" y="318"/>
                    </a:lnTo>
                    <a:cubicBezTo>
                      <a:pt x="373" y="318"/>
                      <a:pt x="238" y="417"/>
                      <a:pt x="182" y="410"/>
                    </a:cubicBezTo>
                    <a:lnTo>
                      <a:pt x="122" y="462"/>
                    </a:lnTo>
                    <a:lnTo>
                      <a:pt x="0" y="337"/>
                    </a:lnTo>
                  </a:path>
                </a:pathLst>
              </a:custGeom>
              <a:solidFill>
                <a:srgbClr val="C4C8CE">
                  <a:alpha val="15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76" name="Freeform 79">
                <a:extLst>
                  <a:ext uri="{FF2B5EF4-FFF2-40B4-BE49-F238E27FC236}">
                    <a16:creationId xmlns:a16="http://schemas.microsoft.com/office/drawing/2014/main" id="{2A7FF3B3-F68E-4B95-9BFA-308AFE26EF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4494" y="7837153"/>
                <a:ext cx="1067454" cy="1255828"/>
              </a:xfrm>
              <a:custGeom>
                <a:avLst/>
                <a:gdLst>
                  <a:gd name="T0" fmla="*/ 1036 w 1199"/>
                  <a:gd name="T1" fmla="*/ 337 h 1411"/>
                  <a:gd name="T2" fmla="*/ 972 w 1199"/>
                  <a:gd name="T3" fmla="*/ 399 h 1411"/>
                  <a:gd name="T4" fmla="*/ 494 w 1199"/>
                  <a:gd name="T5" fmla="*/ 852 h 1411"/>
                  <a:gd name="T6" fmla="*/ 494 w 1199"/>
                  <a:gd name="T7" fmla="*/ 852 h 1411"/>
                  <a:gd name="T8" fmla="*/ 44 w 1199"/>
                  <a:gd name="T9" fmla="*/ 0 h 1411"/>
                  <a:gd name="T10" fmla="*/ 0 w 1199"/>
                  <a:gd name="T11" fmla="*/ 889 h 1411"/>
                  <a:gd name="T12" fmla="*/ 0 w 1199"/>
                  <a:gd name="T13" fmla="*/ 889 h 1411"/>
                  <a:gd name="T14" fmla="*/ 436 w 1199"/>
                  <a:gd name="T15" fmla="*/ 1409 h 1411"/>
                  <a:gd name="T16" fmla="*/ 436 w 1199"/>
                  <a:gd name="T17" fmla="*/ 1409 h 1411"/>
                  <a:gd name="T18" fmla="*/ 1148 w 1199"/>
                  <a:gd name="T19" fmla="*/ 571 h 1411"/>
                  <a:gd name="T20" fmla="*/ 1148 w 1199"/>
                  <a:gd name="T21" fmla="*/ 571 h 1411"/>
                  <a:gd name="T22" fmla="*/ 1198 w 1199"/>
                  <a:gd name="T23" fmla="*/ 503 h 1411"/>
                  <a:gd name="T24" fmla="*/ 1036 w 1199"/>
                  <a:gd name="T25" fmla="*/ 337 h 14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199" h="1411">
                    <a:moveTo>
                      <a:pt x="1036" y="337"/>
                    </a:moveTo>
                    <a:lnTo>
                      <a:pt x="972" y="399"/>
                    </a:lnTo>
                    <a:lnTo>
                      <a:pt x="494" y="852"/>
                    </a:lnTo>
                    <a:lnTo>
                      <a:pt x="494" y="852"/>
                    </a:lnTo>
                    <a:cubicBezTo>
                      <a:pt x="308" y="350"/>
                      <a:pt x="44" y="0"/>
                      <a:pt x="44" y="0"/>
                    </a:cubicBezTo>
                    <a:lnTo>
                      <a:pt x="0" y="889"/>
                    </a:lnTo>
                    <a:lnTo>
                      <a:pt x="0" y="889"/>
                    </a:lnTo>
                    <a:cubicBezTo>
                      <a:pt x="0" y="889"/>
                      <a:pt x="332" y="1410"/>
                      <a:pt x="436" y="1409"/>
                    </a:cubicBezTo>
                    <a:lnTo>
                      <a:pt x="436" y="1409"/>
                    </a:lnTo>
                    <a:cubicBezTo>
                      <a:pt x="522" y="1407"/>
                      <a:pt x="993" y="781"/>
                      <a:pt x="1148" y="571"/>
                    </a:cubicBezTo>
                    <a:lnTo>
                      <a:pt x="1148" y="571"/>
                    </a:lnTo>
                    <a:cubicBezTo>
                      <a:pt x="1180" y="529"/>
                      <a:pt x="1198" y="503"/>
                      <a:pt x="1198" y="503"/>
                    </a:cubicBezTo>
                    <a:lnTo>
                      <a:pt x="1036" y="337"/>
                    </a:lnTo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77" name="Freeform 80">
                <a:extLst>
                  <a:ext uri="{FF2B5EF4-FFF2-40B4-BE49-F238E27FC236}">
                    <a16:creationId xmlns:a16="http://schemas.microsoft.com/office/drawing/2014/main" id="{595BE391-F682-4D60-B766-57640762A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97876" y="8139338"/>
                <a:ext cx="200149" cy="207995"/>
              </a:xfrm>
              <a:custGeom>
                <a:avLst/>
                <a:gdLst>
                  <a:gd name="T0" fmla="*/ 226 w 227"/>
                  <a:gd name="T1" fmla="*/ 166 h 235"/>
                  <a:gd name="T2" fmla="*/ 64 w 227"/>
                  <a:gd name="T3" fmla="*/ 0 h 235"/>
                  <a:gd name="T4" fmla="*/ 0 w 227"/>
                  <a:gd name="T5" fmla="*/ 62 h 235"/>
                  <a:gd name="T6" fmla="*/ 176 w 227"/>
                  <a:gd name="T7" fmla="*/ 234 h 235"/>
                  <a:gd name="T8" fmla="*/ 176 w 227"/>
                  <a:gd name="T9" fmla="*/ 234 h 235"/>
                  <a:gd name="T10" fmla="*/ 226 w 227"/>
                  <a:gd name="T11" fmla="*/ 166 h 2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27" h="235">
                    <a:moveTo>
                      <a:pt x="226" y="166"/>
                    </a:moveTo>
                    <a:lnTo>
                      <a:pt x="64" y="0"/>
                    </a:lnTo>
                    <a:lnTo>
                      <a:pt x="0" y="62"/>
                    </a:lnTo>
                    <a:lnTo>
                      <a:pt x="176" y="234"/>
                    </a:lnTo>
                    <a:lnTo>
                      <a:pt x="176" y="234"/>
                    </a:lnTo>
                    <a:cubicBezTo>
                      <a:pt x="208" y="192"/>
                      <a:pt x="226" y="166"/>
                      <a:pt x="226" y="166"/>
                    </a:cubicBezTo>
                  </a:path>
                </a:pathLst>
              </a:custGeom>
              <a:solidFill>
                <a:schemeClr val="accent6">
                  <a:alpha val="5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178" name="Freeform 81">
                <a:extLst>
                  <a:ext uri="{FF2B5EF4-FFF2-40B4-BE49-F238E27FC236}">
                    <a16:creationId xmlns:a16="http://schemas.microsoft.com/office/drawing/2014/main" id="{D10F8DF1-B9F1-46E8-9F3B-63E3067E56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4494" y="7837153"/>
                <a:ext cx="1024286" cy="1255828"/>
              </a:xfrm>
              <a:custGeom>
                <a:avLst/>
                <a:gdLst>
                  <a:gd name="T0" fmla="*/ 972 w 1149"/>
                  <a:gd name="T1" fmla="*/ 399 h 1411"/>
                  <a:gd name="T2" fmla="*/ 494 w 1149"/>
                  <a:gd name="T3" fmla="*/ 852 h 1411"/>
                  <a:gd name="T4" fmla="*/ 494 w 1149"/>
                  <a:gd name="T5" fmla="*/ 852 h 1411"/>
                  <a:gd name="T6" fmla="*/ 44 w 1149"/>
                  <a:gd name="T7" fmla="*/ 0 h 1411"/>
                  <a:gd name="T8" fmla="*/ 0 w 1149"/>
                  <a:gd name="T9" fmla="*/ 889 h 1411"/>
                  <a:gd name="T10" fmla="*/ 0 w 1149"/>
                  <a:gd name="T11" fmla="*/ 889 h 1411"/>
                  <a:gd name="T12" fmla="*/ 436 w 1149"/>
                  <a:gd name="T13" fmla="*/ 1409 h 1411"/>
                  <a:gd name="T14" fmla="*/ 436 w 1149"/>
                  <a:gd name="T15" fmla="*/ 1409 h 1411"/>
                  <a:gd name="T16" fmla="*/ 1148 w 1149"/>
                  <a:gd name="T17" fmla="*/ 571 h 1411"/>
                  <a:gd name="T18" fmla="*/ 972 w 1149"/>
                  <a:gd name="T19" fmla="*/ 399 h 14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149" h="1411">
                    <a:moveTo>
                      <a:pt x="972" y="399"/>
                    </a:moveTo>
                    <a:lnTo>
                      <a:pt x="494" y="852"/>
                    </a:lnTo>
                    <a:lnTo>
                      <a:pt x="494" y="852"/>
                    </a:lnTo>
                    <a:cubicBezTo>
                      <a:pt x="308" y="350"/>
                      <a:pt x="44" y="0"/>
                      <a:pt x="44" y="0"/>
                    </a:cubicBezTo>
                    <a:lnTo>
                      <a:pt x="0" y="889"/>
                    </a:lnTo>
                    <a:lnTo>
                      <a:pt x="0" y="889"/>
                    </a:lnTo>
                    <a:cubicBezTo>
                      <a:pt x="0" y="889"/>
                      <a:pt x="332" y="1410"/>
                      <a:pt x="436" y="1409"/>
                    </a:cubicBezTo>
                    <a:lnTo>
                      <a:pt x="436" y="1409"/>
                    </a:lnTo>
                    <a:cubicBezTo>
                      <a:pt x="522" y="1407"/>
                      <a:pt x="993" y="781"/>
                      <a:pt x="1148" y="571"/>
                    </a:cubicBezTo>
                    <a:lnTo>
                      <a:pt x="972" y="399"/>
                    </a:lnTo>
                  </a:path>
                </a:pathLst>
              </a:custGeom>
              <a:solidFill>
                <a:schemeClr val="accent6">
                  <a:alpha val="25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</p:grpSp>
      </p:grpSp>
      <p:sp>
        <p:nvSpPr>
          <p:cNvPr id="197" name="Freeform 82">
            <a:extLst>
              <a:ext uri="{FF2B5EF4-FFF2-40B4-BE49-F238E27FC236}">
                <a16:creationId xmlns:a16="http://schemas.microsoft.com/office/drawing/2014/main" id="{1422F866-CFC5-4FE0-A3F8-5DF575357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38691" y="3716466"/>
            <a:ext cx="4587700" cy="107138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98" name="Freeform 83">
            <a:extLst>
              <a:ext uri="{FF2B5EF4-FFF2-40B4-BE49-F238E27FC236}">
                <a16:creationId xmlns:a16="http://schemas.microsoft.com/office/drawing/2014/main" id="{F4D76835-D9A0-4ADD-B66A-0FEB595945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97497" y="3716466"/>
            <a:ext cx="4587697" cy="107138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99" name="Line 84">
            <a:extLst>
              <a:ext uri="{FF2B5EF4-FFF2-40B4-BE49-F238E27FC236}">
                <a16:creationId xmlns:a16="http://schemas.microsoft.com/office/drawing/2014/main" id="{F5CE0854-411A-4488-815D-24C077B70E69}"/>
              </a:ext>
            </a:extLst>
          </p:cNvPr>
          <p:cNvSpPr>
            <a:spLocks noChangeShapeType="1"/>
          </p:cNvSpPr>
          <p:nvPr/>
        </p:nvSpPr>
        <p:spPr bwMode="auto">
          <a:xfrm>
            <a:off x="-2" y="4254119"/>
            <a:ext cx="9261735" cy="0"/>
          </a:xfrm>
          <a:prstGeom prst="line">
            <a:avLst/>
          </a:prstGeom>
          <a:noFill/>
          <a:ln w="38100" cap="sq">
            <a:solidFill>
              <a:schemeClr val="accent5"/>
            </a:solidFill>
            <a:bevel/>
            <a:headEnd/>
            <a:tailEnd type="arrow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200" name="Line 86">
            <a:extLst>
              <a:ext uri="{FF2B5EF4-FFF2-40B4-BE49-F238E27FC236}">
                <a16:creationId xmlns:a16="http://schemas.microsoft.com/office/drawing/2014/main" id="{DD3EEB66-EA42-42A6-929F-492D363DB2E5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26391" y="4254119"/>
            <a:ext cx="4556301" cy="0"/>
          </a:xfrm>
          <a:prstGeom prst="line">
            <a:avLst/>
          </a:prstGeom>
          <a:noFill/>
          <a:ln w="38100" cap="flat">
            <a:solidFill>
              <a:schemeClr val="accent5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201" name="Line 88">
            <a:extLst>
              <a:ext uri="{FF2B5EF4-FFF2-40B4-BE49-F238E27FC236}">
                <a16:creationId xmlns:a16="http://schemas.microsoft.com/office/drawing/2014/main" id="{BDE450C4-493F-4F8D-A034-B4C24B18CCC1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3307" y="4787846"/>
            <a:ext cx="0" cy="3398586"/>
          </a:xfrm>
          <a:prstGeom prst="line">
            <a:avLst/>
          </a:prstGeom>
          <a:noFill/>
          <a:ln w="12700" cap="flat">
            <a:solidFill>
              <a:schemeClr val="accent5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202" name="Line 88">
            <a:extLst>
              <a:ext uri="{FF2B5EF4-FFF2-40B4-BE49-F238E27FC236}">
                <a16:creationId xmlns:a16="http://schemas.microsoft.com/office/drawing/2014/main" id="{E41E0303-F3F8-4DBE-B3F0-C51E9E29F0A7}"/>
              </a:ext>
            </a:extLst>
          </p:cNvPr>
          <p:cNvSpPr>
            <a:spLocks noChangeShapeType="1"/>
          </p:cNvSpPr>
          <p:nvPr/>
        </p:nvSpPr>
        <p:spPr bwMode="auto">
          <a:xfrm>
            <a:off x="17534504" y="4787846"/>
            <a:ext cx="0" cy="3398586"/>
          </a:xfrm>
          <a:prstGeom prst="line">
            <a:avLst/>
          </a:prstGeom>
          <a:noFill/>
          <a:ln w="12700" cap="flat">
            <a:solidFill>
              <a:schemeClr val="accent5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22EF607-3192-4576-926B-FFFD19577172}"/>
              </a:ext>
            </a:extLst>
          </p:cNvPr>
          <p:cNvSpPr txBox="1"/>
          <p:nvPr/>
        </p:nvSpPr>
        <p:spPr>
          <a:xfrm>
            <a:off x="1520825" y="750700"/>
            <a:ext cx="21336000" cy="116955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7000" b="1" spc="-29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CHALLENGES SLIDE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10410DD-138E-4DA5-9C2E-22CBBA6DE365}"/>
              </a:ext>
            </a:extLst>
          </p:cNvPr>
          <p:cNvSpPr txBox="1"/>
          <p:nvPr/>
        </p:nvSpPr>
        <p:spPr>
          <a:xfrm>
            <a:off x="1520827" y="1886522"/>
            <a:ext cx="213359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spc="-120" dirty="0">
                <a:latin typeface="Montserrat" pitchFamily="2" charset="77"/>
                <a:cs typeface="Poppins" pitchFamily="2" charset="77"/>
              </a:rPr>
              <a:t>Make a big impact with our professional slides and charts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98EDDB4-73F1-4D5E-B2A6-E1D54AE01ED7}"/>
              </a:ext>
            </a:extLst>
          </p:cNvPr>
          <p:cNvSpPr txBox="1"/>
          <p:nvPr/>
        </p:nvSpPr>
        <p:spPr>
          <a:xfrm>
            <a:off x="7241794" y="5887226"/>
            <a:ext cx="4540274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 01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070C433-568F-4AA1-A469-F24FB8AD9793}"/>
              </a:ext>
            </a:extLst>
          </p:cNvPr>
          <p:cNvSpPr txBox="1"/>
          <p:nvPr/>
        </p:nvSpPr>
        <p:spPr>
          <a:xfrm>
            <a:off x="7241794" y="6568568"/>
            <a:ext cx="4540275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783ED93-57E3-495A-97EE-12846F5FD146}"/>
              </a:ext>
            </a:extLst>
          </p:cNvPr>
          <p:cNvSpPr txBox="1"/>
          <p:nvPr/>
        </p:nvSpPr>
        <p:spPr>
          <a:xfrm>
            <a:off x="12575263" y="5887226"/>
            <a:ext cx="4540274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 02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A21152F-E803-4EF3-B6F4-13CA43D4FE81}"/>
              </a:ext>
            </a:extLst>
          </p:cNvPr>
          <p:cNvSpPr txBox="1"/>
          <p:nvPr/>
        </p:nvSpPr>
        <p:spPr>
          <a:xfrm>
            <a:off x="12575263" y="6568568"/>
            <a:ext cx="4540275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5D4F8B6-E019-4E04-9BDD-6117C70F59B1}"/>
              </a:ext>
            </a:extLst>
          </p:cNvPr>
          <p:cNvSpPr txBox="1"/>
          <p:nvPr/>
        </p:nvSpPr>
        <p:spPr>
          <a:xfrm>
            <a:off x="17908731" y="5887226"/>
            <a:ext cx="4540274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 03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C23D7DA-4254-41D4-8FA7-8B8AC5499476}"/>
              </a:ext>
            </a:extLst>
          </p:cNvPr>
          <p:cNvSpPr txBox="1"/>
          <p:nvPr/>
        </p:nvSpPr>
        <p:spPr>
          <a:xfrm>
            <a:off x="17908731" y="6568568"/>
            <a:ext cx="4540275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E821D37-1BF5-421B-BED3-277D2535FA72}"/>
              </a:ext>
            </a:extLst>
          </p:cNvPr>
          <p:cNvSpPr txBox="1"/>
          <p:nvPr/>
        </p:nvSpPr>
        <p:spPr>
          <a:xfrm>
            <a:off x="10054562" y="3932445"/>
            <a:ext cx="4256334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NI" sz="3200" b="1" spc="-3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OPPORTUNITIES</a:t>
            </a:r>
            <a:endParaRPr lang="en-US" sz="3200" b="1" spc="-30" dirty="0">
              <a:solidFill>
                <a:schemeClr val="bg1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C044ADE-53E8-4511-87FE-B81BCC040235}"/>
              </a:ext>
            </a:extLst>
          </p:cNvPr>
          <p:cNvSpPr txBox="1"/>
          <p:nvPr/>
        </p:nvSpPr>
        <p:spPr>
          <a:xfrm>
            <a:off x="15397706" y="3932445"/>
            <a:ext cx="4256334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NI" sz="3200" b="1" spc="-3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OPPORTUNITIES</a:t>
            </a:r>
            <a:endParaRPr lang="en-US" sz="3200" b="1" spc="-30" dirty="0">
              <a:solidFill>
                <a:schemeClr val="bg1"/>
              </a:solidFill>
              <a:latin typeface="Montserrat" pitchFamily="2" charset="77"/>
              <a:cs typeface="Poppins" pitchFamily="2" charset="77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8">
            <a:extLst>
              <a:ext uri="{FF2B5EF4-FFF2-40B4-BE49-F238E27FC236}">
                <a16:creationId xmlns:a16="http://schemas.microsoft.com/office/drawing/2014/main" id="{4235C752-69A5-4295-A18D-69953A005F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60965" y="11217963"/>
            <a:ext cx="613785" cy="92647"/>
          </a:xfrm>
          <a:custGeom>
            <a:avLst/>
            <a:gdLst>
              <a:gd name="T0" fmla="*/ 699 w 700"/>
              <a:gd name="T1" fmla="*/ 106 h 107"/>
              <a:gd name="T2" fmla="*/ 0 w 700"/>
              <a:gd name="T3" fmla="*/ 106 h 107"/>
              <a:gd name="T4" fmla="*/ 0 w 700"/>
              <a:gd name="T5" fmla="*/ 0 h 107"/>
              <a:gd name="T6" fmla="*/ 699 w 700"/>
              <a:gd name="T7" fmla="*/ 0 h 107"/>
              <a:gd name="T8" fmla="*/ 699 w 700"/>
              <a:gd name="T9" fmla="*/ 106 h 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0" h="107">
                <a:moveTo>
                  <a:pt x="699" y="106"/>
                </a:moveTo>
                <a:lnTo>
                  <a:pt x="0" y="106"/>
                </a:lnTo>
                <a:lnTo>
                  <a:pt x="0" y="0"/>
                </a:lnTo>
                <a:lnTo>
                  <a:pt x="699" y="0"/>
                </a:lnTo>
                <a:lnTo>
                  <a:pt x="699" y="106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8" name="Freeform 9">
            <a:extLst>
              <a:ext uri="{FF2B5EF4-FFF2-40B4-BE49-F238E27FC236}">
                <a16:creationId xmlns:a16="http://schemas.microsoft.com/office/drawing/2014/main" id="{310DFAD3-6489-4D1B-8FC1-FA35F5211C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60965" y="8785989"/>
            <a:ext cx="613785" cy="92647"/>
          </a:xfrm>
          <a:custGeom>
            <a:avLst/>
            <a:gdLst>
              <a:gd name="T0" fmla="*/ 699 w 700"/>
              <a:gd name="T1" fmla="*/ 106 h 107"/>
              <a:gd name="T2" fmla="*/ 0 w 700"/>
              <a:gd name="T3" fmla="*/ 106 h 107"/>
              <a:gd name="T4" fmla="*/ 0 w 700"/>
              <a:gd name="T5" fmla="*/ 0 h 107"/>
              <a:gd name="T6" fmla="*/ 699 w 700"/>
              <a:gd name="T7" fmla="*/ 0 h 107"/>
              <a:gd name="T8" fmla="*/ 699 w 700"/>
              <a:gd name="T9" fmla="*/ 106 h 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0" h="107">
                <a:moveTo>
                  <a:pt x="699" y="106"/>
                </a:moveTo>
                <a:lnTo>
                  <a:pt x="0" y="106"/>
                </a:lnTo>
                <a:lnTo>
                  <a:pt x="0" y="0"/>
                </a:lnTo>
                <a:lnTo>
                  <a:pt x="699" y="0"/>
                </a:lnTo>
                <a:lnTo>
                  <a:pt x="699" y="106"/>
                </a:ln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9" name="Freeform 10">
            <a:extLst>
              <a:ext uri="{FF2B5EF4-FFF2-40B4-BE49-F238E27FC236}">
                <a16:creationId xmlns:a16="http://schemas.microsoft.com/office/drawing/2014/main" id="{018B92CC-B948-4D1C-8DCC-62A206BEB8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60965" y="6354015"/>
            <a:ext cx="613785" cy="92647"/>
          </a:xfrm>
          <a:custGeom>
            <a:avLst/>
            <a:gdLst>
              <a:gd name="T0" fmla="*/ 699 w 700"/>
              <a:gd name="T1" fmla="*/ 106 h 107"/>
              <a:gd name="T2" fmla="*/ 0 w 700"/>
              <a:gd name="T3" fmla="*/ 106 h 107"/>
              <a:gd name="T4" fmla="*/ 0 w 700"/>
              <a:gd name="T5" fmla="*/ 0 h 107"/>
              <a:gd name="T6" fmla="*/ 699 w 700"/>
              <a:gd name="T7" fmla="*/ 0 h 107"/>
              <a:gd name="T8" fmla="*/ 699 w 700"/>
              <a:gd name="T9" fmla="*/ 106 h 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0" h="107">
                <a:moveTo>
                  <a:pt x="699" y="106"/>
                </a:moveTo>
                <a:lnTo>
                  <a:pt x="0" y="106"/>
                </a:lnTo>
                <a:lnTo>
                  <a:pt x="0" y="0"/>
                </a:lnTo>
                <a:lnTo>
                  <a:pt x="699" y="0"/>
                </a:lnTo>
                <a:lnTo>
                  <a:pt x="699" y="106"/>
                </a:ln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20" name="Freeform 11">
            <a:extLst>
              <a:ext uri="{FF2B5EF4-FFF2-40B4-BE49-F238E27FC236}">
                <a16:creationId xmlns:a16="http://schemas.microsoft.com/office/drawing/2014/main" id="{BF87ADD1-4FC3-45D0-A6C1-E5FBEFE024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60965" y="3922040"/>
            <a:ext cx="613785" cy="92647"/>
          </a:xfrm>
          <a:custGeom>
            <a:avLst/>
            <a:gdLst>
              <a:gd name="T0" fmla="*/ 699 w 700"/>
              <a:gd name="T1" fmla="*/ 107 h 108"/>
              <a:gd name="T2" fmla="*/ 0 w 700"/>
              <a:gd name="T3" fmla="*/ 107 h 108"/>
              <a:gd name="T4" fmla="*/ 0 w 700"/>
              <a:gd name="T5" fmla="*/ 0 h 108"/>
              <a:gd name="T6" fmla="*/ 699 w 700"/>
              <a:gd name="T7" fmla="*/ 0 h 108"/>
              <a:gd name="T8" fmla="*/ 699 w 700"/>
              <a:gd name="T9" fmla="*/ 107 h 1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0" h="108">
                <a:moveTo>
                  <a:pt x="699" y="107"/>
                </a:moveTo>
                <a:lnTo>
                  <a:pt x="0" y="107"/>
                </a:lnTo>
                <a:lnTo>
                  <a:pt x="0" y="0"/>
                </a:lnTo>
                <a:lnTo>
                  <a:pt x="699" y="0"/>
                </a:lnTo>
                <a:lnTo>
                  <a:pt x="699" y="107"/>
                </a:lnTo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C238955-C568-443B-B960-C8926CA65947}"/>
              </a:ext>
            </a:extLst>
          </p:cNvPr>
          <p:cNvGrpSpPr/>
          <p:nvPr/>
        </p:nvGrpSpPr>
        <p:grpSpPr>
          <a:xfrm>
            <a:off x="1281612" y="3288955"/>
            <a:ext cx="12094249" cy="10422747"/>
            <a:chOff x="1281612" y="3288955"/>
            <a:chExt cx="12094249" cy="10422747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AEDC2692-D640-4A8D-AE57-5195416DF491}"/>
                </a:ext>
              </a:extLst>
            </p:cNvPr>
            <p:cNvGrpSpPr/>
            <p:nvPr/>
          </p:nvGrpSpPr>
          <p:grpSpPr>
            <a:xfrm>
              <a:off x="1281612" y="3288955"/>
              <a:ext cx="12094249" cy="10422747"/>
              <a:chOff x="1281612" y="3288955"/>
              <a:chExt cx="12094249" cy="10422747"/>
            </a:xfrm>
          </p:grpSpPr>
          <p:sp>
            <p:nvSpPr>
              <p:cNvPr id="71" name="Freeform 2">
                <a:extLst>
                  <a:ext uri="{FF2B5EF4-FFF2-40B4-BE49-F238E27FC236}">
                    <a16:creationId xmlns:a16="http://schemas.microsoft.com/office/drawing/2014/main" id="{6D88CCBD-433A-400F-A26B-E30EB25B92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32145" y="9631388"/>
                <a:ext cx="3393182" cy="2115432"/>
              </a:xfrm>
              <a:custGeom>
                <a:avLst/>
                <a:gdLst>
                  <a:gd name="T0" fmla="*/ 3874 w 3875"/>
                  <a:gd name="T1" fmla="*/ 2414 h 2415"/>
                  <a:gd name="T2" fmla="*/ 0 w 3875"/>
                  <a:gd name="T3" fmla="*/ 2414 h 2415"/>
                  <a:gd name="T4" fmla="*/ 0 w 3875"/>
                  <a:gd name="T5" fmla="*/ 0 h 2415"/>
                  <a:gd name="T6" fmla="*/ 3874 w 3875"/>
                  <a:gd name="T7" fmla="*/ 0 h 2415"/>
                  <a:gd name="T8" fmla="*/ 3874 w 3875"/>
                  <a:gd name="T9" fmla="*/ 2414 h 24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75" h="2415">
                    <a:moveTo>
                      <a:pt x="3874" y="2414"/>
                    </a:moveTo>
                    <a:lnTo>
                      <a:pt x="0" y="2414"/>
                    </a:lnTo>
                    <a:lnTo>
                      <a:pt x="0" y="0"/>
                    </a:lnTo>
                    <a:lnTo>
                      <a:pt x="3874" y="0"/>
                    </a:lnTo>
                    <a:lnTo>
                      <a:pt x="3874" y="2414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72" name="Freeform 3">
                <a:extLst>
                  <a:ext uri="{FF2B5EF4-FFF2-40B4-BE49-F238E27FC236}">
                    <a16:creationId xmlns:a16="http://schemas.microsoft.com/office/drawing/2014/main" id="{2460572E-A4ED-444E-BF73-11CDCE6FCB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1612" y="11742961"/>
                <a:ext cx="12094249" cy="1968741"/>
              </a:xfrm>
              <a:custGeom>
                <a:avLst/>
                <a:gdLst>
                  <a:gd name="T0" fmla="*/ 4971 w 13816"/>
                  <a:gd name="T1" fmla="*/ 0 h 2247"/>
                  <a:gd name="T2" fmla="*/ 0 w 13816"/>
                  <a:gd name="T3" fmla="*/ 2246 h 2247"/>
                  <a:gd name="T4" fmla="*/ 13815 w 13816"/>
                  <a:gd name="T5" fmla="*/ 2246 h 2247"/>
                  <a:gd name="T6" fmla="*/ 8845 w 13816"/>
                  <a:gd name="T7" fmla="*/ 0 h 2247"/>
                  <a:gd name="T8" fmla="*/ 4971 w 13816"/>
                  <a:gd name="T9" fmla="*/ 0 h 22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816" h="2247">
                    <a:moveTo>
                      <a:pt x="4971" y="0"/>
                    </a:moveTo>
                    <a:lnTo>
                      <a:pt x="0" y="2246"/>
                    </a:lnTo>
                    <a:lnTo>
                      <a:pt x="13815" y="2246"/>
                    </a:lnTo>
                    <a:lnTo>
                      <a:pt x="8845" y="0"/>
                    </a:lnTo>
                    <a:lnTo>
                      <a:pt x="4971" y="0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73" name="Freeform 4">
                <a:extLst>
                  <a:ext uri="{FF2B5EF4-FFF2-40B4-BE49-F238E27FC236}">
                    <a16:creationId xmlns:a16="http://schemas.microsoft.com/office/drawing/2014/main" id="{63AE8920-3C6A-4CA7-9EC2-4E24B17F94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1612" y="11742961"/>
                <a:ext cx="12094249" cy="1968741"/>
              </a:xfrm>
              <a:custGeom>
                <a:avLst/>
                <a:gdLst>
                  <a:gd name="T0" fmla="*/ 13815 w 13816"/>
                  <a:gd name="T1" fmla="*/ 2246 h 2247"/>
                  <a:gd name="T2" fmla="*/ 0 w 13816"/>
                  <a:gd name="T3" fmla="*/ 2246 h 2247"/>
                  <a:gd name="T4" fmla="*/ 4971 w 13816"/>
                  <a:gd name="T5" fmla="*/ 0 h 2247"/>
                  <a:gd name="T6" fmla="*/ 8845 w 13816"/>
                  <a:gd name="T7" fmla="*/ 0 h 2247"/>
                  <a:gd name="T8" fmla="*/ 13815 w 13816"/>
                  <a:gd name="T9" fmla="*/ 2246 h 22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816" h="2247">
                    <a:moveTo>
                      <a:pt x="13815" y="2246"/>
                    </a:moveTo>
                    <a:lnTo>
                      <a:pt x="0" y="2246"/>
                    </a:lnTo>
                    <a:lnTo>
                      <a:pt x="4971" y="0"/>
                    </a:lnTo>
                    <a:lnTo>
                      <a:pt x="8845" y="0"/>
                    </a:lnTo>
                    <a:lnTo>
                      <a:pt x="13815" y="2246"/>
                    </a:lnTo>
                  </a:path>
                </a:pathLst>
              </a:custGeom>
              <a:solidFill>
                <a:srgbClr val="111340">
                  <a:alpha val="15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74" name="Freeform 5">
                <a:extLst>
                  <a:ext uri="{FF2B5EF4-FFF2-40B4-BE49-F238E27FC236}">
                    <a16:creationId xmlns:a16="http://schemas.microsoft.com/office/drawing/2014/main" id="{53558489-E81F-4410-820E-A52512A068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32145" y="7515957"/>
                <a:ext cx="3393182" cy="2115432"/>
              </a:xfrm>
              <a:custGeom>
                <a:avLst/>
                <a:gdLst>
                  <a:gd name="T0" fmla="*/ 3874 w 3875"/>
                  <a:gd name="T1" fmla="*/ 2415 h 2416"/>
                  <a:gd name="T2" fmla="*/ 0 w 3875"/>
                  <a:gd name="T3" fmla="*/ 2415 h 2416"/>
                  <a:gd name="T4" fmla="*/ 0 w 3875"/>
                  <a:gd name="T5" fmla="*/ 0 h 2416"/>
                  <a:gd name="T6" fmla="*/ 3874 w 3875"/>
                  <a:gd name="T7" fmla="*/ 0 h 2416"/>
                  <a:gd name="T8" fmla="*/ 3874 w 3875"/>
                  <a:gd name="T9" fmla="*/ 2415 h 24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75" h="2416">
                    <a:moveTo>
                      <a:pt x="3874" y="2415"/>
                    </a:moveTo>
                    <a:lnTo>
                      <a:pt x="0" y="2415"/>
                    </a:lnTo>
                    <a:lnTo>
                      <a:pt x="0" y="0"/>
                    </a:lnTo>
                    <a:lnTo>
                      <a:pt x="3874" y="0"/>
                    </a:lnTo>
                    <a:lnTo>
                      <a:pt x="3874" y="2415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75" name="Freeform 6">
                <a:extLst>
                  <a:ext uri="{FF2B5EF4-FFF2-40B4-BE49-F238E27FC236}">
                    <a16:creationId xmlns:a16="http://schemas.microsoft.com/office/drawing/2014/main" id="{2BA6E853-8924-428E-ACA9-11623A55D1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32145" y="5404386"/>
                <a:ext cx="3393182" cy="2111570"/>
              </a:xfrm>
              <a:custGeom>
                <a:avLst/>
                <a:gdLst>
                  <a:gd name="T0" fmla="*/ 3874 w 3875"/>
                  <a:gd name="T1" fmla="*/ 2413 h 2414"/>
                  <a:gd name="T2" fmla="*/ 0 w 3875"/>
                  <a:gd name="T3" fmla="*/ 2413 h 2414"/>
                  <a:gd name="T4" fmla="*/ 0 w 3875"/>
                  <a:gd name="T5" fmla="*/ 0 h 2414"/>
                  <a:gd name="T6" fmla="*/ 3874 w 3875"/>
                  <a:gd name="T7" fmla="*/ 0 h 2414"/>
                  <a:gd name="T8" fmla="*/ 3874 w 3875"/>
                  <a:gd name="T9" fmla="*/ 2413 h 24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75" h="2414">
                    <a:moveTo>
                      <a:pt x="3874" y="2413"/>
                    </a:moveTo>
                    <a:lnTo>
                      <a:pt x="0" y="2413"/>
                    </a:lnTo>
                    <a:lnTo>
                      <a:pt x="0" y="0"/>
                    </a:lnTo>
                    <a:lnTo>
                      <a:pt x="3874" y="0"/>
                    </a:lnTo>
                    <a:lnTo>
                      <a:pt x="3874" y="2413"/>
                    </a:lnTo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76" name="Freeform 7">
                <a:extLst>
                  <a:ext uri="{FF2B5EF4-FFF2-40B4-BE49-F238E27FC236}">
                    <a16:creationId xmlns:a16="http://schemas.microsoft.com/office/drawing/2014/main" id="{0A694FDF-83E9-4C16-AB54-ABEFE87763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4282" y="3288955"/>
                <a:ext cx="5168910" cy="2115432"/>
              </a:xfrm>
              <a:custGeom>
                <a:avLst/>
                <a:gdLst>
                  <a:gd name="T0" fmla="*/ 2952 w 5904"/>
                  <a:gd name="T1" fmla="*/ 0 h 2416"/>
                  <a:gd name="T2" fmla="*/ 0 w 5904"/>
                  <a:gd name="T3" fmla="*/ 2415 h 2416"/>
                  <a:gd name="T4" fmla="*/ 5903 w 5904"/>
                  <a:gd name="T5" fmla="*/ 2415 h 2416"/>
                  <a:gd name="T6" fmla="*/ 2952 w 5904"/>
                  <a:gd name="T7" fmla="*/ 0 h 24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904" h="2416">
                    <a:moveTo>
                      <a:pt x="2952" y="0"/>
                    </a:moveTo>
                    <a:lnTo>
                      <a:pt x="0" y="2415"/>
                    </a:lnTo>
                    <a:lnTo>
                      <a:pt x="5903" y="2415"/>
                    </a:lnTo>
                    <a:lnTo>
                      <a:pt x="2952" y="0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7D9C9E33-4C00-4A1E-89B1-909E5E1BDB6E}"/>
                </a:ext>
              </a:extLst>
            </p:cNvPr>
            <p:cNvGrpSpPr/>
            <p:nvPr/>
          </p:nvGrpSpPr>
          <p:grpSpPr>
            <a:xfrm>
              <a:off x="1505508" y="4879389"/>
              <a:ext cx="4929575" cy="7635628"/>
              <a:chOff x="1505508" y="4879389"/>
              <a:chExt cx="4929575" cy="7635628"/>
            </a:xfrm>
          </p:grpSpPr>
          <p:sp>
            <p:nvSpPr>
              <p:cNvPr id="50" name="Freeform 44">
                <a:extLst>
                  <a:ext uri="{FF2B5EF4-FFF2-40B4-BE49-F238E27FC236}">
                    <a16:creationId xmlns:a16="http://schemas.microsoft.com/office/drawing/2014/main" id="{ADA5FBD3-E05F-4EA9-AF34-C2574417F7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05508" y="11935975"/>
                <a:ext cx="4929575" cy="579042"/>
              </a:xfrm>
              <a:custGeom>
                <a:avLst/>
                <a:gdLst>
                  <a:gd name="T0" fmla="*/ 5632 w 5633"/>
                  <a:gd name="T1" fmla="*/ 330 h 660"/>
                  <a:gd name="T2" fmla="*/ 5632 w 5633"/>
                  <a:gd name="T3" fmla="*/ 330 h 660"/>
                  <a:gd name="T4" fmla="*/ 2816 w 5633"/>
                  <a:gd name="T5" fmla="*/ 659 h 660"/>
                  <a:gd name="T6" fmla="*/ 2816 w 5633"/>
                  <a:gd name="T7" fmla="*/ 659 h 660"/>
                  <a:gd name="T8" fmla="*/ 0 w 5633"/>
                  <a:gd name="T9" fmla="*/ 330 h 660"/>
                  <a:gd name="T10" fmla="*/ 0 w 5633"/>
                  <a:gd name="T11" fmla="*/ 330 h 660"/>
                  <a:gd name="T12" fmla="*/ 2816 w 5633"/>
                  <a:gd name="T13" fmla="*/ 0 h 660"/>
                  <a:gd name="T14" fmla="*/ 2816 w 5633"/>
                  <a:gd name="T15" fmla="*/ 0 h 660"/>
                  <a:gd name="T16" fmla="*/ 5632 w 5633"/>
                  <a:gd name="T17" fmla="*/ 33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633" h="660">
                    <a:moveTo>
                      <a:pt x="5632" y="330"/>
                    </a:moveTo>
                    <a:lnTo>
                      <a:pt x="5632" y="330"/>
                    </a:lnTo>
                    <a:cubicBezTo>
                      <a:pt x="5632" y="511"/>
                      <a:pt x="4371" y="659"/>
                      <a:pt x="2816" y="659"/>
                    </a:cubicBezTo>
                    <a:lnTo>
                      <a:pt x="2816" y="659"/>
                    </a:lnTo>
                    <a:cubicBezTo>
                      <a:pt x="1261" y="659"/>
                      <a:pt x="0" y="511"/>
                      <a:pt x="0" y="330"/>
                    </a:cubicBezTo>
                    <a:lnTo>
                      <a:pt x="0" y="330"/>
                    </a:lnTo>
                    <a:cubicBezTo>
                      <a:pt x="0" y="147"/>
                      <a:pt x="1261" y="0"/>
                      <a:pt x="2816" y="0"/>
                    </a:cubicBezTo>
                    <a:lnTo>
                      <a:pt x="2816" y="0"/>
                    </a:lnTo>
                    <a:cubicBezTo>
                      <a:pt x="4371" y="0"/>
                      <a:pt x="5632" y="147"/>
                      <a:pt x="5632" y="330"/>
                    </a:cubicBezTo>
                  </a:path>
                </a:pathLst>
              </a:custGeom>
              <a:solidFill>
                <a:srgbClr val="111340">
                  <a:alpha val="10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39CEEF9B-1831-44DD-A342-870DAE5955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77009" y="7017982"/>
                <a:ext cx="2214924" cy="5183474"/>
              </a:xfrm>
              <a:custGeom>
                <a:avLst/>
                <a:gdLst>
                  <a:gd name="connsiteX0" fmla="*/ 235500 w 2214924"/>
                  <a:gd name="connsiteY0" fmla="*/ 3670397 h 5183474"/>
                  <a:gd name="connsiteX1" fmla="*/ 164587 w 2214924"/>
                  <a:gd name="connsiteY1" fmla="*/ 4229044 h 5183474"/>
                  <a:gd name="connsiteX2" fmla="*/ 2050337 w 2214924"/>
                  <a:gd name="connsiteY2" fmla="*/ 4229044 h 5183474"/>
                  <a:gd name="connsiteX3" fmla="*/ 1979424 w 2214924"/>
                  <a:gd name="connsiteY3" fmla="*/ 3670397 h 5183474"/>
                  <a:gd name="connsiteX4" fmla="*/ 311665 w 2214924"/>
                  <a:gd name="connsiteY4" fmla="*/ 3068843 h 5183474"/>
                  <a:gd name="connsiteX5" fmla="*/ 240753 w 2214924"/>
                  <a:gd name="connsiteY5" fmla="*/ 3626616 h 5183474"/>
                  <a:gd name="connsiteX6" fmla="*/ 1974171 w 2214924"/>
                  <a:gd name="connsiteY6" fmla="*/ 3626616 h 5183474"/>
                  <a:gd name="connsiteX7" fmla="*/ 1903259 w 2214924"/>
                  <a:gd name="connsiteY7" fmla="*/ 3068843 h 5183474"/>
                  <a:gd name="connsiteX8" fmla="*/ 387831 w 2214924"/>
                  <a:gd name="connsiteY8" fmla="*/ 2466414 h 5183474"/>
                  <a:gd name="connsiteX9" fmla="*/ 317794 w 2214924"/>
                  <a:gd name="connsiteY9" fmla="*/ 3025062 h 5183474"/>
                  <a:gd name="connsiteX10" fmla="*/ 1898006 w 2214924"/>
                  <a:gd name="connsiteY10" fmla="*/ 3025062 h 5183474"/>
                  <a:gd name="connsiteX11" fmla="*/ 1827093 w 2214924"/>
                  <a:gd name="connsiteY11" fmla="*/ 2466414 h 5183474"/>
                  <a:gd name="connsiteX12" fmla="*/ 463996 w 2214924"/>
                  <a:gd name="connsiteY12" fmla="*/ 1864861 h 5183474"/>
                  <a:gd name="connsiteX13" fmla="*/ 393083 w 2214924"/>
                  <a:gd name="connsiteY13" fmla="*/ 2422633 h 5183474"/>
                  <a:gd name="connsiteX14" fmla="*/ 1820965 w 2214924"/>
                  <a:gd name="connsiteY14" fmla="*/ 2422633 h 5183474"/>
                  <a:gd name="connsiteX15" fmla="*/ 1750928 w 2214924"/>
                  <a:gd name="connsiteY15" fmla="*/ 1864861 h 5183474"/>
                  <a:gd name="connsiteX16" fmla="*/ 541037 w 2214924"/>
                  <a:gd name="connsiteY16" fmla="*/ 1262432 h 5183474"/>
                  <a:gd name="connsiteX17" fmla="*/ 470124 w 2214924"/>
                  <a:gd name="connsiteY17" fmla="*/ 1821079 h 5183474"/>
                  <a:gd name="connsiteX18" fmla="*/ 1744800 w 2214924"/>
                  <a:gd name="connsiteY18" fmla="*/ 1821079 h 5183474"/>
                  <a:gd name="connsiteX19" fmla="*/ 1673887 w 2214924"/>
                  <a:gd name="connsiteY19" fmla="*/ 1262432 h 5183474"/>
                  <a:gd name="connsiteX20" fmla="*/ 617202 w 2214924"/>
                  <a:gd name="connsiteY20" fmla="*/ 660003 h 5183474"/>
                  <a:gd name="connsiteX21" fmla="*/ 546290 w 2214924"/>
                  <a:gd name="connsiteY21" fmla="*/ 1219526 h 5183474"/>
                  <a:gd name="connsiteX22" fmla="*/ 1668634 w 2214924"/>
                  <a:gd name="connsiteY22" fmla="*/ 1219526 h 5183474"/>
                  <a:gd name="connsiteX23" fmla="*/ 1597722 w 2214924"/>
                  <a:gd name="connsiteY23" fmla="*/ 660003 h 5183474"/>
                  <a:gd name="connsiteX24" fmla="*/ 674983 w 2214924"/>
                  <a:gd name="connsiteY24" fmla="*/ 202051 h 5183474"/>
                  <a:gd name="connsiteX25" fmla="*/ 622455 w 2214924"/>
                  <a:gd name="connsiteY25" fmla="*/ 617097 h 5183474"/>
                  <a:gd name="connsiteX26" fmla="*/ 1592469 w 2214924"/>
                  <a:gd name="connsiteY26" fmla="*/ 617097 h 5183474"/>
                  <a:gd name="connsiteX27" fmla="*/ 1539941 w 2214924"/>
                  <a:gd name="connsiteY27" fmla="*/ 202051 h 5183474"/>
                  <a:gd name="connsiteX28" fmla="*/ 501836 w 2214924"/>
                  <a:gd name="connsiteY28" fmla="*/ 0 h 5183474"/>
                  <a:gd name="connsiteX29" fmla="*/ 1705368 w 2214924"/>
                  <a:gd name="connsiteY29" fmla="*/ 0 h 5183474"/>
                  <a:gd name="connsiteX30" fmla="*/ 1705368 w 2214924"/>
                  <a:gd name="connsiteY30" fmla="*/ 188285 h 5183474"/>
                  <a:gd name="connsiteX31" fmla="*/ 1582267 w 2214924"/>
                  <a:gd name="connsiteY31" fmla="*/ 188285 h 5183474"/>
                  <a:gd name="connsiteX32" fmla="*/ 2214924 w 2214924"/>
                  <a:gd name="connsiteY32" fmla="*/ 5178220 h 5183474"/>
                  <a:gd name="connsiteX33" fmla="*/ 2171150 w 2214924"/>
                  <a:gd name="connsiteY33" fmla="*/ 5183474 h 5183474"/>
                  <a:gd name="connsiteX34" fmla="*/ 2055589 w 2214924"/>
                  <a:gd name="connsiteY34" fmla="*/ 4272826 h 5183474"/>
                  <a:gd name="connsiteX35" fmla="*/ 159335 w 2214924"/>
                  <a:gd name="connsiteY35" fmla="*/ 4272826 h 5183474"/>
                  <a:gd name="connsiteX36" fmla="*/ 43773 w 2214924"/>
                  <a:gd name="connsiteY36" fmla="*/ 5183474 h 5183474"/>
                  <a:gd name="connsiteX37" fmla="*/ 0 w 2214924"/>
                  <a:gd name="connsiteY37" fmla="*/ 5178220 h 5183474"/>
                  <a:gd name="connsiteX38" fmla="*/ 633527 w 2214924"/>
                  <a:gd name="connsiteY38" fmla="*/ 188285 h 5183474"/>
                  <a:gd name="connsiteX39" fmla="*/ 501836 w 2214924"/>
                  <a:gd name="connsiteY39" fmla="*/ 188285 h 51834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2214924" h="5183474">
                    <a:moveTo>
                      <a:pt x="235500" y="3670397"/>
                    </a:moveTo>
                    <a:lnTo>
                      <a:pt x="164587" y="4229044"/>
                    </a:lnTo>
                    <a:lnTo>
                      <a:pt x="2050337" y="4229044"/>
                    </a:lnTo>
                    <a:lnTo>
                      <a:pt x="1979424" y="3670397"/>
                    </a:lnTo>
                    <a:close/>
                    <a:moveTo>
                      <a:pt x="311665" y="3068843"/>
                    </a:moveTo>
                    <a:lnTo>
                      <a:pt x="240753" y="3626616"/>
                    </a:lnTo>
                    <a:lnTo>
                      <a:pt x="1974171" y="3626616"/>
                    </a:lnTo>
                    <a:lnTo>
                      <a:pt x="1903259" y="3068843"/>
                    </a:lnTo>
                    <a:close/>
                    <a:moveTo>
                      <a:pt x="387831" y="2466414"/>
                    </a:moveTo>
                    <a:lnTo>
                      <a:pt x="317794" y="3025062"/>
                    </a:lnTo>
                    <a:lnTo>
                      <a:pt x="1898006" y="3025062"/>
                    </a:lnTo>
                    <a:lnTo>
                      <a:pt x="1827093" y="2466414"/>
                    </a:lnTo>
                    <a:close/>
                    <a:moveTo>
                      <a:pt x="463996" y="1864861"/>
                    </a:moveTo>
                    <a:lnTo>
                      <a:pt x="393083" y="2422633"/>
                    </a:lnTo>
                    <a:lnTo>
                      <a:pt x="1820965" y="2422633"/>
                    </a:lnTo>
                    <a:lnTo>
                      <a:pt x="1750928" y="1864861"/>
                    </a:lnTo>
                    <a:close/>
                    <a:moveTo>
                      <a:pt x="541037" y="1262432"/>
                    </a:moveTo>
                    <a:lnTo>
                      <a:pt x="470124" y="1821079"/>
                    </a:lnTo>
                    <a:lnTo>
                      <a:pt x="1744800" y="1821079"/>
                    </a:lnTo>
                    <a:lnTo>
                      <a:pt x="1673887" y="1262432"/>
                    </a:lnTo>
                    <a:close/>
                    <a:moveTo>
                      <a:pt x="617202" y="660003"/>
                    </a:moveTo>
                    <a:lnTo>
                      <a:pt x="546290" y="1219526"/>
                    </a:lnTo>
                    <a:lnTo>
                      <a:pt x="1668634" y="1219526"/>
                    </a:lnTo>
                    <a:lnTo>
                      <a:pt x="1597722" y="660003"/>
                    </a:lnTo>
                    <a:close/>
                    <a:moveTo>
                      <a:pt x="674983" y="202051"/>
                    </a:moveTo>
                    <a:lnTo>
                      <a:pt x="622455" y="617097"/>
                    </a:lnTo>
                    <a:lnTo>
                      <a:pt x="1592469" y="617097"/>
                    </a:lnTo>
                    <a:lnTo>
                      <a:pt x="1539941" y="202051"/>
                    </a:lnTo>
                    <a:close/>
                    <a:moveTo>
                      <a:pt x="501836" y="0"/>
                    </a:moveTo>
                    <a:lnTo>
                      <a:pt x="1705368" y="0"/>
                    </a:lnTo>
                    <a:lnTo>
                      <a:pt x="1705368" y="188285"/>
                    </a:lnTo>
                    <a:lnTo>
                      <a:pt x="1582267" y="188285"/>
                    </a:lnTo>
                    <a:lnTo>
                      <a:pt x="2214924" y="5178220"/>
                    </a:lnTo>
                    <a:lnTo>
                      <a:pt x="2171150" y="5183474"/>
                    </a:lnTo>
                    <a:lnTo>
                      <a:pt x="2055589" y="4272826"/>
                    </a:lnTo>
                    <a:lnTo>
                      <a:pt x="159335" y="4272826"/>
                    </a:lnTo>
                    <a:lnTo>
                      <a:pt x="43773" y="5183474"/>
                    </a:lnTo>
                    <a:lnTo>
                      <a:pt x="0" y="5178220"/>
                    </a:lnTo>
                    <a:lnTo>
                      <a:pt x="633527" y="188285"/>
                    </a:lnTo>
                    <a:lnTo>
                      <a:pt x="501836" y="18828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/>
            </p:spPr>
            <p:txBody>
              <a:bodyPr wrap="square" anchor="ctr">
                <a:noAutofit/>
              </a:bodyPr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52" name="Freeform 47">
                <a:extLst>
                  <a:ext uri="{FF2B5EF4-FFF2-40B4-BE49-F238E27FC236}">
                    <a16:creationId xmlns:a16="http://schemas.microsoft.com/office/drawing/2014/main" id="{E3277B31-94DC-4F63-B84D-92B57A292D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82704" y="5520195"/>
                <a:ext cx="200734" cy="289520"/>
              </a:xfrm>
              <a:custGeom>
                <a:avLst/>
                <a:gdLst>
                  <a:gd name="T0" fmla="*/ 229 w 230"/>
                  <a:gd name="T1" fmla="*/ 329 h 330"/>
                  <a:gd name="T2" fmla="*/ 32 w 230"/>
                  <a:gd name="T3" fmla="*/ 329 h 330"/>
                  <a:gd name="T4" fmla="*/ 0 w 230"/>
                  <a:gd name="T5" fmla="*/ 0 h 330"/>
                  <a:gd name="T6" fmla="*/ 198 w 230"/>
                  <a:gd name="T7" fmla="*/ 0 h 330"/>
                  <a:gd name="T8" fmla="*/ 229 w 230"/>
                  <a:gd name="T9" fmla="*/ 329 h 3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0" h="330">
                    <a:moveTo>
                      <a:pt x="229" y="329"/>
                    </a:moveTo>
                    <a:lnTo>
                      <a:pt x="32" y="329"/>
                    </a:lnTo>
                    <a:lnTo>
                      <a:pt x="0" y="0"/>
                    </a:lnTo>
                    <a:lnTo>
                      <a:pt x="198" y="0"/>
                    </a:lnTo>
                    <a:lnTo>
                      <a:pt x="229" y="329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53" name="Freeform 48">
                <a:extLst>
                  <a:ext uri="{FF2B5EF4-FFF2-40B4-BE49-F238E27FC236}">
                    <a16:creationId xmlns:a16="http://schemas.microsoft.com/office/drawing/2014/main" id="{3C8929D1-296D-4CF8-9D37-765D3457B4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82704" y="5520195"/>
                <a:ext cx="200734" cy="289520"/>
              </a:xfrm>
              <a:custGeom>
                <a:avLst/>
                <a:gdLst>
                  <a:gd name="T0" fmla="*/ 229 w 230"/>
                  <a:gd name="T1" fmla="*/ 329 h 330"/>
                  <a:gd name="T2" fmla="*/ 32 w 230"/>
                  <a:gd name="T3" fmla="*/ 329 h 330"/>
                  <a:gd name="T4" fmla="*/ 0 w 230"/>
                  <a:gd name="T5" fmla="*/ 0 h 330"/>
                  <a:gd name="T6" fmla="*/ 198 w 230"/>
                  <a:gd name="T7" fmla="*/ 0 h 330"/>
                  <a:gd name="T8" fmla="*/ 229 w 230"/>
                  <a:gd name="T9" fmla="*/ 329 h 3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30" h="330">
                    <a:moveTo>
                      <a:pt x="229" y="329"/>
                    </a:moveTo>
                    <a:lnTo>
                      <a:pt x="32" y="329"/>
                    </a:lnTo>
                    <a:lnTo>
                      <a:pt x="0" y="0"/>
                    </a:lnTo>
                    <a:lnTo>
                      <a:pt x="198" y="0"/>
                    </a:lnTo>
                    <a:lnTo>
                      <a:pt x="229" y="329"/>
                    </a:lnTo>
                  </a:path>
                </a:pathLst>
              </a:custGeom>
              <a:solidFill>
                <a:srgbClr val="C4C8CE">
                  <a:alpha val="50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54" name="Freeform 49">
                <a:extLst>
                  <a:ext uri="{FF2B5EF4-FFF2-40B4-BE49-F238E27FC236}">
                    <a16:creationId xmlns:a16="http://schemas.microsoft.com/office/drawing/2014/main" id="{B7B01C56-8F8C-4C7D-BE68-256A2B4C4F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3623" y="5508613"/>
                <a:ext cx="1154222" cy="652388"/>
              </a:xfrm>
              <a:custGeom>
                <a:avLst/>
                <a:gdLst>
                  <a:gd name="T0" fmla="*/ 1149 w 1317"/>
                  <a:gd name="T1" fmla="*/ 0 h 747"/>
                  <a:gd name="T2" fmla="*/ 1117 w 1317"/>
                  <a:gd name="T3" fmla="*/ 37 h 747"/>
                  <a:gd name="T4" fmla="*/ 710 w 1317"/>
                  <a:gd name="T5" fmla="*/ 491 h 747"/>
                  <a:gd name="T6" fmla="*/ 0 w 1317"/>
                  <a:gd name="T7" fmla="*/ 339 h 747"/>
                  <a:gd name="T8" fmla="*/ 217 w 1317"/>
                  <a:gd name="T9" fmla="*/ 722 h 747"/>
                  <a:gd name="T10" fmla="*/ 870 w 1317"/>
                  <a:gd name="T11" fmla="*/ 746 h 747"/>
                  <a:gd name="T12" fmla="*/ 1287 w 1317"/>
                  <a:gd name="T13" fmla="*/ 151 h 747"/>
                  <a:gd name="T14" fmla="*/ 1316 w 1317"/>
                  <a:gd name="T15" fmla="*/ 109 h 747"/>
                  <a:gd name="T16" fmla="*/ 1149 w 1317"/>
                  <a:gd name="T17" fmla="*/ 0 h 7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317" h="747">
                    <a:moveTo>
                      <a:pt x="1149" y="0"/>
                    </a:moveTo>
                    <a:lnTo>
                      <a:pt x="1117" y="37"/>
                    </a:lnTo>
                    <a:lnTo>
                      <a:pt x="710" y="491"/>
                    </a:lnTo>
                    <a:lnTo>
                      <a:pt x="0" y="339"/>
                    </a:lnTo>
                    <a:lnTo>
                      <a:pt x="217" y="722"/>
                    </a:lnTo>
                    <a:lnTo>
                      <a:pt x="870" y="746"/>
                    </a:lnTo>
                    <a:lnTo>
                      <a:pt x="1287" y="151"/>
                    </a:lnTo>
                    <a:lnTo>
                      <a:pt x="1316" y="109"/>
                    </a:lnTo>
                    <a:lnTo>
                      <a:pt x="1149" y="0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55" name="Freeform 50">
                <a:extLst>
                  <a:ext uri="{FF2B5EF4-FFF2-40B4-BE49-F238E27FC236}">
                    <a16:creationId xmlns:a16="http://schemas.microsoft.com/office/drawing/2014/main" id="{87465383-F264-4CCB-8F70-83BCC912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14134" y="5508613"/>
                <a:ext cx="173711" cy="131249"/>
              </a:xfrm>
              <a:custGeom>
                <a:avLst/>
                <a:gdLst>
                  <a:gd name="T0" fmla="*/ 199 w 200"/>
                  <a:gd name="T1" fmla="*/ 109 h 152"/>
                  <a:gd name="T2" fmla="*/ 32 w 200"/>
                  <a:gd name="T3" fmla="*/ 0 h 152"/>
                  <a:gd name="T4" fmla="*/ 0 w 200"/>
                  <a:gd name="T5" fmla="*/ 37 h 152"/>
                  <a:gd name="T6" fmla="*/ 170 w 200"/>
                  <a:gd name="T7" fmla="*/ 151 h 152"/>
                  <a:gd name="T8" fmla="*/ 199 w 200"/>
                  <a:gd name="T9" fmla="*/ 109 h 1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00" h="152">
                    <a:moveTo>
                      <a:pt x="199" y="109"/>
                    </a:moveTo>
                    <a:lnTo>
                      <a:pt x="32" y="0"/>
                    </a:lnTo>
                    <a:lnTo>
                      <a:pt x="0" y="37"/>
                    </a:lnTo>
                    <a:lnTo>
                      <a:pt x="170" y="151"/>
                    </a:lnTo>
                    <a:lnTo>
                      <a:pt x="199" y="109"/>
                    </a:lnTo>
                  </a:path>
                </a:pathLst>
              </a:custGeom>
              <a:solidFill>
                <a:srgbClr val="111340">
                  <a:alpha val="15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56" name="Freeform 51">
                <a:extLst>
                  <a:ext uri="{FF2B5EF4-FFF2-40B4-BE49-F238E27FC236}">
                    <a16:creationId xmlns:a16="http://schemas.microsoft.com/office/drawing/2014/main" id="{48D64D78-03AF-4E8F-AF1B-BE5BA28A2F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65794" y="5836737"/>
                <a:ext cx="362866" cy="941908"/>
              </a:xfrm>
              <a:custGeom>
                <a:avLst/>
                <a:gdLst>
                  <a:gd name="T0" fmla="*/ 241 w 414"/>
                  <a:gd name="T1" fmla="*/ 0 h 1077"/>
                  <a:gd name="T2" fmla="*/ 241 w 414"/>
                  <a:gd name="T3" fmla="*/ 0 h 1077"/>
                  <a:gd name="T4" fmla="*/ 26 w 414"/>
                  <a:gd name="T5" fmla="*/ 547 h 1077"/>
                  <a:gd name="T6" fmla="*/ 26 w 414"/>
                  <a:gd name="T7" fmla="*/ 547 h 1077"/>
                  <a:gd name="T8" fmla="*/ 413 w 414"/>
                  <a:gd name="T9" fmla="*/ 1076 h 1077"/>
                  <a:gd name="T10" fmla="*/ 241 w 414"/>
                  <a:gd name="T11" fmla="*/ 0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4" h="1077">
                    <a:moveTo>
                      <a:pt x="241" y="0"/>
                    </a:moveTo>
                    <a:lnTo>
                      <a:pt x="241" y="0"/>
                    </a:lnTo>
                    <a:cubicBezTo>
                      <a:pt x="241" y="0"/>
                      <a:pt x="77" y="130"/>
                      <a:pt x="26" y="547"/>
                    </a:cubicBezTo>
                    <a:lnTo>
                      <a:pt x="26" y="547"/>
                    </a:lnTo>
                    <a:cubicBezTo>
                      <a:pt x="0" y="749"/>
                      <a:pt x="413" y="1076"/>
                      <a:pt x="413" y="1076"/>
                    </a:cubicBezTo>
                    <a:lnTo>
                      <a:pt x="241" y="0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57" name="Freeform 52">
                <a:extLst>
                  <a:ext uri="{FF2B5EF4-FFF2-40B4-BE49-F238E27FC236}">
                    <a16:creationId xmlns:a16="http://schemas.microsoft.com/office/drawing/2014/main" id="{6658C3BB-A7E0-42F5-8BA0-D6156B51CC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65794" y="5836737"/>
                <a:ext cx="362866" cy="941908"/>
              </a:xfrm>
              <a:custGeom>
                <a:avLst/>
                <a:gdLst>
                  <a:gd name="T0" fmla="*/ 241 w 414"/>
                  <a:gd name="T1" fmla="*/ 0 h 1077"/>
                  <a:gd name="T2" fmla="*/ 241 w 414"/>
                  <a:gd name="T3" fmla="*/ 0 h 1077"/>
                  <a:gd name="T4" fmla="*/ 26 w 414"/>
                  <a:gd name="T5" fmla="*/ 547 h 1077"/>
                  <a:gd name="T6" fmla="*/ 26 w 414"/>
                  <a:gd name="T7" fmla="*/ 547 h 1077"/>
                  <a:gd name="T8" fmla="*/ 413 w 414"/>
                  <a:gd name="T9" fmla="*/ 1076 h 1077"/>
                  <a:gd name="T10" fmla="*/ 241 w 414"/>
                  <a:gd name="T11" fmla="*/ 0 h 10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14" h="1077">
                    <a:moveTo>
                      <a:pt x="241" y="0"/>
                    </a:moveTo>
                    <a:lnTo>
                      <a:pt x="241" y="0"/>
                    </a:lnTo>
                    <a:cubicBezTo>
                      <a:pt x="241" y="0"/>
                      <a:pt x="77" y="130"/>
                      <a:pt x="26" y="547"/>
                    </a:cubicBezTo>
                    <a:lnTo>
                      <a:pt x="26" y="547"/>
                    </a:lnTo>
                    <a:cubicBezTo>
                      <a:pt x="0" y="749"/>
                      <a:pt x="413" y="1076"/>
                      <a:pt x="413" y="1076"/>
                    </a:cubicBezTo>
                    <a:lnTo>
                      <a:pt x="241" y="0"/>
                    </a:lnTo>
                  </a:path>
                </a:pathLst>
              </a:custGeom>
              <a:solidFill>
                <a:srgbClr val="111340">
                  <a:alpha val="15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58" name="Freeform 53">
                <a:extLst>
                  <a:ext uri="{FF2B5EF4-FFF2-40B4-BE49-F238E27FC236}">
                    <a16:creationId xmlns:a16="http://schemas.microsoft.com/office/drawing/2014/main" id="{D6007358-8F4C-4844-9BBD-67D0F046B2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63404" y="5111005"/>
                <a:ext cx="409189" cy="571321"/>
              </a:xfrm>
              <a:custGeom>
                <a:avLst/>
                <a:gdLst>
                  <a:gd name="T0" fmla="*/ 419 w 467"/>
                  <a:gd name="T1" fmla="*/ 171 h 651"/>
                  <a:gd name="T2" fmla="*/ 419 w 467"/>
                  <a:gd name="T3" fmla="*/ 171 h 651"/>
                  <a:gd name="T4" fmla="*/ 384 w 467"/>
                  <a:gd name="T5" fmla="*/ 625 h 651"/>
                  <a:gd name="T6" fmla="*/ 384 w 467"/>
                  <a:gd name="T7" fmla="*/ 625 h 651"/>
                  <a:gd name="T8" fmla="*/ 15 w 467"/>
                  <a:gd name="T9" fmla="*/ 308 h 651"/>
                  <a:gd name="T10" fmla="*/ 15 w 467"/>
                  <a:gd name="T11" fmla="*/ 308 h 651"/>
                  <a:gd name="T12" fmla="*/ 148 w 467"/>
                  <a:gd name="T13" fmla="*/ 38 h 651"/>
                  <a:gd name="T14" fmla="*/ 148 w 467"/>
                  <a:gd name="T15" fmla="*/ 38 h 651"/>
                  <a:gd name="T16" fmla="*/ 419 w 467"/>
                  <a:gd name="T17" fmla="*/ 171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7" h="651">
                    <a:moveTo>
                      <a:pt x="419" y="171"/>
                    </a:moveTo>
                    <a:lnTo>
                      <a:pt x="419" y="171"/>
                    </a:lnTo>
                    <a:cubicBezTo>
                      <a:pt x="457" y="283"/>
                      <a:pt x="466" y="599"/>
                      <a:pt x="384" y="625"/>
                    </a:cubicBezTo>
                    <a:lnTo>
                      <a:pt x="384" y="625"/>
                    </a:lnTo>
                    <a:cubicBezTo>
                      <a:pt x="302" y="650"/>
                      <a:pt x="48" y="565"/>
                      <a:pt x="15" y="308"/>
                    </a:cubicBezTo>
                    <a:lnTo>
                      <a:pt x="15" y="308"/>
                    </a:lnTo>
                    <a:cubicBezTo>
                      <a:pt x="0" y="191"/>
                      <a:pt x="37" y="75"/>
                      <a:pt x="148" y="38"/>
                    </a:cubicBezTo>
                    <a:lnTo>
                      <a:pt x="148" y="38"/>
                    </a:lnTo>
                    <a:cubicBezTo>
                      <a:pt x="260" y="0"/>
                      <a:pt x="380" y="59"/>
                      <a:pt x="419" y="17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59" name="Freeform 54">
                <a:extLst>
                  <a:ext uri="{FF2B5EF4-FFF2-40B4-BE49-F238E27FC236}">
                    <a16:creationId xmlns:a16="http://schemas.microsoft.com/office/drawing/2014/main" id="{68A45F19-BB2E-4023-B1E5-23EFB7852A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63404" y="5111005"/>
                <a:ext cx="409189" cy="571321"/>
              </a:xfrm>
              <a:custGeom>
                <a:avLst/>
                <a:gdLst>
                  <a:gd name="T0" fmla="*/ 419 w 467"/>
                  <a:gd name="T1" fmla="*/ 171 h 651"/>
                  <a:gd name="T2" fmla="*/ 419 w 467"/>
                  <a:gd name="T3" fmla="*/ 171 h 651"/>
                  <a:gd name="T4" fmla="*/ 384 w 467"/>
                  <a:gd name="T5" fmla="*/ 625 h 651"/>
                  <a:gd name="T6" fmla="*/ 384 w 467"/>
                  <a:gd name="T7" fmla="*/ 625 h 651"/>
                  <a:gd name="T8" fmla="*/ 15 w 467"/>
                  <a:gd name="T9" fmla="*/ 308 h 651"/>
                  <a:gd name="T10" fmla="*/ 15 w 467"/>
                  <a:gd name="T11" fmla="*/ 308 h 651"/>
                  <a:gd name="T12" fmla="*/ 148 w 467"/>
                  <a:gd name="T13" fmla="*/ 38 h 651"/>
                  <a:gd name="T14" fmla="*/ 148 w 467"/>
                  <a:gd name="T15" fmla="*/ 38 h 651"/>
                  <a:gd name="T16" fmla="*/ 419 w 467"/>
                  <a:gd name="T17" fmla="*/ 171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7" h="651">
                    <a:moveTo>
                      <a:pt x="419" y="171"/>
                    </a:moveTo>
                    <a:lnTo>
                      <a:pt x="419" y="171"/>
                    </a:lnTo>
                    <a:cubicBezTo>
                      <a:pt x="457" y="283"/>
                      <a:pt x="466" y="599"/>
                      <a:pt x="384" y="625"/>
                    </a:cubicBezTo>
                    <a:lnTo>
                      <a:pt x="384" y="625"/>
                    </a:lnTo>
                    <a:cubicBezTo>
                      <a:pt x="302" y="650"/>
                      <a:pt x="48" y="565"/>
                      <a:pt x="15" y="308"/>
                    </a:cubicBezTo>
                    <a:lnTo>
                      <a:pt x="15" y="308"/>
                    </a:lnTo>
                    <a:cubicBezTo>
                      <a:pt x="0" y="191"/>
                      <a:pt x="37" y="75"/>
                      <a:pt x="148" y="38"/>
                    </a:cubicBezTo>
                    <a:lnTo>
                      <a:pt x="148" y="38"/>
                    </a:lnTo>
                    <a:cubicBezTo>
                      <a:pt x="260" y="0"/>
                      <a:pt x="380" y="59"/>
                      <a:pt x="419" y="171"/>
                    </a:cubicBezTo>
                  </a:path>
                </a:pathLst>
              </a:custGeom>
              <a:solidFill>
                <a:srgbClr val="C4C8CE">
                  <a:alpha val="15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60" name="Freeform 55">
                <a:extLst>
                  <a:ext uri="{FF2B5EF4-FFF2-40B4-BE49-F238E27FC236}">
                    <a16:creationId xmlns:a16="http://schemas.microsoft.com/office/drawing/2014/main" id="{6B13BFED-95FC-43E8-8728-F18E883EB8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51822" y="5751811"/>
                <a:ext cx="285660" cy="54044"/>
              </a:xfrm>
              <a:custGeom>
                <a:avLst/>
                <a:gdLst>
                  <a:gd name="T0" fmla="*/ 326 w 327"/>
                  <a:gd name="T1" fmla="*/ 61 h 62"/>
                  <a:gd name="T2" fmla="*/ 6 w 327"/>
                  <a:gd name="T3" fmla="*/ 61 h 62"/>
                  <a:gd name="T4" fmla="*/ 0 w 327"/>
                  <a:gd name="T5" fmla="*/ 0 h 62"/>
                  <a:gd name="T6" fmla="*/ 321 w 327"/>
                  <a:gd name="T7" fmla="*/ 0 h 62"/>
                  <a:gd name="T8" fmla="*/ 326 w 327"/>
                  <a:gd name="T9" fmla="*/ 61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7" h="62">
                    <a:moveTo>
                      <a:pt x="326" y="61"/>
                    </a:moveTo>
                    <a:lnTo>
                      <a:pt x="6" y="61"/>
                    </a:lnTo>
                    <a:lnTo>
                      <a:pt x="0" y="0"/>
                    </a:lnTo>
                    <a:lnTo>
                      <a:pt x="321" y="0"/>
                    </a:lnTo>
                    <a:lnTo>
                      <a:pt x="326" y="61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61" name="Freeform 56">
                <a:extLst>
                  <a:ext uri="{FF2B5EF4-FFF2-40B4-BE49-F238E27FC236}">
                    <a16:creationId xmlns:a16="http://schemas.microsoft.com/office/drawing/2014/main" id="{AC59D41B-9A92-4BA8-8354-F4F8213631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51822" y="5751811"/>
                <a:ext cx="285660" cy="54044"/>
              </a:xfrm>
              <a:custGeom>
                <a:avLst/>
                <a:gdLst>
                  <a:gd name="T0" fmla="*/ 326 w 327"/>
                  <a:gd name="T1" fmla="*/ 61 h 62"/>
                  <a:gd name="T2" fmla="*/ 6 w 327"/>
                  <a:gd name="T3" fmla="*/ 61 h 62"/>
                  <a:gd name="T4" fmla="*/ 0 w 327"/>
                  <a:gd name="T5" fmla="*/ 0 h 62"/>
                  <a:gd name="T6" fmla="*/ 321 w 327"/>
                  <a:gd name="T7" fmla="*/ 0 h 62"/>
                  <a:gd name="T8" fmla="*/ 326 w 327"/>
                  <a:gd name="T9" fmla="*/ 61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7" h="62">
                    <a:moveTo>
                      <a:pt x="326" y="61"/>
                    </a:moveTo>
                    <a:lnTo>
                      <a:pt x="6" y="61"/>
                    </a:lnTo>
                    <a:lnTo>
                      <a:pt x="0" y="0"/>
                    </a:lnTo>
                    <a:lnTo>
                      <a:pt x="321" y="0"/>
                    </a:lnTo>
                    <a:lnTo>
                      <a:pt x="326" y="61"/>
                    </a:lnTo>
                  </a:path>
                </a:pathLst>
              </a:custGeom>
              <a:solidFill>
                <a:srgbClr val="111340">
                  <a:alpha val="15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62" name="Freeform 57">
                <a:extLst>
                  <a:ext uri="{FF2B5EF4-FFF2-40B4-BE49-F238E27FC236}">
                    <a16:creationId xmlns:a16="http://schemas.microsoft.com/office/drawing/2014/main" id="{0709719D-6299-4A4D-B253-1C67CEC0F9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83619" y="5300158"/>
                <a:ext cx="316543" cy="297243"/>
              </a:xfrm>
              <a:custGeom>
                <a:avLst/>
                <a:gdLst>
                  <a:gd name="T0" fmla="*/ 89 w 362"/>
                  <a:gd name="T1" fmla="*/ 331 h 338"/>
                  <a:gd name="T2" fmla="*/ 89 w 362"/>
                  <a:gd name="T3" fmla="*/ 331 h 338"/>
                  <a:gd name="T4" fmla="*/ 195 w 362"/>
                  <a:gd name="T5" fmla="*/ 212 h 338"/>
                  <a:gd name="T6" fmla="*/ 195 w 362"/>
                  <a:gd name="T7" fmla="*/ 212 h 338"/>
                  <a:gd name="T8" fmla="*/ 312 w 362"/>
                  <a:gd name="T9" fmla="*/ 134 h 338"/>
                  <a:gd name="T10" fmla="*/ 312 w 362"/>
                  <a:gd name="T11" fmla="*/ 134 h 338"/>
                  <a:gd name="T12" fmla="*/ 292 w 362"/>
                  <a:gd name="T13" fmla="*/ 129 h 338"/>
                  <a:gd name="T14" fmla="*/ 292 w 362"/>
                  <a:gd name="T15" fmla="*/ 129 h 338"/>
                  <a:gd name="T16" fmla="*/ 341 w 362"/>
                  <a:gd name="T17" fmla="*/ 85 h 338"/>
                  <a:gd name="T18" fmla="*/ 341 w 362"/>
                  <a:gd name="T19" fmla="*/ 85 h 338"/>
                  <a:gd name="T20" fmla="*/ 310 w 362"/>
                  <a:gd name="T21" fmla="*/ 80 h 338"/>
                  <a:gd name="T22" fmla="*/ 310 w 362"/>
                  <a:gd name="T23" fmla="*/ 80 h 338"/>
                  <a:gd name="T24" fmla="*/ 355 w 362"/>
                  <a:gd name="T25" fmla="*/ 39 h 338"/>
                  <a:gd name="T26" fmla="*/ 355 w 362"/>
                  <a:gd name="T27" fmla="*/ 39 h 338"/>
                  <a:gd name="T28" fmla="*/ 302 w 362"/>
                  <a:gd name="T29" fmla="*/ 39 h 338"/>
                  <a:gd name="T30" fmla="*/ 302 w 362"/>
                  <a:gd name="T31" fmla="*/ 39 h 338"/>
                  <a:gd name="T32" fmla="*/ 305 w 362"/>
                  <a:gd name="T33" fmla="*/ 3 h 338"/>
                  <a:gd name="T34" fmla="*/ 305 w 362"/>
                  <a:gd name="T35" fmla="*/ 3 h 338"/>
                  <a:gd name="T36" fmla="*/ 90 w 362"/>
                  <a:gd name="T37" fmla="*/ 74 h 338"/>
                  <a:gd name="T38" fmla="*/ 0 w 362"/>
                  <a:gd name="T39" fmla="*/ 270 h 338"/>
                  <a:gd name="T40" fmla="*/ 89 w 362"/>
                  <a:gd name="T41" fmla="*/ 331 h 3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62" h="338">
                    <a:moveTo>
                      <a:pt x="89" y="331"/>
                    </a:moveTo>
                    <a:lnTo>
                      <a:pt x="89" y="331"/>
                    </a:lnTo>
                    <a:cubicBezTo>
                      <a:pt x="89" y="331"/>
                      <a:pt x="194" y="337"/>
                      <a:pt x="195" y="212"/>
                    </a:cubicBezTo>
                    <a:lnTo>
                      <a:pt x="195" y="212"/>
                    </a:lnTo>
                    <a:cubicBezTo>
                      <a:pt x="195" y="212"/>
                      <a:pt x="305" y="173"/>
                      <a:pt x="312" y="134"/>
                    </a:cubicBezTo>
                    <a:lnTo>
                      <a:pt x="312" y="134"/>
                    </a:lnTo>
                    <a:cubicBezTo>
                      <a:pt x="313" y="128"/>
                      <a:pt x="292" y="129"/>
                      <a:pt x="292" y="129"/>
                    </a:cubicBezTo>
                    <a:lnTo>
                      <a:pt x="292" y="129"/>
                    </a:lnTo>
                    <a:cubicBezTo>
                      <a:pt x="292" y="129"/>
                      <a:pt x="343" y="113"/>
                      <a:pt x="341" y="85"/>
                    </a:cubicBezTo>
                    <a:lnTo>
                      <a:pt x="341" y="85"/>
                    </a:lnTo>
                    <a:cubicBezTo>
                      <a:pt x="341" y="78"/>
                      <a:pt x="310" y="80"/>
                      <a:pt x="310" y="80"/>
                    </a:cubicBezTo>
                    <a:lnTo>
                      <a:pt x="310" y="80"/>
                    </a:lnTo>
                    <a:cubicBezTo>
                      <a:pt x="310" y="80"/>
                      <a:pt x="348" y="59"/>
                      <a:pt x="355" y="39"/>
                    </a:cubicBezTo>
                    <a:lnTo>
                      <a:pt x="355" y="39"/>
                    </a:lnTo>
                    <a:cubicBezTo>
                      <a:pt x="361" y="23"/>
                      <a:pt x="302" y="39"/>
                      <a:pt x="302" y="39"/>
                    </a:cubicBezTo>
                    <a:lnTo>
                      <a:pt x="302" y="39"/>
                    </a:lnTo>
                    <a:cubicBezTo>
                      <a:pt x="302" y="39"/>
                      <a:pt x="320" y="6"/>
                      <a:pt x="305" y="3"/>
                    </a:cubicBezTo>
                    <a:lnTo>
                      <a:pt x="305" y="3"/>
                    </a:lnTo>
                    <a:cubicBezTo>
                      <a:pt x="289" y="0"/>
                      <a:pt x="90" y="74"/>
                      <a:pt x="90" y="74"/>
                    </a:cubicBezTo>
                    <a:lnTo>
                      <a:pt x="0" y="270"/>
                    </a:lnTo>
                    <a:lnTo>
                      <a:pt x="89" y="331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63" name="Freeform 58">
                <a:extLst>
                  <a:ext uri="{FF2B5EF4-FFF2-40B4-BE49-F238E27FC236}">
                    <a16:creationId xmlns:a16="http://schemas.microsoft.com/office/drawing/2014/main" id="{D49833C8-47F8-4733-8AE8-FA9205609E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83619" y="5300158"/>
                <a:ext cx="316543" cy="297243"/>
              </a:xfrm>
              <a:custGeom>
                <a:avLst/>
                <a:gdLst>
                  <a:gd name="T0" fmla="*/ 89 w 362"/>
                  <a:gd name="T1" fmla="*/ 331 h 338"/>
                  <a:gd name="T2" fmla="*/ 89 w 362"/>
                  <a:gd name="T3" fmla="*/ 331 h 338"/>
                  <a:gd name="T4" fmla="*/ 195 w 362"/>
                  <a:gd name="T5" fmla="*/ 212 h 338"/>
                  <a:gd name="T6" fmla="*/ 195 w 362"/>
                  <a:gd name="T7" fmla="*/ 212 h 338"/>
                  <a:gd name="T8" fmla="*/ 312 w 362"/>
                  <a:gd name="T9" fmla="*/ 134 h 338"/>
                  <a:gd name="T10" fmla="*/ 312 w 362"/>
                  <a:gd name="T11" fmla="*/ 134 h 338"/>
                  <a:gd name="T12" fmla="*/ 292 w 362"/>
                  <a:gd name="T13" fmla="*/ 129 h 338"/>
                  <a:gd name="T14" fmla="*/ 292 w 362"/>
                  <a:gd name="T15" fmla="*/ 129 h 338"/>
                  <a:gd name="T16" fmla="*/ 341 w 362"/>
                  <a:gd name="T17" fmla="*/ 85 h 338"/>
                  <a:gd name="T18" fmla="*/ 341 w 362"/>
                  <a:gd name="T19" fmla="*/ 85 h 338"/>
                  <a:gd name="T20" fmla="*/ 310 w 362"/>
                  <a:gd name="T21" fmla="*/ 80 h 338"/>
                  <a:gd name="T22" fmla="*/ 310 w 362"/>
                  <a:gd name="T23" fmla="*/ 80 h 338"/>
                  <a:gd name="T24" fmla="*/ 355 w 362"/>
                  <a:gd name="T25" fmla="*/ 39 h 338"/>
                  <a:gd name="T26" fmla="*/ 355 w 362"/>
                  <a:gd name="T27" fmla="*/ 39 h 338"/>
                  <a:gd name="T28" fmla="*/ 302 w 362"/>
                  <a:gd name="T29" fmla="*/ 39 h 338"/>
                  <a:gd name="T30" fmla="*/ 302 w 362"/>
                  <a:gd name="T31" fmla="*/ 39 h 338"/>
                  <a:gd name="T32" fmla="*/ 305 w 362"/>
                  <a:gd name="T33" fmla="*/ 3 h 338"/>
                  <a:gd name="T34" fmla="*/ 305 w 362"/>
                  <a:gd name="T35" fmla="*/ 3 h 338"/>
                  <a:gd name="T36" fmla="*/ 90 w 362"/>
                  <a:gd name="T37" fmla="*/ 74 h 338"/>
                  <a:gd name="T38" fmla="*/ 0 w 362"/>
                  <a:gd name="T39" fmla="*/ 270 h 338"/>
                  <a:gd name="T40" fmla="*/ 89 w 362"/>
                  <a:gd name="T41" fmla="*/ 331 h 3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362" h="338">
                    <a:moveTo>
                      <a:pt x="89" y="331"/>
                    </a:moveTo>
                    <a:lnTo>
                      <a:pt x="89" y="331"/>
                    </a:lnTo>
                    <a:cubicBezTo>
                      <a:pt x="89" y="331"/>
                      <a:pt x="194" y="337"/>
                      <a:pt x="195" y="212"/>
                    </a:cubicBezTo>
                    <a:lnTo>
                      <a:pt x="195" y="212"/>
                    </a:lnTo>
                    <a:cubicBezTo>
                      <a:pt x="195" y="212"/>
                      <a:pt x="305" y="173"/>
                      <a:pt x="312" y="134"/>
                    </a:cubicBezTo>
                    <a:lnTo>
                      <a:pt x="312" y="134"/>
                    </a:lnTo>
                    <a:cubicBezTo>
                      <a:pt x="313" y="128"/>
                      <a:pt x="292" y="129"/>
                      <a:pt x="292" y="129"/>
                    </a:cubicBezTo>
                    <a:lnTo>
                      <a:pt x="292" y="129"/>
                    </a:lnTo>
                    <a:cubicBezTo>
                      <a:pt x="292" y="129"/>
                      <a:pt x="343" y="113"/>
                      <a:pt x="341" y="85"/>
                    </a:cubicBezTo>
                    <a:lnTo>
                      <a:pt x="341" y="85"/>
                    </a:lnTo>
                    <a:cubicBezTo>
                      <a:pt x="341" y="78"/>
                      <a:pt x="310" y="80"/>
                      <a:pt x="310" y="80"/>
                    </a:cubicBezTo>
                    <a:lnTo>
                      <a:pt x="310" y="80"/>
                    </a:lnTo>
                    <a:cubicBezTo>
                      <a:pt x="310" y="80"/>
                      <a:pt x="348" y="59"/>
                      <a:pt x="355" y="39"/>
                    </a:cubicBezTo>
                    <a:lnTo>
                      <a:pt x="355" y="39"/>
                    </a:lnTo>
                    <a:cubicBezTo>
                      <a:pt x="361" y="23"/>
                      <a:pt x="302" y="39"/>
                      <a:pt x="302" y="39"/>
                    </a:cubicBezTo>
                    <a:lnTo>
                      <a:pt x="302" y="39"/>
                    </a:lnTo>
                    <a:cubicBezTo>
                      <a:pt x="302" y="39"/>
                      <a:pt x="320" y="6"/>
                      <a:pt x="305" y="3"/>
                    </a:cubicBezTo>
                    <a:lnTo>
                      <a:pt x="305" y="3"/>
                    </a:lnTo>
                    <a:cubicBezTo>
                      <a:pt x="289" y="0"/>
                      <a:pt x="90" y="74"/>
                      <a:pt x="90" y="74"/>
                    </a:cubicBezTo>
                    <a:lnTo>
                      <a:pt x="0" y="270"/>
                    </a:lnTo>
                    <a:lnTo>
                      <a:pt x="89" y="331"/>
                    </a:lnTo>
                  </a:path>
                </a:pathLst>
              </a:custGeom>
              <a:solidFill>
                <a:srgbClr val="C4C8CE">
                  <a:alpha val="15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EDDB8759-CE17-4117-ABC3-69825DD4B3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9495" y="5805854"/>
                <a:ext cx="789910" cy="1191950"/>
              </a:xfrm>
              <a:custGeom>
                <a:avLst/>
                <a:gdLst>
                  <a:gd name="connsiteX0" fmla="*/ 158806 w 789910"/>
                  <a:gd name="connsiteY0" fmla="*/ 0 h 1191950"/>
                  <a:gd name="connsiteX1" fmla="*/ 526409 w 789910"/>
                  <a:gd name="connsiteY1" fmla="*/ 0 h 1191950"/>
                  <a:gd name="connsiteX2" fmla="*/ 789887 w 789910"/>
                  <a:gd name="connsiteY2" fmla="*/ 574465 h 1191950"/>
                  <a:gd name="connsiteX3" fmla="*/ 789701 w 789910"/>
                  <a:gd name="connsiteY3" fmla="*/ 576463 h 1191950"/>
                  <a:gd name="connsiteX4" fmla="*/ 789887 w 789910"/>
                  <a:gd name="connsiteY4" fmla="*/ 578325 h 1191950"/>
                  <a:gd name="connsiteX5" fmla="*/ 773817 w 789910"/>
                  <a:gd name="connsiteY5" fmla="*/ 646899 h 1191950"/>
                  <a:gd name="connsiteX6" fmla="*/ 650113 w 789910"/>
                  <a:gd name="connsiteY6" fmla="*/ 687143 h 1191950"/>
                  <a:gd name="connsiteX7" fmla="*/ 624671 w 789910"/>
                  <a:gd name="connsiteY7" fmla="*/ 804377 h 1191950"/>
                  <a:gd name="connsiteX8" fmla="*/ 614461 w 789910"/>
                  <a:gd name="connsiteY8" fmla="*/ 902865 h 1191950"/>
                  <a:gd name="connsiteX9" fmla="*/ 625548 w 789910"/>
                  <a:gd name="connsiteY9" fmla="*/ 1000866 h 1191950"/>
                  <a:gd name="connsiteX10" fmla="*/ 665905 w 789910"/>
                  <a:gd name="connsiteY10" fmla="*/ 1188090 h 1191950"/>
                  <a:gd name="connsiteX11" fmla="*/ 665058 w 789910"/>
                  <a:gd name="connsiteY11" fmla="*/ 1188020 h 1191950"/>
                  <a:gd name="connsiteX12" fmla="*/ 665905 w 789910"/>
                  <a:gd name="connsiteY12" fmla="*/ 1191950 h 1191950"/>
                  <a:gd name="connsiteX13" fmla="*/ 44753 w 789910"/>
                  <a:gd name="connsiteY13" fmla="*/ 1140332 h 1191950"/>
                  <a:gd name="connsiteX14" fmla="*/ 46384 w 789910"/>
                  <a:gd name="connsiteY14" fmla="*/ 1136608 h 1191950"/>
                  <a:gd name="connsiteX15" fmla="*/ 44753 w 789910"/>
                  <a:gd name="connsiteY15" fmla="*/ 1136472 h 1191950"/>
                  <a:gd name="connsiteX16" fmla="*/ 111430 w 789910"/>
                  <a:gd name="connsiteY16" fmla="*/ 984243 h 1191950"/>
                  <a:gd name="connsiteX17" fmla="*/ 127575 w 789910"/>
                  <a:gd name="connsiteY17" fmla="*/ 922869 h 1191950"/>
                  <a:gd name="connsiteX18" fmla="*/ 123713 w 789910"/>
                  <a:gd name="connsiteY18" fmla="*/ 861245 h 1191950"/>
                  <a:gd name="connsiteX19" fmla="*/ 40366 w 789910"/>
                  <a:gd name="connsiteY19" fmla="*/ 478046 h 1191950"/>
                  <a:gd name="connsiteX20" fmla="*/ 8 w 789910"/>
                  <a:gd name="connsiteY20" fmla="*/ 164839 h 1191950"/>
                  <a:gd name="connsiteX21" fmla="*/ 166 w 789910"/>
                  <a:gd name="connsiteY21" fmla="*/ 164027 h 1191950"/>
                  <a:gd name="connsiteX22" fmla="*/ 8 w 789910"/>
                  <a:gd name="connsiteY22" fmla="*/ 160979 h 1191950"/>
                  <a:gd name="connsiteX23" fmla="*/ 158806 w 789910"/>
                  <a:gd name="connsiteY23" fmla="*/ 0 h 1191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89910" h="1191950">
                    <a:moveTo>
                      <a:pt x="158806" y="0"/>
                    </a:moveTo>
                    <a:lnTo>
                      <a:pt x="526409" y="0"/>
                    </a:lnTo>
                    <a:cubicBezTo>
                      <a:pt x="526409" y="0"/>
                      <a:pt x="787032" y="383144"/>
                      <a:pt x="789887" y="574465"/>
                    </a:cubicBezTo>
                    <a:lnTo>
                      <a:pt x="789701" y="576463"/>
                    </a:lnTo>
                    <a:lnTo>
                      <a:pt x="789887" y="578325"/>
                    </a:lnTo>
                    <a:cubicBezTo>
                      <a:pt x="790295" y="605656"/>
                      <a:pt x="785442" y="629073"/>
                      <a:pt x="773817" y="646899"/>
                    </a:cubicBezTo>
                    <a:cubicBezTo>
                      <a:pt x="735215" y="704641"/>
                      <a:pt x="650113" y="687143"/>
                      <a:pt x="650113" y="687143"/>
                    </a:cubicBezTo>
                    <a:lnTo>
                      <a:pt x="624671" y="804377"/>
                    </a:lnTo>
                    <a:lnTo>
                      <a:pt x="614461" y="902865"/>
                    </a:lnTo>
                    <a:lnTo>
                      <a:pt x="625548" y="1000866"/>
                    </a:lnTo>
                    <a:lnTo>
                      <a:pt x="665905" y="1188090"/>
                    </a:lnTo>
                    <a:lnTo>
                      <a:pt x="665058" y="1188020"/>
                    </a:lnTo>
                    <a:lnTo>
                      <a:pt x="665905" y="1191950"/>
                    </a:lnTo>
                    <a:lnTo>
                      <a:pt x="44753" y="1140332"/>
                    </a:lnTo>
                    <a:lnTo>
                      <a:pt x="46384" y="1136608"/>
                    </a:lnTo>
                    <a:lnTo>
                      <a:pt x="44753" y="1136472"/>
                    </a:lnTo>
                    <a:lnTo>
                      <a:pt x="111430" y="984243"/>
                    </a:lnTo>
                    <a:lnTo>
                      <a:pt x="127575" y="922869"/>
                    </a:lnTo>
                    <a:lnTo>
                      <a:pt x="123713" y="861245"/>
                    </a:lnTo>
                    <a:cubicBezTo>
                      <a:pt x="101779" y="766758"/>
                      <a:pt x="62299" y="589156"/>
                      <a:pt x="40366" y="478046"/>
                    </a:cubicBezTo>
                    <a:cubicBezTo>
                      <a:pt x="5272" y="289072"/>
                      <a:pt x="8" y="164839"/>
                      <a:pt x="8" y="164839"/>
                    </a:cubicBezTo>
                    <a:lnTo>
                      <a:pt x="166" y="164027"/>
                    </a:lnTo>
                    <a:lnTo>
                      <a:pt x="8" y="160979"/>
                    </a:lnTo>
                    <a:cubicBezTo>
                      <a:pt x="-869" y="72615"/>
                      <a:pt x="71073" y="0"/>
                      <a:pt x="15880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square" anchor="ctr">
                <a:noAutofit/>
              </a:bodyPr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65" name="Freeform 60">
                <a:extLst>
                  <a:ext uri="{FF2B5EF4-FFF2-40B4-BE49-F238E27FC236}">
                    <a16:creationId xmlns:a16="http://schemas.microsoft.com/office/drawing/2014/main" id="{E8675876-8623-45B5-97A4-BA54F9F072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3515" y="4879389"/>
                <a:ext cx="764335" cy="1636757"/>
              </a:xfrm>
              <a:custGeom>
                <a:avLst/>
                <a:gdLst>
                  <a:gd name="T0" fmla="*/ 873 w 874"/>
                  <a:gd name="T1" fmla="*/ 381 h 1870"/>
                  <a:gd name="T2" fmla="*/ 873 w 874"/>
                  <a:gd name="T3" fmla="*/ 381 h 1870"/>
                  <a:gd name="T4" fmla="*/ 666 w 874"/>
                  <a:gd name="T5" fmla="*/ 594 h 1870"/>
                  <a:gd name="T6" fmla="*/ 666 w 874"/>
                  <a:gd name="T7" fmla="*/ 594 h 1870"/>
                  <a:gd name="T8" fmla="*/ 579 w 874"/>
                  <a:gd name="T9" fmla="*/ 545 h 1870"/>
                  <a:gd name="T10" fmla="*/ 579 w 874"/>
                  <a:gd name="T11" fmla="*/ 545 h 1870"/>
                  <a:gd name="T12" fmla="*/ 621 w 874"/>
                  <a:gd name="T13" fmla="*/ 638 h 1870"/>
                  <a:gd name="T14" fmla="*/ 621 w 874"/>
                  <a:gd name="T15" fmla="*/ 638 h 1870"/>
                  <a:gd name="T16" fmla="*/ 569 w 874"/>
                  <a:gd name="T17" fmla="*/ 1046 h 1870"/>
                  <a:gd name="T18" fmla="*/ 569 w 874"/>
                  <a:gd name="T19" fmla="*/ 1046 h 1870"/>
                  <a:gd name="T20" fmla="*/ 584 w 874"/>
                  <a:gd name="T21" fmla="*/ 1760 h 1870"/>
                  <a:gd name="T22" fmla="*/ 584 w 874"/>
                  <a:gd name="T23" fmla="*/ 1760 h 1870"/>
                  <a:gd name="T24" fmla="*/ 326 w 874"/>
                  <a:gd name="T25" fmla="*/ 313 h 1870"/>
                  <a:gd name="T26" fmla="*/ 326 w 874"/>
                  <a:gd name="T27" fmla="*/ 313 h 1870"/>
                  <a:gd name="T28" fmla="*/ 873 w 874"/>
                  <a:gd name="T29" fmla="*/ 381 h 18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74" h="1870">
                    <a:moveTo>
                      <a:pt x="873" y="381"/>
                    </a:moveTo>
                    <a:lnTo>
                      <a:pt x="873" y="381"/>
                    </a:lnTo>
                    <a:cubicBezTo>
                      <a:pt x="873" y="381"/>
                      <a:pt x="838" y="509"/>
                      <a:pt x="666" y="594"/>
                    </a:cubicBezTo>
                    <a:lnTo>
                      <a:pt x="666" y="594"/>
                    </a:lnTo>
                    <a:cubicBezTo>
                      <a:pt x="666" y="594"/>
                      <a:pt x="606" y="499"/>
                      <a:pt x="579" y="545"/>
                    </a:cubicBezTo>
                    <a:lnTo>
                      <a:pt x="579" y="545"/>
                    </a:lnTo>
                    <a:cubicBezTo>
                      <a:pt x="552" y="591"/>
                      <a:pt x="543" y="647"/>
                      <a:pt x="621" y="638"/>
                    </a:cubicBezTo>
                    <a:lnTo>
                      <a:pt x="621" y="638"/>
                    </a:lnTo>
                    <a:cubicBezTo>
                      <a:pt x="621" y="638"/>
                      <a:pt x="687" y="819"/>
                      <a:pt x="569" y="1046"/>
                    </a:cubicBezTo>
                    <a:lnTo>
                      <a:pt x="569" y="1046"/>
                    </a:lnTo>
                    <a:cubicBezTo>
                      <a:pt x="478" y="1221"/>
                      <a:pt x="775" y="1697"/>
                      <a:pt x="584" y="1760"/>
                    </a:cubicBezTo>
                    <a:lnTo>
                      <a:pt x="584" y="1760"/>
                    </a:lnTo>
                    <a:cubicBezTo>
                      <a:pt x="256" y="1869"/>
                      <a:pt x="0" y="589"/>
                      <a:pt x="326" y="313"/>
                    </a:cubicBezTo>
                    <a:lnTo>
                      <a:pt x="326" y="313"/>
                    </a:lnTo>
                    <a:cubicBezTo>
                      <a:pt x="696" y="0"/>
                      <a:pt x="873" y="381"/>
                      <a:pt x="873" y="381"/>
                    </a:cubicBezTo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66" name="Freeform 61">
                <a:extLst>
                  <a:ext uri="{FF2B5EF4-FFF2-40B4-BE49-F238E27FC236}">
                    <a16:creationId xmlns:a16="http://schemas.microsoft.com/office/drawing/2014/main" id="{EE41E309-CBF0-4061-9B9E-A3627BCB4A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6014" y="9202899"/>
                <a:ext cx="478674" cy="235476"/>
              </a:xfrm>
              <a:custGeom>
                <a:avLst/>
                <a:gdLst>
                  <a:gd name="T0" fmla="*/ 430 w 547"/>
                  <a:gd name="T1" fmla="*/ 130 h 271"/>
                  <a:gd name="T2" fmla="*/ 430 w 547"/>
                  <a:gd name="T3" fmla="*/ 130 h 271"/>
                  <a:gd name="T4" fmla="*/ 195 w 547"/>
                  <a:gd name="T5" fmla="*/ 64 h 271"/>
                  <a:gd name="T6" fmla="*/ 193 w 547"/>
                  <a:gd name="T7" fmla="*/ 0 h 271"/>
                  <a:gd name="T8" fmla="*/ 20 w 547"/>
                  <a:gd name="T9" fmla="*/ 3 h 271"/>
                  <a:gd name="T10" fmla="*/ 20 w 547"/>
                  <a:gd name="T11" fmla="*/ 73 h 271"/>
                  <a:gd name="T12" fmla="*/ 20 w 547"/>
                  <a:gd name="T13" fmla="*/ 73 h 271"/>
                  <a:gd name="T14" fmla="*/ 1 w 547"/>
                  <a:gd name="T15" fmla="*/ 173 h 271"/>
                  <a:gd name="T16" fmla="*/ 1 w 547"/>
                  <a:gd name="T17" fmla="*/ 173 h 271"/>
                  <a:gd name="T18" fmla="*/ 20 w 547"/>
                  <a:gd name="T19" fmla="*/ 270 h 271"/>
                  <a:gd name="T20" fmla="*/ 532 w 547"/>
                  <a:gd name="T21" fmla="*/ 270 h 271"/>
                  <a:gd name="T22" fmla="*/ 532 w 547"/>
                  <a:gd name="T23" fmla="*/ 270 h 271"/>
                  <a:gd name="T24" fmla="*/ 430 w 547"/>
                  <a:gd name="T25" fmla="*/ 130 h 2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47" h="271">
                    <a:moveTo>
                      <a:pt x="430" y="130"/>
                    </a:moveTo>
                    <a:lnTo>
                      <a:pt x="430" y="130"/>
                    </a:lnTo>
                    <a:cubicBezTo>
                      <a:pt x="367" y="107"/>
                      <a:pt x="195" y="64"/>
                      <a:pt x="195" y="64"/>
                    </a:cubicBezTo>
                    <a:lnTo>
                      <a:pt x="193" y="0"/>
                    </a:lnTo>
                    <a:lnTo>
                      <a:pt x="20" y="3"/>
                    </a:lnTo>
                    <a:lnTo>
                      <a:pt x="20" y="73"/>
                    </a:lnTo>
                    <a:lnTo>
                      <a:pt x="20" y="73"/>
                    </a:lnTo>
                    <a:cubicBezTo>
                      <a:pt x="20" y="73"/>
                      <a:pt x="1" y="128"/>
                      <a:pt x="1" y="173"/>
                    </a:cubicBezTo>
                    <a:lnTo>
                      <a:pt x="1" y="173"/>
                    </a:lnTo>
                    <a:cubicBezTo>
                      <a:pt x="0" y="224"/>
                      <a:pt x="20" y="270"/>
                      <a:pt x="20" y="270"/>
                    </a:cubicBezTo>
                    <a:lnTo>
                      <a:pt x="532" y="270"/>
                    </a:lnTo>
                    <a:lnTo>
                      <a:pt x="532" y="270"/>
                    </a:lnTo>
                    <a:cubicBezTo>
                      <a:pt x="532" y="270"/>
                      <a:pt x="546" y="173"/>
                      <a:pt x="430" y="130"/>
                    </a:cubicBezTo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A195336E-177C-43A1-9F6B-2A5A243889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73695" y="9098670"/>
                <a:ext cx="520259" cy="346552"/>
              </a:xfrm>
              <a:custGeom>
                <a:avLst/>
                <a:gdLst>
                  <a:gd name="connsiteX0" fmla="*/ 157920 w 520259"/>
                  <a:gd name="connsiteY0" fmla="*/ 0 h 346552"/>
                  <a:gd name="connsiteX1" fmla="*/ 157920 w 520259"/>
                  <a:gd name="connsiteY1" fmla="*/ 0 h 346552"/>
                  <a:gd name="connsiteX2" fmla="*/ 157921 w 520259"/>
                  <a:gd name="connsiteY2" fmla="*/ 0 h 346552"/>
                  <a:gd name="connsiteX3" fmla="*/ 192137 w 520259"/>
                  <a:gd name="connsiteY3" fmla="*/ 76261 h 346552"/>
                  <a:gd name="connsiteX4" fmla="*/ 191936 w 520259"/>
                  <a:gd name="connsiteY4" fmla="*/ 76322 h 346552"/>
                  <a:gd name="connsiteX5" fmla="*/ 207490 w 520259"/>
                  <a:gd name="connsiteY5" fmla="*/ 103660 h 346552"/>
                  <a:gd name="connsiteX6" fmla="*/ 364971 w 520259"/>
                  <a:gd name="connsiteY6" fmla="*/ 224342 h 346552"/>
                  <a:gd name="connsiteX7" fmla="*/ 520259 w 520259"/>
                  <a:gd name="connsiteY7" fmla="*/ 346552 h 346552"/>
                  <a:gd name="connsiteX8" fmla="*/ 307944 w 520259"/>
                  <a:gd name="connsiteY8" fmla="*/ 346552 h 346552"/>
                  <a:gd name="connsiteX9" fmla="*/ 160552 w 520259"/>
                  <a:gd name="connsiteY9" fmla="*/ 346552 h 346552"/>
                  <a:gd name="connsiteX10" fmla="*/ 18424 w 520259"/>
                  <a:gd name="connsiteY10" fmla="*/ 200773 h 346552"/>
                  <a:gd name="connsiteX11" fmla="*/ 27198 w 520259"/>
                  <a:gd name="connsiteY11" fmla="*/ 130939 h 346552"/>
                  <a:gd name="connsiteX12" fmla="*/ 0 w 520259"/>
                  <a:gd name="connsiteY12" fmla="*/ 48011 h 346552"/>
                  <a:gd name="connsiteX13" fmla="*/ 106 w 520259"/>
                  <a:gd name="connsiteY13" fmla="*/ 47979 h 346552"/>
                  <a:gd name="connsiteX14" fmla="*/ 0 w 520259"/>
                  <a:gd name="connsiteY14" fmla="*/ 47663 h 346552"/>
                  <a:gd name="connsiteX15" fmla="*/ 157851 w 520259"/>
                  <a:gd name="connsiteY15" fmla="*/ 21 h 3465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520259" h="346552">
                    <a:moveTo>
                      <a:pt x="157920" y="0"/>
                    </a:moveTo>
                    <a:lnTo>
                      <a:pt x="157920" y="0"/>
                    </a:lnTo>
                    <a:lnTo>
                      <a:pt x="157921" y="0"/>
                    </a:lnTo>
                    <a:cubicBezTo>
                      <a:pt x="157921" y="0"/>
                      <a:pt x="169326" y="34664"/>
                      <a:pt x="192137" y="76261"/>
                    </a:cubicBezTo>
                    <a:lnTo>
                      <a:pt x="191936" y="76322"/>
                    </a:lnTo>
                    <a:lnTo>
                      <a:pt x="207490" y="103660"/>
                    </a:lnTo>
                    <a:cubicBezTo>
                      <a:pt x="241267" y="156909"/>
                      <a:pt x="293030" y="212994"/>
                      <a:pt x="364971" y="224342"/>
                    </a:cubicBezTo>
                    <a:cubicBezTo>
                      <a:pt x="504467" y="247038"/>
                      <a:pt x="520259" y="346552"/>
                      <a:pt x="520259" y="346552"/>
                    </a:cubicBezTo>
                    <a:lnTo>
                      <a:pt x="307944" y="346552"/>
                    </a:lnTo>
                    <a:lnTo>
                      <a:pt x="160552" y="346552"/>
                    </a:lnTo>
                    <a:lnTo>
                      <a:pt x="18424" y="200773"/>
                    </a:lnTo>
                    <a:lnTo>
                      <a:pt x="27198" y="130939"/>
                    </a:lnTo>
                    <a:lnTo>
                      <a:pt x="0" y="48011"/>
                    </a:lnTo>
                    <a:lnTo>
                      <a:pt x="106" y="47979"/>
                    </a:lnTo>
                    <a:lnTo>
                      <a:pt x="0" y="47663"/>
                    </a:lnTo>
                    <a:lnTo>
                      <a:pt x="157851" y="21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</p:spPr>
            <p:txBody>
              <a:bodyPr wrap="square" anchor="ctr">
                <a:noAutofit/>
              </a:bodyPr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CE5B12A2-674D-4323-8928-859B407A99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5311" y="6944636"/>
                <a:ext cx="1192803" cy="2288270"/>
              </a:xfrm>
              <a:custGeom>
                <a:avLst/>
                <a:gdLst>
                  <a:gd name="connsiteX0" fmla="*/ 89699 w 1192803"/>
                  <a:gd name="connsiteY0" fmla="*/ 0 h 2288270"/>
                  <a:gd name="connsiteX1" fmla="*/ 212136 w 1192803"/>
                  <a:gd name="connsiteY1" fmla="*/ 9888 h 2288270"/>
                  <a:gd name="connsiteX2" fmla="*/ 212669 w 1192803"/>
                  <a:gd name="connsiteY2" fmla="*/ 7720 h 2288270"/>
                  <a:gd name="connsiteX3" fmla="*/ 710612 w 1192803"/>
                  <a:gd name="connsiteY3" fmla="*/ 49753 h 2288270"/>
                  <a:gd name="connsiteX4" fmla="*/ 1030031 w 1192803"/>
                  <a:gd name="connsiteY4" fmla="*/ 1203903 h 2288270"/>
                  <a:gd name="connsiteX5" fmla="*/ 1192803 w 1192803"/>
                  <a:gd name="connsiteY5" fmla="*/ 2177662 h 2288270"/>
                  <a:gd name="connsiteX6" fmla="*/ 995026 w 1192803"/>
                  <a:gd name="connsiteY6" fmla="*/ 2238084 h 2288270"/>
                  <a:gd name="connsiteX7" fmla="*/ 737741 w 1192803"/>
                  <a:gd name="connsiteY7" fmla="*/ 1301979 h 2288270"/>
                  <a:gd name="connsiteX8" fmla="*/ 531310 w 1192803"/>
                  <a:gd name="connsiteY8" fmla="*/ 908393 h 2288270"/>
                  <a:gd name="connsiteX9" fmla="*/ 483703 w 1192803"/>
                  <a:gd name="connsiteY9" fmla="*/ 808131 h 2288270"/>
                  <a:gd name="connsiteX10" fmla="*/ 501810 w 1192803"/>
                  <a:gd name="connsiteY10" fmla="*/ 1355818 h 2288270"/>
                  <a:gd name="connsiteX11" fmla="*/ 354502 w 1192803"/>
                  <a:gd name="connsiteY11" fmla="*/ 2284772 h 2288270"/>
                  <a:gd name="connsiteX12" fmla="*/ 159845 w 1192803"/>
                  <a:gd name="connsiteY12" fmla="*/ 2288270 h 2288270"/>
                  <a:gd name="connsiteX13" fmla="*/ 199303 w 1192803"/>
                  <a:gd name="connsiteY13" fmla="*/ 1315581 h 2288270"/>
                  <a:gd name="connsiteX14" fmla="*/ 87945 w 1192803"/>
                  <a:gd name="connsiteY14" fmla="*/ 586063 h 2288270"/>
                  <a:gd name="connsiteX15" fmla="*/ 89699 w 1192803"/>
                  <a:gd name="connsiteY15" fmla="*/ 0 h 22882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192803" h="2288270">
                    <a:moveTo>
                      <a:pt x="89699" y="0"/>
                    </a:moveTo>
                    <a:lnTo>
                      <a:pt x="212136" y="9888"/>
                    </a:lnTo>
                    <a:lnTo>
                      <a:pt x="212669" y="7720"/>
                    </a:lnTo>
                    <a:lnTo>
                      <a:pt x="710612" y="49753"/>
                    </a:lnTo>
                    <a:lnTo>
                      <a:pt x="1030031" y="1203903"/>
                    </a:lnTo>
                    <a:lnTo>
                      <a:pt x="1192803" y="2177662"/>
                    </a:lnTo>
                    <a:lnTo>
                      <a:pt x="995026" y="2238084"/>
                    </a:lnTo>
                    <a:cubicBezTo>
                      <a:pt x="995026" y="2238084"/>
                      <a:pt x="686109" y="1553300"/>
                      <a:pt x="737741" y="1301979"/>
                    </a:cubicBezTo>
                    <a:cubicBezTo>
                      <a:pt x="737741" y="1301979"/>
                      <a:pt x="628693" y="1107003"/>
                      <a:pt x="531310" y="908393"/>
                    </a:cubicBezTo>
                    <a:lnTo>
                      <a:pt x="483703" y="808131"/>
                    </a:lnTo>
                    <a:lnTo>
                      <a:pt x="501810" y="1355818"/>
                    </a:lnTo>
                    <a:lnTo>
                      <a:pt x="354502" y="2284772"/>
                    </a:lnTo>
                    <a:lnTo>
                      <a:pt x="159845" y="2288270"/>
                    </a:lnTo>
                    <a:cubicBezTo>
                      <a:pt x="159845" y="2288270"/>
                      <a:pt x="59886" y="1640977"/>
                      <a:pt x="199303" y="1315581"/>
                    </a:cubicBezTo>
                    <a:cubicBezTo>
                      <a:pt x="199303" y="1315581"/>
                      <a:pt x="95837" y="803869"/>
                      <a:pt x="87945" y="586063"/>
                    </a:cubicBezTo>
                    <a:cubicBezTo>
                      <a:pt x="87945" y="586063"/>
                      <a:pt x="-111096" y="259792"/>
                      <a:pt x="8969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/>
            </p:spPr>
            <p:txBody>
              <a:bodyPr wrap="square" anchor="ctr">
                <a:noAutofit/>
              </a:bodyPr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412BF7E4-78A2-417F-BA08-E7C3A00D86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2995" y="9175876"/>
                <a:ext cx="500960" cy="269347"/>
              </a:xfrm>
              <a:custGeom>
                <a:avLst/>
                <a:gdLst>
                  <a:gd name="connsiteX0" fmla="*/ 260 w 500960"/>
                  <a:gd name="connsiteY0" fmla="*/ 121709 h 269347"/>
                  <a:gd name="connsiteX1" fmla="*/ 132013 w 500960"/>
                  <a:gd name="connsiteY1" fmla="*/ 259222 h 269347"/>
                  <a:gd name="connsiteX2" fmla="*/ 0 w 500960"/>
                  <a:gd name="connsiteY2" fmla="*/ 123778 h 269347"/>
                  <a:gd name="connsiteX3" fmla="*/ 173410 w 500960"/>
                  <a:gd name="connsiteY3" fmla="*/ 0 h 269347"/>
                  <a:gd name="connsiteX4" fmla="*/ 345943 w 500960"/>
                  <a:gd name="connsiteY4" fmla="*/ 147313 h 269347"/>
                  <a:gd name="connsiteX5" fmla="*/ 500960 w 500960"/>
                  <a:gd name="connsiteY5" fmla="*/ 269347 h 269347"/>
                  <a:gd name="connsiteX6" fmla="*/ 289016 w 500960"/>
                  <a:gd name="connsiteY6" fmla="*/ 269347 h 269347"/>
                  <a:gd name="connsiteX7" fmla="*/ 141881 w 500960"/>
                  <a:gd name="connsiteY7" fmla="*/ 269347 h 269347"/>
                  <a:gd name="connsiteX8" fmla="*/ 141867 w 500960"/>
                  <a:gd name="connsiteY8" fmla="*/ 269333 h 269347"/>
                  <a:gd name="connsiteX9" fmla="*/ 288648 w 500960"/>
                  <a:gd name="connsiteY9" fmla="*/ 269333 h 269347"/>
                  <a:gd name="connsiteX10" fmla="*/ 125081 w 500960"/>
                  <a:gd name="connsiteY10" fmla="*/ 119667 h 269347"/>
                  <a:gd name="connsiteX11" fmla="*/ 295 w 500960"/>
                  <a:gd name="connsiteY11" fmla="*/ 121434 h 269347"/>
                  <a:gd name="connsiteX12" fmla="*/ 8758 w 500960"/>
                  <a:gd name="connsiteY12" fmla="*/ 54044 h 269347"/>
                  <a:gd name="connsiteX13" fmla="*/ 7882 w 500960"/>
                  <a:gd name="connsiteY13" fmla="*/ 50557 h 2693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00960" h="269347">
                    <a:moveTo>
                      <a:pt x="260" y="121709"/>
                    </a:moveTo>
                    <a:lnTo>
                      <a:pt x="132013" y="259222"/>
                    </a:lnTo>
                    <a:lnTo>
                      <a:pt x="0" y="123778"/>
                    </a:lnTo>
                    <a:close/>
                    <a:moveTo>
                      <a:pt x="173410" y="0"/>
                    </a:moveTo>
                    <a:cubicBezTo>
                      <a:pt x="205814" y="60146"/>
                      <a:pt x="261866" y="133366"/>
                      <a:pt x="345943" y="147313"/>
                    </a:cubicBezTo>
                    <a:cubicBezTo>
                      <a:pt x="485196" y="169976"/>
                      <a:pt x="500960" y="269347"/>
                      <a:pt x="500960" y="269347"/>
                    </a:cubicBezTo>
                    <a:lnTo>
                      <a:pt x="289016" y="269347"/>
                    </a:lnTo>
                    <a:lnTo>
                      <a:pt x="141881" y="269347"/>
                    </a:lnTo>
                    <a:lnTo>
                      <a:pt x="141867" y="269333"/>
                    </a:lnTo>
                    <a:lnTo>
                      <a:pt x="288648" y="269333"/>
                    </a:lnTo>
                    <a:lnTo>
                      <a:pt x="125081" y="119667"/>
                    </a:lnTo>
                    <a:lnTo>
                      <a:pt x="295" y="121434"/>
                    </a:lnTo>
                    <a:lnTo>
                      <a:pt x="8758" y="54044"/>
                    </a:lnTo>
                    <a:lnTo>
                      <a:pt x="7882" y="50557"/>
                    </a:lnTo>
                    <a:close/>
                  </a:path>
                </a:pathLst>
              </a:custGeom>
              <a:solidFill>
                <a:srgbClr val="FFFFFF">
                  <a:alpha val="10000"/>
                </a:srgbClr>
              </a:solidFill>
              <a:ln>
                <a:noFill/>
              </a:ln>
              <a:effectLst/>
            </p:spPr>
            <p:txBody>
              <a:bodyPr wrap="square" anchor="ctr">
                <a:noAutofit/>
              </a:bodyPr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EEEE2FE4-C0E8-480A-95F1-A2547AAAC5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2833" y="7111223"/>
                <a:ext cx="303351" cy="567379"/>
              </a:xfrm>
              <a:custGeom>
                <a:avLst/>
                <a:gdLst>
                  <a:gd name="connsiteX0" fmla="*/ 36225 w 303351"/>
                  <a:gd name="connsiteY0" fmla="*/ 0 h 567379"/>
                  <a:gd name="connsiteX1" fmla="*/ 34826 w 303351"/>
                  <a:gd name="connsiteY1" fmla="*/ 52748 h 567379"/>
                  <a:gd name="connsiteX2" fmla="*/ 247172 w 303351"/>
                  <a:gd name="connsiteY2" fmla="*/ 421712 h 567379"/>
                  <a:gd name="connsiteX3" fmla="*/ 280254 w 303351"/>
                  <a:gd name="connsiteY3" fmla="*/ 513975 h 567379"/>
                  <a:gd name="connsiteX4" fmla="*/ 303351 w 303351"/>
                  <a:gd name="connsiteY4" fmla="*/ 567379 h 567379"/>
                  <a:gd name="connsiteX5" fmla="*/ 273811 w 303351"/>
                  <a:gd name="connsiteY5" fmla="*/ 556540 h 567379"/>
                  <a:gd name="connsiteX6" fmla="*/ 204604 w 303351"/>
                  <a:gd name="connsiteY6" fmla="*/ 446918 h 567379"/>
                  <a:gd name="connsiteX7" fmla="*/ 7398 w 303351"/>
                  <a:gd name="connsiteY7" fmla="*/ 59344 h 567379"/>
                  <a:gd name="connsiteX8" fmla="*/ 31258 w 303351"/>
                  <a:gd name="connsiteY8" fmla="*/ 5006 h 5673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03351" h="567379">
                    <a:moveTo>
                      <a:pt x="36225" y="0"/>
                    </a:moveTo>
                    <a:lnTo>
                      <a:pt x="34826" y="52748"/>
                    </a:lnTo>
                    <a:cubicBezTo>
                      <a:pt x="43239" y="319391"/>
                      <a:pt x="247172" y="421712"/>
                      <a:pt x="247172" y="421712"/>
                    </a:cubicBezTo>
                    <a:cubicBezTo>
                      <a:pt x="255158" y="448530"/>
                      <a:pt x="266507" y="479795"/>
                      <a:pt x="280254" y="513975"/>
                    </a:cubicBezTo>
                    <a:lnTo>
                      <a:pt x="303351" y="567379"/>
                    </a:lnTo>
                    <a:lnTo>
                      <a:pt x="273811" y="556540"/>
                    </a:lnTo>
                    <a:cubicBezTo>
                      <a:pt x="226200" y="519753"/>
                      <a:pt x="206567" y="447576"/>
                      <a:pt x="204604" y="446918"/>
                    </a:cubicBezTo>
                    <a:cubicBezTo>
                      <a:pt x="40556" y="385538"/>
                      <a:pt x="-23143" y="190874"/>
                      <a:pt x="7398" y="59344"/>
                    </a:cubicBezTo>
                    <a:cubicBezTo>
                      <a:pt x="11979" y="39395"/>
                      <a:pt x="20214" y="21091"/>
                      <a:pt x="31258" y="5006"/>
                    </a:cubicBezTo>
                    <a:close/>
                  </a:path>
                </a:pathLst>
              </a:custGeom>
              <a:solidFill>
                <a:srgbClr val="111340">
                  <a:alpha val="35000"/>
                </a:srgbClr>
              </a:solidFill>
              <a:ln>
                <a:noFill/>
              </a:ln>
              <a:effectLst/>
            </p:spPr>
            <p:txBody>
              <a:bodyPr wrap="square" anchor="ctr">
                <a:noAutofit/>
              </a:bodyPr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D0ECF5B-FACC-4277-BF3C-2FD046BFFDB9}"/>
                </a:ext>
              </a:extLst>
            </p:cNvPr>
            <p:cNvGrpSpPr/>
            <p:nvPr/>
          </p:nvGrpSpPr>
          <p:grpSpPr>
            <a:xfrm>
              <a:off x="8322757" y="5940964"/>
              <a:ext cx="2717635" cy="7025704"/>
              <a:chOff x="8322757" y="5940964"/>
              <a:chExt cx="2717635" cy="7025704"/>
            </a:xfrm>
          </p:grpSpPr>
          <p:sp>
            <p:nvSpPr>
              <p:cNvPr id="25" name="Freeform 12">
                <a:extLst>
                  <a:ext uri="{FF2B5EF4-FFF2-40B4-BE49-F238E27FC236}">
                    <a16:creationId xmlns:a16="http://schemas.microsoft.com/office/drawing/2014/main" id="{3BE94B9F-ECE2-48CF-82BE-F8E1AD0B74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90397" y="12437811"/>
                <a:ext cx="582903" cy="289520"/>
              </a:xfrm>
              <a:custGeom>
                <a:avLst/>
                <a:gdLst>
                  <a:gd name="T0" fmla="*/ 141 w 668"/>
                  <a:gd name="T1" fmla="*/ 161 h 332"/>
                  <a:gd name="T2" fmla="*/ 141 w 668"/>
                  <a:gd name="T3" fmla="*/ 161 h 332"/>
                  <a:gd name="T4" fmla="*/ 429 w 668"/>
                  <a:gd name="T5" fmla="*/ 79 h 332"/>
                  <a:gd name="T6" fmla="*/ 431 w 668"/>
                  <a:gd name="T7" fmla="*/ 0 h 332"/>
                  <a:gd name="T8" fmla="*/ 644 w 668"/>
                  <a:gd name="T9" fmla="*/ 4 h 332"/>
                  <a:gd name="T10" fmla="*/ 644 w 668"/>
                  <a:gd name="T11" fmla="*/ 89 h 332"/>
                  <a:gd name="T12" fmla="*/ 644 w 668"/>
                  <a:gd name="T13" fmla="*/ 89 h 332"/>
                  <a:gd name="T14" fmla="*/ 667 w 668"/>
                  <a:gd name="T15" fmla="*/ 213 h 332"/>
                  <a:gd name="T16" fmla="*/ 667 w 668"/>
                  <a:gd name="T17" fmla="*/ 213 h 332"/>
                  <a:gd name="T18" fmla="*/ 644 w 668"/>
                  <a:gd name="T19" fmla="*/ 331 h 332"/>
                  <a:gd name="T20" fmla="*/ 16 w 668"/>
                  <a:gd name="T21" fmla="*/ 331 h 332"/>
                  <a:gd name="T22" fmla="*/ 16 w 668"/>
                  <a:gd name="T23" fmla="*/ 331 h 332"/>
                  <a:gd name="T24" fmla="*/ 141 w 668"/>
                  <a:gd name="T25" fmla="*/ 161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68" h="332">
                    <a:moveTo>
                      <a:pt x="141" y="161"/>
                    </a:moveTo>
                    <a:lnTo>
                      <a:pt x="141" y="161"/>
                    </a:lnTo>
                    <a:cubicBezTo>
                      <a:pt x="218" y="132"/>
                      <a:pt x="429" y="79"/>
                      <a:pt x="429" y="79"/>
                    </a:cubicBezTo>
                    <a:lnTo>
                      <a:pt x="431" y="0"/>
                    </a:lnTo>
                    <a:lnTo>
                      <a:pt x="644" y="4"/>
                    </a:lnTo>
                    <a:lnTo>
                      <a:pt x="644" y="89"/>
                    </a:lnTo>
                    <a:lnTo>
                      <a:pt x="644" y="89"/>
                    </a:lnTo>
                    <a:cubicBezTo>
                      <a:pt x="644" y="89"/>
                      <a:pt x="665" y="157"/>
                      <a:pt x="667" y="213"/>
                    </a:cubicBezTo>
                    <a:lnTo>
                      <a:pt x="667" y="213"/>
                    </a:lnTo>
                    <a:cubicBezTo>
                      <a:pt x="667" y="275"/>
                      <a:pt x="644" y="331"/>
                      <a:pt x="644" y="331"/>
                    </a:cubicBezTo>
                    <a:lnTo>
                      <a:pt x="16" y="331"/>
                    </a:lnTo>
                    <a:lnTo>
                      <a:pt x="16" y="331"/>
                    </a:lnTo>
                    <a:cubicBezTo>
                      <a:pt x="16" y="331"/>
                      <a:pt x="0" y="213"/>
                      <a:pt x="141" y="161"/>
                    </a:cubicBezTo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26" name="Freeform 13">
                <a:extLst>
                  <a:ext uri="{FF2B5EF4-FFF2-40B4-BE49-F238E27FC236}">
                    <a16:creationId xmlns:a16="http://schemas.microsoft.com/office/drawing/2014/main" id="{C2C5995C-32A2-46C7-B642-61F0B251A3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90397" y="12507296"/>
                <a:ext cx="582903" cy="223896"/>
              </a:xfrm>
              <a:custGeom>
                <a:avLst/>
                <a:gdLst>
                  <a:gd name="T0" fmla="*/ 429 w 668"/>
                  <a:gd name="T1" fmla="*/ 1 h 254"/>
                  <a:gd name="T2" fmla="*/ 429 w 668"/>
                  <a:gd name="T3" fmla="*/ 1 h 254"/>
                  <a:gd name="T4" fmla="*/ 141 w 668"/>
                  <a:gd name="T5" fmla="*/ 83 h 254"/>
                  <a:gd name="T6" fmla="*/ 141 w 668"/>
                  <a:gd name="T7" fmla="*/ 83 h 254"/>
                  <a:gd name="T8" fmla="*/ 16 w 668"/>
                  <a:gd name="T9" fmla="*/ 253 h 254"/>
                  <a:gd name="T10" fmla="*/ 644 w 668"/>
                  <a:gd name="T11" fmla="*/ 253 h 254"/>
                  <a:gd name="T12" fmla="*/ 644 w 668"/>
                  <a:gd name="T13" fmla="*/ 253 h 254"/>
                  <a:gd name="T14" fmla="*/ 667 w 668"/>
                  <a:gd name="T15" fmla="*/ 135 h 254"/>
                  <a:gd name="T16" fmla="*/ 667 w 668"/>
                  <a:gd name="T17" fmla="*/ 135 h 254"/>
                  <a:gd name="T18" fmla="*/ 644 w 668"/>
                  <a:gd name="T19" fmla="*/ 11 h 254"/>
                  <a:gd name="T20" fmla="*/ 644 w 668"/>
                  <a:gd name="T21" fmla="*/ 10 h 254"/>
                  <a:gd name="T22" fmla="*/ 429 w 668"/>
                  <a:gd name="T23" fmla="*/ 0 h 254"/>
                  <a:gd name="T24" fmla="*/ 429 w 668"/>
                  <a:gd name="T25" fmla="*/ 1 h 2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68" h="254">
                    <a:moveTo>
                      <a:pt x="429" y="1"/>
                    </a:moveTo>
                    <a:lnTo>
                      <a:pt x="429" y="1"/>
                    </a:lnTo>
                    <a:cubicBezTo>
                      <a:pt x="429" y="1"/>
                      <a:pt x="218" y="54"/>
                      <a:pt x="141" y="83"/>
                    </a:cubicBezTo>
                    <a:lnTo>
                      <a:pt x="141" y="83"/>
                    </a:lnTo>
                    <a:cubicBezTo>
                      <a:pt x="0" y="135"/>
                      <a:pt x="16" y="253"/>
                      <a:pt x="16" y="253"/>
                    </a:cubicBezTo>
                    <a:lnTo>
                      <a:pt x="644" y="253"/>
                    </a:lnTo>
                    <a:lnTo>
                      <a:pt x="644" y="253"/>
                    </a:lnTo>
                    <a:cubicBezTo>
                      <a:pt x="644" y="253"/>
                      <a:pt x="667" y="197"/>
                      <a:pt x="667" y="135"/>
                    </a:cubicBezTo>
                    <a:lnTo>
                      <a:pt x="667" y="135"/>
                    </a:lnTo>
                    <a:cubicBezTo>
                      <a:pt x="665" y="79"/>
                      <a:pt x="644" y="11"/>
                      <a:pt x="644" y="11"/>
                    </a:cubicBezTo>
                    <a:lnTo>
                      <a:pt x="644" y="10"/>
                    </a:lnTo>
                    <a:lnTo>
                      <a:pt x="429" y="0"/>
                    </a:lnTo>
                    <a:lnTo>
                      <a:pt x="429" y="1"/>
                    </a:lnTo>
                  </a:path>
                </a:pathLst>
              </a:custGeom>
              <a:solidFill>
                <a:srgbClr val="FFFFFF">
                  <a:alpha val="10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27" name="Freeform 15">
                <a:extLst>
                  <a:ext uri="{FF2B5EF4-FFF2-40B4-BE49-F238E27FC236}">
                    <a16:creationId xmlns:a16="http://schemas.microsoft.com/office/drawing/2014/main" id="{F17F2B88-74D8-47FD-A3A4-43696D6814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69815" y="7342245"/>
                <a:ext cx="73346" cy="142829"/>
              </a:xfrm>
              <a:custGeom>
                <a:avLst/>
                <a:gdLst>
                  <a:gd name="T0" fmla="*/ 79 w 82"/>
                  <a:gd name="T1" fmla="*/ 164 h 165"/>
                  <a:gd name="T2" fmla="*/ 81 w 82"/>
                  <a:gd name="T3" fmla="*/ 78 h 165"/>
                  <a:gd name="T4" fmla="*/ 39 w 82"/>
                  <a:gd name="T5" fmla="*/ 0 h 165"/>
                  <a:gd name="T6" fmla="*/ 0 w 82"/>
                  <a:gd name="T7" fmla="*/ 79 h 165"/>
                  <a:gd name="T8" fmla="*/ 79 w 82"/>
                  <a:gd name="T9" fmla="*/ 164 h 1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2" h="165">
                    <a:moveTo>
                      <a:pt x="79" y="164"/>
                    </a:moveTo>
                    <a:lnTo>
                      <a:pt x="81" y="78"/>
                    </a:lnTo>
                    <a:lnTo>
                      <a:pt x="39" y="0"/>
                    </a:lnTo>
                    <a:lnTo>
                      <a:pt x="0" y="79"/>
                    </a:lnTo>
                    <a:lnTo>
                      <a:pt x="79" y="164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28" name="Freeform 16">
                <a:extLst>
                  <a:ext uri="{FF2B5EF4-FFF2-40B4-BE49-F238E27FC236}">
                    <a16:creationId xmlns:a16="http://schemas.microsoft.com/office/drawing/2014/main" id="{071AA0D2-1F3F-4380-89C1-0682F1CBF1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69815" y="7342245"/>
                <a:ext cx="73346" cy="142829"/>
              </a:xfrm>
              <a:custGeom>
                <a:avLst/>
                <a:gdLst>
                  <a:gd name="T0" fmla="*/ 79 w 82"/>
                  <a:gd name="T1" fmla="*/ 164 h 165"/>
                  <a:gd name="T2" fmla="*/ 81 w 82"/>
                  <a:gd name="T3" fmla="*/ 78 h 165"/>
                  <a:gd name="T4" fmla="*/ 39 w 82"/>
                  <a:gd name="T5" fmla="*/ 0 h 165"/>
                  <a:gd name="T6" fmla="*/ 0 w 82"/>
                  <a:gd name="T7" fmla="*/ 79 h 165"/>
                  <a:gd name="T8" fmla="*/ 79 w 82"/>
                  <a:gd name="T9" fmla="*/ 164 h 1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2" h="165">
                    <a:moveTo>
                      <a:pt x="79" y="164"/>
                    </a:moveTo>
                    <a:lnTo>
                      <a:pt x="81" y="78"/>
                    </a:lnTo>
                    <a:lnTo>
                      <a:pt x="39" y="0"/>
                    </a:lnTo>
                    <a:lnTo>
                      <a:pt x="0" y="79"/>
                    </a:lnTo>
                    <a:lnTo>
                      <a:pt x="79" y="164"/>
                    </a:lnTo>
                  </a:path>
                </a:pathLst>
              </a:custGeom>
              <a:solidFill>
                <a:srgbClr val="C4C8CE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29" name="Freeform 17">
                <a:extLst>
                  <a:ext uri="{FF2B5EF4-FFF2-40B4-BE49-F238E27FC236}">
                    <a16:creationId xmlns:a16="http://schemas.microsoft.com/office/drawing/2014/main" id="{C3CD54A0-29CC-4CAD-A206-C08B3DDD04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63376" y="6311550"/>
                <a:ext cx="810658" cy="1949441"/>
              </a:xfrm>
              <a:custGeom>
                <a:avLst/>
                <a:gdLst>
                  <a:gd name="T0" fmla="*/ 925 w 926"/>
                  <a:gd name="T1" fmla="*/ 2225 h 2226"/>
                  <a:gd name="T2" fmla="*/ 925 w 926"/>
                  <a:gd name="T3" fmla="*/ 2225 h 2226"/>
                  <a:gd name="T4" fmla="*/ 677 w 926"/>
                  <a:gd name="T5" fmla="*/ 1091 h 2226"/>
                  <a:gd name="T6" fmla="*/ 677 w 926"/>
                  <a:gd name="T7" fmla="*/ 1091 h 2226"/>
                  <a:gd name="T8" fmla="*/ 234 w 926"/>
                  <a:gd name="T9" fmla="*/ 0 h 2226"/>
                  <a:gd name="T10" fmla="*/ 0 w 926"/>
                  <a:gd name="T11" fmla="*/ 81 h 2226"/>
                  <a:gd name="T12" fmla="*/ 534 w 926"/>
                  <a:gd name="T13" fmla="*/ 1853 h 2226"/>
                  <a:gd name="T14" fmla="*/ 534 w 926"/>
                  <a:gd name="T15" fmla="*/ 1853 h 2226"/>
                  <a:gd name="T16" fmla="*/ 925 w 926"/>
                  <a:gd name="T17" fmla="*/ 2225 h 22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26" h="2226">
                    <a:moveTo>
                      <a:pt x="925" y="2225"/>
                    </a:moveTo>
                    <a:lnTo>
                      <a:pt x="925" y="2225"/>
                    </a:lnTo>
                    <a:cubicBezTo>
                      <a:pt x="925" y="2225"/>
                      <a:pt x="891" y="1591"/>
                      <a:pt x="677" y="1091"/>
                    </a:cubicBezTo>
                    <a:lnTo>
                      <a:pt x="677" y="1091"/>
                    </a:lnTo>
                    <a:cubicBezTo>
                      <a:pt x="478" y="627"/>
                      <a:pt x="234" y="0"/>
                      <a:pt x="234" y="0"/>
                    </a:cubicBezTo>
                    <a:lnTo>
                      <a:pt x="0" y="81"/>
                    </a:lnTo>
                    <a:lnTo>
                      <a:pt x="534" y="1853"/>
                    </a:lnTo>
                    <a:lnTo>
                      <a:pt x="534" y="1853"/>
                    </a:lnTo>
                    <a:cubicBezTo>
                      <a:pt x="534" y="1853"/>
                      <a:pt x="707" y="2163"/>
                      <a:pt x="925" y="2225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30" name="Freeform 18">
                <a:extLst>
                  <a:ext uri="{FF2B5EF4-FFF2-40B4-BE49-F238E27FC236}">
                    <a16:creationId xmlns:a16="http://schemas.microsoft.com/office/drawing/2014/main" id="{71D0A199-1B2E-496C-B90D-7BDD8323B4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63376" y="6311550"/>
                <a:ext cx="810658" cy="1949441"/>
              </a:xfrm>
              <a:custGeom>
                <a:avLst/>
                <a:gdLst>
                  <a:gd name="T0" fmla="*/ 925 w 926"/>
                  <a:gd name="T1" fmla="*/ 2225 h 2226"/>
                  <a:gd name="T2" fmla="*/ 925 w 926"/>
                  <a:gd name="T3" fmla="*/ 2225 h 2226"/>
                  <a:gd name="T4" fmla="*/ 677 w 926"/>
                  <a:gd name="T5" fmla="*/ 1091 h 2226"/>
                  <a:gd name="T6" fmla="*/ 677 w 926"/>
                  <a:gd name="T7" fmla="*/ 1091 h 2226"/>
                  <a:gd name="T8" fmla="*/ 234 w 926"/>
                  <a:gd name="T9" fmla="*/ 0 h 2226"/>
                  <a:gd name="T10" fmla="*/ 0 w 926"/>
                  <a:gd name="T11" fmla="*/ 81 h 2226"/>
                  <a:gd name="T12" fmla="*/ 534 w 926"/>
                  <a:gd name="T13" fmla="*/ 1853 h 2226"/>
                  <a:gd name="T14" fmla="*/ 534 w 926"/>
                  <a:gd name="T15" fmla="*/ 1853 h 2226"/>
                  <a:gd name="T16" fmla="*/ 925 w 926"/>
                  <a:gd name="T17" fmla="*/ 2225 h 22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26" h="2226">
                    <a:moveTo>
                      <a:pt x="925" y="2225"/>
                    </a:moveTo>
                    <a:lnTo>
                      <a:pt x="925" y="2225"/>
                    </a:lnTo>
                    <a:cubicBezTo>
                      <a:pt x="925" y="2225"/>
                      <a:pt x="891" y="1591"/>
                      <a:pt x="677" y="1091"/>
                    </a:cubicBezTo>
                    <a:lnTo>
                      <a:pt x="677" y="1091"/>
                    </a:lnTo>
                    <a:cubicBezTo>
                      <a:pt x="478" y="627"/>
                      <a:pt x="234" y="0"/>
                      <a:pt x="234" y="0"/>
                    </a:cubicBezTo>
                    <a:lnTo>
                      <a:pt x="0" y="81"/>
                    </a:lnTo>
                    <a:lnTo>
                      <a:pt x="534" y="1853"/>
                    </a:lnTo>
                    <a:lnTo>
                      <a:pt x="534" y="1853"/>
                    </a:lnTo>
                    <a:cubicBezTo>
                      <a:pt x="534" y="1853"/>
                      <a:pt x="707" y="2163"/>
                      <a:pt x="925" y="2225"/>
                    </a:cubicBezTo>
                  </a:path>
                </a:pathLst>
              </a:custGeom>
              <a:solidFill>
                <a:srgbClr val="111340">
                  <a:alpha val="25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31" name="Freeform 19">
                <a:extLst>
                  <a:ext uri="{FF2B5EF4-FFF2-40B4-BE49-F238E27FC236}">
                    <a16:creationId xmlns:a16="http://schemas.microsoft.com/office/drawing/2014/main" id="{F9EE6C09-B3C7-4433-929C-22E0671384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40949" y="7651068"/>
                <a:ext cx="289520" cy="281799"/>
              </a:xfrm>
              <a:custGeom>
                <a:avLst/>
                <a:gdLst>
                  <a:gd name="T0" fmla="*/ 331 w 332"/>
                  <a:gd name="T1" fmla="*/ 323 h 324"/>
                  <a:gd name="T2" fmla="*/ 0 w 332"/>
                  <a:gd name="T3" fmla="*/ 323 h 324"/>
                  <a:gd name="T4" fmla="*/ 0 w 332"/>
                  <a:gd name="T5" fmla="*/ 0 h 324"/>
                  <a:gd name="T6" fmla="*/ 331 w 332"/>
                  <a:gd name="T7" fmla="*/ 0 h 324"/>
                  <a:gd name="T8" fmla="*/ 331 w 332"/>
                  <a:gd name="T9" fmla="*/ 323 h 3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2" h="324">
                    <a:moveTo>
                      <a:pt x="331" y="323"/>
                    </a:moveTo>
                    <a:lnTo>
                      <a:pt x="0" y="323"/>
                    </a:lnTo>
                    <a:lnTo>
                      <a:pt x="0" y="0"/>
                    </a:lnTo>
                    <a:lnTo>
                      <a:pt x="331" y="0"/>
                    </a:lnTo>
                    <a:lnTo>
                      <a:pt x="331" y="323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32" name="Freeform 20">
                <a:extLst>
                  <a:ext uri="{FF2B5EF4-FFF2-40B4-BE49-F238E27FC236}">
                    <a16:creationId xmlns:a16="http://schemas.microsoft.com/office/drawing/2014/main" id="{62E9E580-F720-4D72-A15B-BA90F21866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40949" y="7651068"/>
                <a:ext cx="289520" cy="281799"/>
              </a:xfrm>
              <a:custGeom>
                <a:avLst/>
                <a:gdLst>
                  <a:gd name="T0" fmla="*/ 331 w 332"/>
                  <a:gd name="T1" fmla="*/ 323 h 324"/>
                  <a:gd name="T2" fmla="*/ 0 w 332"/>
                  <a:gd name="T3" fmla="*/ 323 h 324"/>
                  <a:gd name="T4" fmla="*/ 0 w 332"/>
                  <a:gd name="T5" fmla="*/ 0 h 324"/>
                  <a:gd name="T6" fmla="*/ 331 w 332"/>
                  <a:gd name="T7" fmla="*/ 0 h 324"/>
                  <a:gd name="T8" fmla="*/ 331 w 332"/>
                  <a:gd name="T9" fmla="*/ 323 h 3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2" h="324">
                    <a:moveTo>
                      <a:pt x="331" y="323"/>
                    </a:moveTo>
                    <a:lnTo>
                      <a:pt x="0" y="323"/>
                    </a:lnTo>
                    <a:lnTo>
                      <a:pt x="0" y="0"/>
                    </a:lnTo>
                    <a:lnTo>
                      <a:pt x="331" y="0"/>
                    </a:lnTo>
                    <a:lnTo>
                      <a:pt x="331" y="323"/>
                    </a:lnTo>
                  </a:path>
                </a:pathLst>
              </a:custGeom>
              <a:solidFill>
                <a:srgbClr val="C4C8CE">
                  <a:alpha val="50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33" name="Freeform 21">
                <a:extLst>
                  <a:ext uri="{FF2B5EF4-FFF2-40B4-BE49-F238E27FC236}">
                    <a16:creationId xmlns:a16="http://schemas.microsoft.com/office/drawing/2014/main" id="{4153951F-48E7-4F45-88F7-7438125708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39480" y="7932866"/>
                <a:ext cx="1150363" cy="1574993"/>
              </a:xfrm>
              <a:custGeom>
                <a:avLst/>
                <a:gdLst>
                  <a:gd name="T0" fmla="*/ 1044 w 1316"/>
                  <a:gd name="T1" fmla="*/ 0 h 1797"/>
                  <a:gd name="T2" fmla="*/ 54 w 1316"/>
                  <a:gd name="T3" fmla="*/ 0 h 1797"/>
                  <a:gd name="T4" fmla="*/ 54 w 1316"/>
                  <a:gd name="T5" fmla="*/ 0 h 1797"/>
                  <a:gd name="T6" fmla="*/ 164 w 1316"/>
                  <a:gd name="T7" fmla="*/ 1026 h 1797"/>
                  <a:gd name="T8" fmla="*/ 130 w 1316"/>
                  <a:gd name="T9" fmla="*/ 1796 h 1797"/>
                  <a:gd name="T10" fmla="*/ 1094 w 1316"/>
                  <a:gd name="T11" fmla="*/ 1706 h 1797"/>
                  <a:gd name="T12" fmla="*/ 1099 w 1316"/>
                  <a:gd name="T13" fmla="*/ 1026 h 1797"/>
                  <a:gd name="T14" fmla="*/ 1099 w 1316"/>
                  <a:gd name="T15" fmla="*/ 1026 h 1797"/>
                  <a:gd name="T16" fmla="*/ 1044 w 1316"/>
                  <a:gd name="T17" fmla="*/ 0 h 17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316" h="1797">
                    <a:moveTo>
                      <a:pt x="1044" y="0"/>
                    </a:moveTo>
                    <a:lnTo>
                      <a:pt x="54" y="0"/>
                    </a:lnTo>
                    <a:lnTo>
                      <a:pt x="54" y="0"/>
                    </a:lnTo>
                    <a:cubicBezTo>
                      <a:pt x="54" y="0"/>
                      <a:pt x="0" y="499"/>
                      <a:pt x="164" y="1026"/>
                    </a:cubicBezTo>
                    <a:lnTo>
                      <a:pt x="130" y="1796"/>
                    </a:lnTo>
                    <a:lnTo>
                      <a:pt x="1094" y="1706"/>
                    </a:lnTo>
                    <a:lnTo>
                      <a:pt x="1099" y="1026"/>
                    </a:lnTo>
                    <a:lnTo>
                      <a:pt x="1099" y="1026"/>
                    </a:lnTo>
                    <a:cubicBezTo>
                      <a:pt x="1099" y="1026"/>
                      <a:pt x="1315" y="226"/>
                      <a:pt x="1044" y="0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34" name="Freeform 22">
                <a:extLst>
                  <a:ext uri="{FF2B5EF4-FFF2-40B4-BE49-F238E27FC236}">
                    <a16:creationId xmlns:a16="http://schemas.microsoft.com/office/drawing/2014/main" id="{FAE4B253-E14A-48AC-ACAD-628B0A668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59147" y="5940964"/>
                <a:ext cx="289522" cy="432351"/>
              </a:xfrm>
              <a:custGeom>
                <a:avLst/>
                <a:gdLst>
                  <a:gd name="T0" fmla="*/ 331 w 332"/>
                  <a:gd name="T1" fmla="*/ 427 h 496"/>
                  <a:gd name="T2" fmla="*/ 331 w 332"/>
                  <a:gd name="T3" fmla="*/ 427 h 496"/>
                  <a:gd name="T4" fmla="*/ 300 w 332"/>
                  <a:gd name="T5" fmla="*/ 222 h 496"/>
                  <a:gd name="T6" fmla="*/ 300 w 332"/>
                  <a:gd name="T7" fmla="*/ 222 h 496"/>
                  <a:gd name="T8" fmla="*/ 249 w 332"/>
                  <a:gd name="T9" fmla="*/ 212 h 496"/>
                  <a:gd name="T10" fmla="*/ 249 w 332"/>
                  <a:gd name="T11" fmla="*/ 212 h 496"/>
                  <a:gd name="T12" fmla="*/ 214 w 332"/>
                  <a:gd name="T13" fmla="*/ 184 h 496"/>
                  <a:gd name="T14" fmla="*/ 214 w 332"/>
                  <a:gd name="T15" fmla="*/ 184 h 496"/>
                  <a:gd name="T16" fmla="*/ 186 w 332"/>
                  <a:gd name="T17" fmla="*/ 202 h 496"/>
                  <a:gd name="T18" fmla="*/ 186 w 332"/>
                  <a:gd name="T19" fmla="*/ 202 h 496"/>
                  <a:gd name="T20" fmla="*/ 146 w 332"/>
                  <a:gd name="T21" fmla="*/ 177 h 496"/>
                  <a:gd name="T22" fmla="*/ 146 w 332"/>
                  <a:gd name="T23" fmla="*/ 177 h 496"/>
                  <a:gd name="T24" fmla="*/ 125 w 332"/>
                  <a:gd name="T25" fmla="*/ 191 h 496"/>
                  <a:gd name="T26" fmla="*/ 125 w 332"/>
                  <a:gd name="T27" fmla="*/ 191 h 496"/>
                  <a:gd name="T28" fmla="*/ 24 w 332"/>
                  <a:gd name="T29" fmla="*/ 4 h 496"/>
                  <a:gd name="T30" fmla="*/ 24 w 332"/>
                  <a:gd name="T31" fmla="*/ 4 h 496"/>
                  <a:gd name="T32" fmla="*/ 79 w 332"/>
                  <a:gd name="T33" fmla="*/ 279 h 496"/>
                  <a:gd name="T34" fmla="*/ 79 w 332"/>
                  <a:gd name="T35" fmla="*/ 279 h 496"/>
                  <a:gd name="T36" fmla="*/ 36 w 332"/>
                  <a:gd name="T37" fmla="*/ 358 h 496"/>
                  <a:gd name="T38" fmla="*/ 36 w 332"/>
                  <a:gd name="T39" fmla="*/ 358 h 496"/>
                  <a:gd name="T40" fmla="*/ 87 w 332"/>
                  <a:gd name="T41" fmla="*/ 448 h 496"/>
                  <a:gd name="T42" fmla="*/ 87 w 332"/>
                  <a:gd name="T43" fmla="*/ 448 h 496"/>
                  <a:gd name="T44" fmla="*/ 132 w 332"/>
                  <a:gd name="T45" fmla="*/ 470 h 496"/>
                  <a:gd name="T46" fmla="*/ 137 w 332"/>
                  <a:gd name="T47" fmla="*/ 495 h 496"/>
                  <a:gd name="T48" fmla="*/ 331 w 332"/>
                  <a:gd name="T49" fmla="*/ 427 h 4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332" h="496">
                    <a:moveTo>
                      <a:pt x="331" y="427"/>
                    </a:moveTo>
                    <a:lnTo>
                      <a:pt x="331" y="427"/>
                    </a:lnTo>
                    <a:cubicBezTo>
                      <a:pt x="331" y="427"/>
                      <a:pt x="321" y="270"/>
                      <a:pt x="300" y="222"/>
                    </a:cubicBezTo>
                    <a:lnTo>
                      <a:pt x="300" y="222"/>
                    </a:lnTo>
                    <a:cubicBezTo>
                      <a:pt x="294" y="211"/>
                      <a:pt x="269" y="184"/>
                      <a:pt x="249" y="212"/>
                    </a:cubicBezTo>
                    <a:lnTo>
                      <a:pt x="249" y="212"/>
                    </a:lnTo>
                    <a:cubicBezTo>
                      <a:pt x="249" y="212"/>
                      <a:pt x="235" y="182"/>
                      <a:pt x="214" y="184"/>
                    </a:cubicBezTo>
                    <a:lnTo>
                      <a:pt x="214" y="184"/>
                    </a:lnTo>
                    <a:cubicBezTo>
                      <a:pt x="191" y="185"/>
                      <a:pt x="186" y="202"/>
                      <a:pt x="186" y="202"/>
                    </a:cubicBezTo>
                    <a:lnTo>
                      <a:pt x="186" y="202"/>
                    </a:lnTo>
                    <a:cubicBezTo>
                      <a:pt x="186" y="202"/>
                      <a:pt x="162" y="173"/>
                      <a:pt x="146" y="177"/>
                    </a:cubicBezTo>
                    <a:lnTo>
                      <a:pt x="146" y="177"/>
                    </a:lnTo>
                    <a:cubicBezTo>
                      <a:pt x="128" y="180"/>
                      <a:pt x="125" y="191"/>
                      <a:pt x="125" y="191"/>
                    </a:cubicBezTo>
                    <a:lnTo>
                      <a:pt x="125" y="191"/>
                    </a:lnTo>
                    <a:cubicBezTo>
                      <a:pt x="125" y="191"/>
                      <a:pt x="48" y="0"/>
                      <a:pt x="24" y="4"/>
                    </a:cubicBezTo>
                    <a:lnTo>
                      <a:pt x="24" y="4"/>
                    </a:lnTo>
                    <a:cubicBezTo>
                      <a:pt x="0" y="10"/>
                      <a:pt x="12" y="131"/>
                      <a:pt x="79" y="279"/>
                    </a:cubicBezTo>
                    <a:lnTo>
                      <a:pt x="79" y="279"/>
                    </a:lnTo>
                    <a:cubicBezTo>
                      <a:pt x="79" y="279"/>
                      <a:pt x="23" y="308"/>
                      <a:pt x="36" y="358"/>
                    </a:cubicBezTo>
                    <a:lnTo>
                      <a:pt x="36" y="358"/>
                    </a:lnTo>
                    <a:cubicBezTo>
                      <a:pt x="39" y="372"/>
                      <a:pt x="57" y="427"/>
                      <a:pt x="87" y="448"/>
                    </a:cubicBezTo>
                    <a:lnTo>
                      <a:pt x="87" y="448"/>
                    </a:lnTo>
                    <a:cubicBezTo>
                      <a:pt x="113" y="467"/>
                      <a:pt x="132" y="470"/>
                      <a:pt x="132" y="470"/>
                    </a:cubicBezTo>
                    <a:lnTo>
                      <a:pt x="137" y="495"/>
                    </a:lnTo>
                    <a:lnTo>
                      <a:pt x="331" y="427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35" name="Freeform 23">
                <a:extLst>
                  <a:ext uri="{FF2B5EF4-FFF2-40B4-BE49-F238E27FC236}">
                    <a16:creationId xmlns:a16="http://schemas.microsoft.com/office/drawing/2014/main" id="{EE58677B-1E24-480F-895E-B564D418D0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59147" y="5940964"/>
                <a:ext cx="289522" cy="432351"/>
              </a:xfrm>
              <a:custGeom>
                <a:avLst/>
                <a:gdLst>
                  <a:gd name="T0" fmla="*/ 331 w 332"/>
                  <a:gd name="T1" fmla="*/ 427 h 496"/>
                  <a:gd name="T2" fmla="*/ 331 w 332"/>
                  <a:gd name="T3" fmla="*/ 427 h 496"/>
                  <a:gd name="T4" fmla="*/ 300 w 332"/>
                  <a:gd name="T5" fmla="*/ 222 h 496"/>
                  <a:gd name="T6" fmla="*/ 300 w 332"/>
                  <a:gd name="T7" fmla="*/ 222 h 496"/>
                  <a:gd name="T8" fmla="*/ 249 w 332"/>
                  <a:gd name="T9" fmla="*/ 212 h 496"/>
                  <a:gd name="T10" fmla="*/ 249 w 332"/>
                  <a:gd name="T11" fmla="*/ 212 h 496"/>
                  <a:gd name="T12" fmla="*/ 214 w 332"/>
                  <a:gd name="T13" fmla="*/ 184 h 496"/>
                  <a:gd name="T14" fmla="*/ 214 w 332"/>
                  <a:gd name="T15" fmla="*/ 184 h 496"/>
                  <a:gd name="T16" fmla="*/ 186 w 332"/>
                  <a:gd name="T17" fmla="*/ 202 h 496"/>
                  <a:gd name="T18" fmla="*/ 186 w 332"/>
                  <a:gd name="T19" fmla="*/ 202 h 496"/>
                  <a:gd name="T20" fmla="*/ 146 w 332"/>
                  <a:gd name="T21" fmla="*/ 177 h 496"/>
                  <a:gd name="T22" fmla="*/ 146 w 332"/>
                  <a:gd name="T23" fmla="*/ 177 h 496"/>
                  <a:gd name="T24" fmla="*/ 125 w 332"/>
                  <a:gd name="T25" fmla="*/ 191 h 496"/>
                  <a:gd name="T26" fmla="*/ 125 w 332"/>
                  <a:gd name="T27" fmla="*/ 191 h 496"/>
                  <a:gd name="T28" fmla="*/ 24 w 332"/>
                  <a:gd name="T29" fmla="*/ 4 h 496"/>
                  <a:gd name="T30" fmla="*/ 24 w 332"/>
                  <a:gd name="T31" fmla="*/ 4 h 496"/>
                  <a:gd name="T32" fmla="*/ 79 w 332"/>
                  <a:gd name="T33" fmla="*/ 279 h 496"/>
                  <a:gd name="T34" fmla="*/ 79 w 332"/>
                  <a:gd name="T35" fmla="*/ 279 h 496"/>
                  <a:gd name="T36" fmla="*/ 36 w 332"/>
                  <a:gd name="T37" fmla="*/ 358 h 496"/>
                  <a:gd name="T38" fmla="*/ 36 w 332"/>
                  <a:gd name="T39" fmla="*/ 358 h 496"/>
                  <a:gd name="T40" fmla="*/ 87 w 332"/>
                  <a:gd name="T41" fmla="*/ 448 h 496"/>
                  <a:gd name="T42" fmla="*/ 87 w 332"/>
                  <a:gd name="T43" fmla="*/ 448 h 496"/>
                  <a:gd name="T44" fmla="*/ 132 w 332"/>
                  <a:gd name="T45" fmla="*/ 470 h 496"/>
                  <a:gd name="T46" fmla="*/ 137 w 332"/>
                  <a:gd name="T47" fmla="*/ 495 h 496"/>
                  <a:gd name="T48" fmla="*/ 331 w 332"/>
                  <a:gd name="T49" fmla="*/ 427 h 4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332" h="496">
                    <a:moveTo>
                      <a:pt x="331" y="427"/>
                    </a:moveTo>
                    <a:lnTo>
                      <a:pt x="331" y="427"/>
                    </a:lnTo>
                    <a:cubicBezTo>
                      <a:pt x="331" y="427"/>
                      <a:pt x="321" y="270"/>
                      <a:pt x="300" y="222"/>
                    </a:cubicBezTo>
                    <a:lnTo>
                      <a:pt x="300" y="222"/>
                    </a:lnTo>
                    <a:cubicBezTo>
                      <a:pt x="294" y="211"/>
                      <a:pt x="269" y="184"/>
                      <a:pt x="249" y="212"/>
                    </a:cubicBezTo>
                    <a:lnTo>
                      <a:pt x="249" y="212"/>
                    </a:lnTo>
                    <a:cubicBezTo>
                      <a:pt x="249" y="212"/>
                      <a:pt x="235" y="182"/>
                      <a:pt x="214" y="184"/>
                    </a:cubicBezTo>
                    <a:lnTo>
                      <a:pt x="214" y="184"/>
                    </a:lnTo>
                    <a:cubicBezTo>
                      <a:pt x="191" y="185"/>
                      <a:pt x="186" y="202"/>
                      <a:pt x="186" y="202"/>
                    </a:cubicBezTo>
                    <a:lnTo>
                      <a:pt x="186" y="202"/>
                    </a:lnTo>
                    <a:cubicBezTo>
                      <a:pt x="186" y="202"/>
                      <a:pt x="162" y="173"/>
                      <a:pt x="146" y="177"/>
                    </a:cubicBezTo>
                    <a:lnTo>
                      <a:pt x="146" y="177"/>
                    </a:lnTo>
                    <a:cubicBezTo>
                      <a:pt x="128" y="180"/>
                      <a:pt x="125" y="191"/>
                      <a:pt x="125" y="191"/>
                    </a:cubicBezTo>
                    <a:lnTo>
                      <a:pt x="125" y="191"/>
                    </a:lnTo>
                    <a:cubicBezTo>
                      <a:pt x="125" y="191"/>
                      <a:pt x="48" y="0"/>
                      <a:pt x="24" y="4"/>
                    </a:cubicBezTo>
                    <a:lnTo>
                      <a:pt x="24" y="4"/>
                    </a:lnTo>
                    <a:cubicBezTo>
                      <a:pt x="0" y="10"/>
                      <a:pt x="12" y="131"/>
                      <a:pt x="79" y="279"/>
                    </a:cubicBezTo>
                    <a:lnTo>
                      <a:pt x="79" y="279"/>
                    </a:lnTo>
                    <a:cubicBezTo>
                      <a:pt x="79" y="279"/>
                      <a:pt x="23" y="308"/>
                      <a:pt x="36" y="358"/>
                    </a:cubicBezTo>
                    <a:lnTo>
                      <a:pt x="36" y="358"/>
                    </a:lnTo>
                    <a:cubicBezTo>
                      <a:pt x="39" y="372"/>
                      <a:pt x="57" y="427"/>
                      <a:pt x="87" y="448"/>
                    </a:cubicBezTo>
                    <a:lnTo>
                      <a:pt x="87" y="448"/>
                    </a:lnTo>
                    <a:cubicBezTo>
                      <a:pt x="113" y="467"/>
                      <a:pt x="132" y="470"/>
                      <a:pt x="132" y="470"/>
                    </a:cubicBezTo>
                    <a:lnTo>
                      <a:pt x="137" y="495"/>
                    </a:lnTo>
                    <a:lnTo>
                      <a:pt x="331" y="427"/>
                    </a:lnTo>
                  </a:path>
                </a:pathLst>
              </a:custGeom>
              <a:solidFill>
                <a:srgbClr val="C4C8CE">
                  <a:alpha val="15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36" name="Freeform 24">
                <a:extLst>
                  <a:ext uri="{FF2B5EF4-FFF2-40B4-BE49-F238E27FC236}">
                    <a16:creationId xmlns:a16="http://schemas.microsoft.com/office/drawing/2014/main" id="{31D2D6D8-CBA2-4BAD-887F-ED3434A62F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22757" y="6925335"/>
                <a:ext cx="548159" cy="752753"/>
              </a:xfrm>
              <a:custGeom>
                <a:avLst/>
                <a:gdLst>
                  <a:gd name="T0" fmla="*/ 625 w 626"/>
                  <a:gd name="T1" fmla="*/ 52 h 862"/>
                  <a:gd name="T2" fmla="*/ 76 w 626"/>
                  <a:gd name="T3" fmla="*/ 861 h 862"/>
                  <a:gd name="T4" fmla="*/ 0 w 626"/>
                  <a:gd name="T5" fmla="*/ 810 h 862"/>
                  <a:gd name="T6" fmla="*/ 547 w 626"/>
                  <a:gd name="T7" fmla="*/ 0 h 862"/>
                  <a:gd name="T8" fmla="*/ 625 w 626"/>
                  <a:gd name="T9" fmla="*/ 52 h 8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6" h="862">
                    <a:moveTo>
                      <a:pt x="625" y="52"/>
                    </a:moveTo>
                    <a:lnTo>
                      <a:pt x="76" y="861"/>
                    </a:lnTo>
                    <a:lnTo>
                      <a:pt x="0" y="810"/>
                    </a:lnTo>
                    <a:lnTo>
                      <a:pt x="547" y="0"/>
                    </a:lnTo>
                    <a:lnTo>
                      <a:pt x="625" y="52"/>
                    </a:lnTo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711A4D16-0330-4FAB-8DFE-64968FDD12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80662" y="7025703"/>
                <a:ext cx="377472" cy="539567"/>
              </a:xfrm>
              <a:custGeom>
                <a:avLst/>
                <a:gdLst>
                  <a:gd name="connsiteX0" fmla="*/ 6399 w 377472"/>
                  <a:gd name="connsiteY0" fmla="*/ 513415 h 539567"/>
                  <a:gd name="connsiteX1" fmla="*/ 33827 w 377472"/>
                  <a:gd name="connsiteY1" fmla="*/ 530849 h 539567"/>
                  <a:gd name="connsiteX2" fmla="*/ 27427 w 377472"/>
                  <a:gd name="connsiteY2" fmla="*/ 539567 h 539567"/>
                  <a:gd name="connsiteX3" fmla="*/ 0 w 377472"/>
                  <a:gd name="connsiteY3" fmla="*/ 522132 h 539567"/>
                  <a:gd name="connsiteX4" fmla="*/ 64303 w 377472"/>
                  <a:gd name="connsiteY4" fmla="*/ 428489 h 539567"/>
                  <a:gd name="connsiteX5" fmla="*/ 91733 w 377472"/>
                  <a:gd name="connsiteY5" fmla="*/ 445923 h 539567"/>
                  <a:gd name="connsiteX6" fmla="*/ 85332 w 377472"/>
                  <a:gd name="connsiteY6" fmla="*/ 454641 h 539567"/>
                  <a:gd name="connsiteX7" fmla="*/ 57903 w 377472"/>
                  <a:gd name="connsiteY7" fmla="*/ 437206 h 539567"/>
                  <a:gd name="connsiteX8" fmla="*/ 121652 w 377472"/>
                  <a:gd name="connsiteY8" fmla="*/ 343563 h 539567"/>
                  <a:gd name="connsiteX9" fmla="*/ 145856 w 377472"/>
                  <a:gd name="connsiteY9" fmla="*/ 360126 h 539567"/>
                  <a:gd name="connsiteX10" fmla="*/ 140014 w 377472"/>
                  <a:gd name="connsiteY10" fmla="*/ 369715 h 539567"/>
                  <a:gd name="connsiteX11" fmla="*/ 115809 w 377472"/>
                  <a:gd name="connsiteY11" fmla="*/ 352280 h 539567"/>
                  <a:gd name="connsiteX12" fmla="*/ 179555 w 377472"/>
                  <a:gd name="connsiteY12" fmla="*/ 254778 h 539567"/>
                  <a:gd name="connsiteX13" fmla="*/ 203759 w 377472"/>
                  <a:gd name="connsiteY13" fmla="*/ 272211 h 539567"/>
                  <a:gd name="connsiteX14" fmla="*/ 197917 w 377472"/>
                  <a:gd name="connsiteY14" fmla="*/ 280928 h 539567"/>
                  <a:gd name="connsiteX15" fmla="*/ 173712 w 377472"/>
                  <a:gd name="connsiteY15" fmla="*/ 263495 h 539567"/>
                  <a:gd name="connsiteX16" fmla="*/ 237460 w 377472"/>
                  <a:gd name="connsiteY16" fmla="*/ 169852 h 539567"/>
                  <a:gd name="connsiteX17" fmla="*/ 261664 w 377472"/>
                  <a:gd name="connsiteY17" fmla="*/ 186065 h 539567"/>
                  <a:gd name="connsiteX18" fmla="*/ 255822 w 377472"/>
                  <a:gd name="connsiteY18" fmla="*/ 195973 h 539567"/>
                  <a:gd name="connsiteX19" fmla="*/ 231617 w 377472"/>
                  <a:gd name="connsiteY19" fmla="*/ 178859 h 539567"/>
                  <a:gd name="connsiteX20" fmla="*/ 295363 w 377472"/>
                  <a:gd name="connsiteY20" fmla="*/ 84926 h 539567"/>
                  <a:gd name="connsiteX21" fmla="*/ 319567 w 377472"/>
                  <a:gd name="connsiteY21" fmla="*/ 102359 h 539567"/>
                  <a:gd name="connsiteX22" fmla="*/ 313725 w 377472"/>
                  <a:gd name="connsiteY22" fmla="*/ 111076 h 539567"/>
                  <a:gd name="connsiteX23" fmla="*/ 289520 w 377472"/>
                  <a:gd name="connsiteY23" fmla="*/ 94514 h 539567"/>
                  <a:gd name="connsiteX24" fmla="*/ 353268 w 377472"/>
                  <a:gd name="connsiteY24" fmla="*/ 0 h 539567"/>
                  <a:gd name="connsiteX25" fmla="*/ 377472 w 377472"/>
                  <a:gd name="connsiteY25" fmla="*/ 17433 h 539567"/>
                  <a:gd name="connsiteX26" fmla="*/ 371630 w 377472"/>
                  <a:gd name="connsiteY26" fmla="*/ 26150 h 539567"/>
                  <a:gd name="connsiteX27" fmla="*/ 347425 w 377472"/>
                  <a:gd name="connsiteY27" fmla="*/ 8717 h 5395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377472" h="539567">
                    <a:moveTo>
                      <a:pt x="6399" y="513415"/>
                    </a:moveTo>
                    <a:lnTo>
                      <a:pt x="33827" y="530849"/>
                    </a:lnTo>
                    <a:lnTo>
                      <a:pt x="27427" y="539567"/>
                    </a:lnTo>
                    <a:lnTo>
                      <a:pt x="0" y="522132"/>
                    </a:lnTo>
                    <a:close/>
                    <a:moveTo>
                      <a:pt x="64303" y="428489"/>
                    </a:moveTo>
                    <a:lnTo>
                      <a:pt x="91733" y="445923"/>
                    </a:lnTo>
                    <a:lnTo>
                      <a:pt x="85332" y="454641"/>
                    </a:lnTo>
                    <a:lnTo>
                      <a:pt x="57903" y="437206"/>
                    </a:lnTo>
                    <a:close/>
                    <a:moveTo>
                      <a:pt x="121652" y="343563"/>
                    </a:moveTo>
                    <a:lnTo>
                      <a:pt x="145856" y="360126"/>
                    </a:lnTo>
                    <a:lnTo>
                      <a:pt x="140014" y="369715"/>
                    </a:lnTo>
                    <a:lnTo>
                      <a:pt x="115809" y="352280"/>
                    </a:lnTo>
                    <a:close/>
                    <a:moveTo>
                      <a:pt x="179555" y="254778"/>
                    </a:moveTo>
                    <a:lnTo>
                      <a:pt x="203759" y="272211"/>
                    </a:lnTo>
                    <a:lnTo>
                      <a:pt x="197917" y="280928"/>
                    </a:lnTo>
                    <a:lnTo>
                      <a:pt x="173712" y="263495"/>
                    </a:lnTo>
                    <a:close/>
                    <a:moveTo>
                      <a:pt x="237460" y="169852"/>
                    </a:moveTo>
                    <a:lnTo>
                      <a:pt x="261664" y="186065"/>
                    </a:lnTo>
                    <a:lnTo>
                      <a:pt x="255822" y="195973"/>
                    </a:lnTo>
                    <a:lnTo>
                      <a:pt x="231617" y="178859"/>
                    </a:lnTo>
                    <a:close/>
                    <a:moveTo>
                      <a:pt x="295363" y="84926"/>
                    </a:moveTo>
                    <a:lnTo>
                      <a:pt x="319567" y="102359"/>
                    </a:lnTo>
                    <a:lnTo>
                      <a:pt x="313725" y="111076"/>
                    </a:lnTo>
                    <a:lnTo>
                      <a:pt x="289520" y="94514"/>
                    </a:lnTo>
                    <a:close/>
                    <a:moveTo>
                      <a:pt x="353268" y="0"/>
                    </a:moveTo>
                    <a:lnTo>
                      <a:pt x="377472" y="17433"/>
                    </a:lnTo>
                    <a:lnTo>
                      <a:pt x="371630" y="26150"/>
                    </a:lnTo>
                    <a:lnTo>
                      <a:pt x="347425" y="871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square" anchor="ctr">
                <a:noAutofit/>
              </a:bodyPr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38" name="Freeform 32">
                <a:extLst>
                  <a:ext uri="{FF2B5EF4-FFF2-40B4-BE49-F238E27FC236}">
                    <a16:creationId xmlns:a16="http://schemas.microsoft.com/office/drawing/2014/main" id="{2713E043-B5FF-459D-B061-C5150E078E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42060" y="7342245"/>
                <a:ext cx="359005" cy="335843"/>
              </a:xfrm>
              <a:custGeom>
                <a:avLst/>
                <a:gdLst>
                  <a:gd name="T0" fmla="*/ 409 w 410"/>
                  <a:gd name="T1" fmla="*/ 282 h 382"/>
                  <a:gd name="T2" fmla="*/ 301 w 410"/>
                  <a:gd name="T3" fmla="*/ 100 h 382"/>
                  <a:gd name="T4" fmla="*/ 301 w 410"/>
                  <a:gd name="T5" fmla="*/ 100 h 382"/>
                  <a:gd name="T6" fmla="*/ 106 w 410"/>
                  <a:gd name="T7" fmla="*/ 8 h 382"/>
                  <a:gd name="T8" fmla="*/ 106 w 410"/>
                  <a:gd name="T9" fmla="*/ 8 h 382"/>
                  <a:gd name="T10" fmla="*/ 105 w 410"/>
                  <a:gd name="T11" fmla="*/ 38 h 382"/>
                  <a:gd name="T12" fmla="*/ 105 w 410"/>
                  <a:gd name="T13" fmla="*/ 38 h 382"/>
                  <a:gd name="T14" fmla="*/ 17 w 410"/>
                  <a:gd name="T15" fmla="*/ 7 h 382"/>
                  <a:gd name="T16" fmla="*/ 17 w 410"/>
                  <a:gd name="T17" fmla="*/ 7 h 382"/>
                  <a:gd name="T18" fmla="*/ 42 w 410"/>
                  <a:gd name="T19" fmla="*/ 59 h 382"/>
                  <a:gd name="T20" fmla="*/ 42 w 410"/>
                  <a:gd name="T21" fmla="*/ 59 h 382"/>
                  <a:gd name="T22" fmla="*/ 6 w 410"/>
                  <a:gd name="T23" fmla="*/ 66 h 382"/>
                  <a:gd name="T24" fmla="*/ 6 w 410"/>
                  <a:gd name="T25" fmla="*/ 66 h 382"/>
                  <a:gd name="T26" fmla="*/ 54 w 410"/>
                  <a:gd name="T27" fmla="*/ 120 h 382"/>
                  <a:gd name="T28" fmla="*/ 54 w 410"/>
                  <a:gd name="T29" fmla="*/ 120 h 382"/>
                  <a:gd name="T30" fmla="*/ 15 w 410"/>
                  <a:gd name="T31" fmla="*/ 126 h 382"/>
                  <a:gd name="T32" fmla="*/ 15 w 410"/>
                  <a:gd name="T33" fmla="*/ 126 h 382"/>
                  <a:gd name="T34" fmla="*/ 136 w 410"/>
                  <a:gd name="T35" fmla="*/ 233 h 382"/>
                  <a:gd name="T36" fmla="*/ 136 w 410"/>
                  <a:gd name="T37" fmla="*/ 233 h 382"/>
                  <a:gd name="T38" fmla="*/ 181 w 410"/>
                  <a:gd name="T39" fmla="*/ 333 h 382"/>
                  <a:gd name="T40" fmla="*/ 181 w 410"/>
                  <a:gd name="T41" fmla="*/ 333 h 382"/>
                  <a:gd name="T42" fmla="*/ 263 w 410"/>
                  <a:gd name="T43" fmla="*/ 381 h 382"/>
                  <a:gd name="T44" fmla="*/ 409 w 410"/>
                  <a:gd name="T45" fmla="*/ 282 h 3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10" h="382">
                    <a:moveTo>
                      <a:pt x="409" y="282"/>
                    </a:moveTo>
                    <a:lnTo>
                      <a:pt x="301" y="100"/>
                    </a:lnTo>
                    <a:lnTo>
                      <a:pt x="301" y="100"/>
                    </a:lnTo>
                    <a:cubicBezTo>
                      <a:pt x="301" y="100"/>
                      <a:pt x="120" y="0"/>
                      <a:pt x="106" y="8"/>
                    </a:cubicBezTo>
                    <a:lnTo>
                      <a:pt x="106" y="8"/>
                    </a:lnTo>
                    <a:cubicBezTo>
                      <a:pt x="92" y="17"/>
                      <a:pt x="105" y="38"/>
                      <a:pt x="105" y="38"/>
                    </a:cubicBezTo>
                    <a:lnTo>
                      <a:pt x="105" y="38"/>
                    </a:lnTo>
                    <a:cubicBezTo>
                      <a:pt x="105" y="38"/>
                      <a:pt x="31" y="3"/>
                      <a:pt x="17" y="7"/>
                    </a:cubicBezTo>
                    <a:lnTo>
                      <a:pt x="17" y="7"/>
                    </a:lnTo>
                    <a:cubicBezTo>
                      <a:pt x="4" y="12"/>
                      <a:pt x="42" y="59"/>
                      <a:pt x="42" y="59"/>
                    </a:cubicBezTo>
                    <a:lnTo>
                      <a:pt x="42" y="59"/>
                    </a:lnTo>
                    <a:cubicBezTo>
                      <a:pt x="42" y="59"/>
                      <a:pt x="12" y="51"/>
                      <a:pt x="6" y="66"/>
                    </a:cubicBezTo>
                    <a:lnTo>
                      <a:pt x="6" y="66"/>
                    </a:lnTo>
                    <a:cubicBezTo>
                      <a:pt x="0" y="80"/>
                      <a:pt x="54" y="120"/>
                      <a:pt x="54" y="120"/>
                    </a:cubicBezTo>
                    <a:lnTo>
                      <a:pt x="54" y="120"/>
                    </a:lnTo>
                    <a:cubicBezTo>
                      <a:pt x="54" y="120"/>
                      <a:pt x="10" y="110"/>
                      <a:pt x="15" y="126"/>
                    </a:cubicBezTo>
                    <a:lnTo>
                      <a:pt x="15" y="126"/>
                    </a:lnTo>
                    <a:cubicBezTo>
                      <a:pt x="28" y="169"/>
                      <a:pt x="136" y="233"/>
                      <a:pt x="136" y="233"/>
                    </a:cubicBezTo>
                    <a:lnTo>
                      <a:pt x="136" y="233"/>
                    </a:lnTo>
                    <a:cubicBezTo>
                      <a:pt x="136" y="233"/>
                      <a:pt x="144" y="301"/>
                      <a:pt x="181" y="333"/>
                    </a:cubicBezTo>
                    <a:lnTo>
                      <a:pt x="181" y="333"/>
                    </a:lnTo>
                    <a:cubicBezTo>
                      <a:pt x="219" y="365"/>
                      <a:pt x="263" y="381"/>
                      <a:pt x="263" y="381"/>
                    </a:cubicBezTo>
                    <a:lnTo>
                      <a:pt x="409" y="282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39" name="Freeform 33">
                <a:extLst>
                  <a:ext uri="{FF2B5EF4-FFF2-40B4-BE49-F238E27FC236}">
                    <a16:creationId xmlns:a16="http://schemas.microsoft.com/office/drawing/2014/main" id="{818FB523-58A0-4035-970B-1B28CA23FC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42060" y="7342245"/>
                <a:ext cx="359005" cy="335843"/>
              </a:xfrm>
              <a:custGeom>
                <a:avLst/>
                <a:gdLst>
                  <a:gd name="T0" fmla="*/ 409 w 410"/>
                  <a:gd name="T1" fmla="*/ 282 h 382"/>
                  <a:gd name="T2" fmla="*/ 301 w 410"/>
                  <a:gd name="T3" fmla="*/ 100 h 382"/>
                  <a:gd name="T4" fmla="*/ 301 w 410"/>
                  <a:gd name="T5" fmla="*/ 100 h 382"/>
                  <a:gd name="T6" fmla="*/ 106 w 410"/>
                  <a:gd name="T7" fmla="*/ 8 h 382"/>
                  <a:gd name="T8" fmla="*/ 106 w 410"/>
                  <a:gd name="T9" fmla="*/ 8 h 382"/>
                  <a:gd name="T10" fmla="*/ 105 w 410"/>
                  <a:gd name="T11" fmla="*/ 38 h 382"/>
                  <a:gd name="T12" fmla="*/ 105 w 410"/>
                  <a:gd name="T13" fmla="*/ 38 h 382"/>
                  <a:gd name="T14" fmla="*/ 17 w 410"/>
                  <a:gd name="T15" fmla="*/ 7 h 382"/>
                  <a:gd name="T16" fmla="*/ 17 w 410"/>
                  <a:gd name="T17" fmla="*/ 7 h 382"/>
                  <a:gd name="T18" fmla="*/ 42 w 410"/>
                  <a:gd name="T19" fmla="*/ 59 h 382"/>
                  <a:gd name="T20" fmla="*/ 42 w 410"/>
                  <a:gd name="T21" fmla="*/ 59 h 382"/>
                  <a:gd name="T22" fmla="*/ 6 w 410"/>
                  <a:gd name="T23" fmla="*/ 66 h 382"/>
                  <a:gd name="T24" fmla="*/ 6 w 410"/>
                  <a:gd name="T25" fmla="*/ 66 h 382"/>
                  <a:gd name="T26" fmla="*/ 54 w 410"/>
                  <a:gd name="T27" fmla="*/ 120 h 382"/>
                  <a:gd name="T28" fmla="*/ 54 w 410"/>
                  <a:gd name="T29" fmla="*/ 120 h 382"/>
                  <a:gd name="T30" fmla="*/ 15 w 410"/>
                  <a:gd name="T31" fmla="*/ 126 h 382"/>
                  <a:gd name="T32" fmla="*/ 15 w 410"/>
                  <a:gd name="T33" fmla="*/ 126 h 382"/>
                  <a:gd name="T34" fmla="*/ 136 w 410"/>
                  <a:gd name="T35" fmla="*/ 233 h 382"/>
                  <a:gd name="T36" fmla="*/ 136 w 410"/>
                  <a:gd name="T37" fmla="*/ 233 h 382"/>
                  <a:gd name="T38" fmla="*/ 181 w 410"/>
                  <a:gd name="T39" fmla="*/ 333 h 382"/>
                  <a:gd name="T40" fmla="*/ 181 w 410"/>
                  <a:gd name="T41" fmla="*/ 333 h 382"/>
                  <a:gd name="T42" fmla="*/ 263 w 410"/>
                  <a:gd name="T43" fmla="*/ 381 h 382"/>
                  <a:gd name="T44" fmla="*/ 409 w 410"/>
                  <a:gd name="T45" fmla="*/ 282 h 3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10" h="382">
                    <a:moveTo>
                      <a:pt x="409" y="282"/>
                    </a:moveTo>
                    <a:lnTo>
                      <a:pt x="301" y="100"/>
                    </a:lnTo>
                    <a:lnTo>
                      <a:pt x="301" y="100"/>
                    </a:lnTo>
                    <a:cubicBezTo>
                      <a:pt x="301" y="100"/>
                      <a:pt x="120" y="0"/>
                      <a:pt x="106" y="8"/>
                    </a:cubicBezTo>
                    <a:lnTo>
                      <a:pt x="106" y="8"/>
                    </a:lnTo>
                    <a:cubicBezTo>
                      <a:pt x="92" y="17"/>
                      <a:pt x="105" y="38"/>
                      <a:pt x="105" y="38"/>
                    </a:cubicBezTo>
                    <a:lnTo>
                      <a:pt x="105" y="38"/>
                    </a:lnTo>
                    <a:cubicBezTo>
                      <a:pt x="105" y="38"/>
                      <a:pt x="31" y="3"/>
                      <a:pt x="17" y="7"/>
                    </a:cubicBezTo>
                    <a:lnTo>
                      <a:pt x="17" y="7"/>
                    </a:lnTo>
                    <a:cubicBezTo>
                      <a:pt x="4" y="12"/>
                      <a:pt x="42" y="59"/>
                      <a:pt x="42" y="59"/>
                    </a:cubicBezTo>
                    <a:lnTo>
                      <a:pt x="42" y="59"/>
                    </a:lnTo>
                    <a:cubicBezTo>
                      <a:pt x="42" y="59"/>
                      <a:pt x="12" y="51"/>
                      <a:pt x="6" y="66"/>
                    </a:cubicBezTo>
                    <a:lnTo>
                      <a:pt x="6" y="66"/>
                    </a:lnTo>
                    <a:cubicBezTo>
                      <a:pt x="0" y="80"/>
                      <a:pt x="54" y="120"/>
                      <a:pt x="54" y="120"/>
                    </a:cubicBezTo>
                    <a:lnTo>
                      <a:pt x="54" y="120"/>
                    </a:lnTo>
                    <a:cubicBezTo>
                      <a:pt x="54" y="120"/>
                      <a:pt x="10" y="110"/>
                      <a:pt x="15" y="126"/>
                    </a:cubicBezTo>
                    <a:lnTo>
                      <a:pt x="15" y="126"/>
                    </a:lnTo>
                    <a:cubicBezTo>
                      <a:pt x="28" y="169"/>
                      <a:pt x="136" y="233"/>
                      <a:pt x="136" y="233"/>
                    </a:cubicBezTo>
                    <a:lnTo>
                      <a:pt x="136" y="233"/>
                    </a:lnTo>
                    <a:cubicBezTo>
                      <a:pt x="136" y="233"/>
                      <a:pt x="144" y="301"/>
                      <a:pt x="181" y="333"/>
                    </a:cubicBezTo>
                    <a:lnTo>
                      <a:pt x="181" y="333"/>
                    </a:lnTo>
                    <a:cubicBezTo>
                      <a:pt x="219" y="365"/>
                      <a:pt x="263" y="381"/>
                      <a:pt x="263" y="381"/>
                    </a:cubicBezTo>
                    <a:lnTo>
                      <a:pt x="409" y="282"/>
                    </a:lnTo>
                  </a:path>
                </a:pathLst>
              </a:custGeom>
              <a:solidFill>
                <a:srgbClr val="C4C8CE">
                  <a:alpha val="15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40" name="Freeform 34">
                <a:extLst>
                  <a:ext uri="{FF2B5EF4-FFF2-40B4-BE49-F238E27FC236}">
                    <a16:creationId xmlns:a16="http://schemas.microsoft.com/office/drawing/2014/main" id="{3383005D-0C2E-432F-84C1-381134E662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54374" y="7581583"/>
                <a:ext cx="1470767" cy="911025"/>
              </a:xfrm>
              <a:custGeom>
                <a:avLst/>
                <a:gdLst>
                  <a:gd name="T0" fmla="*/ 190 w 1678"/>
                  <a:gd name="T1" fmla="*/ 4 h 1042"/>
                  <a:gd name="T2" fmla="*/ 868 w 1678"/>
                  <a:gd name="T3" fmla="*/ 630 h 1042"/>
                  <a:gd name="T4" fmla="*/ 1410 w 1678"/>
                  <a:gd name="T5" fmla="*/ 400 h 1042"/>
                  <a:gd name="T6" fmla="*/ 1410 w 1678"/>
                  <a:gd name="T7" fmla="*/ 400 h 1042"/>
                  <a:gd name="T8" fmla="*/ 1481 w 1678"/>
                  <a:gd name="T9" fmla="*/ 891 h 1042"/>
                  <a:gd name="T10" fmla="*/ 1481 w 1678"/>
                  <a:gd name="T11" fmla="*/ 891 h 1042"/>
                  <a:gd name="T12" fmla="*/ 603 w 1678"/>
                  <a:gd name="T13" fmla="*/ 967 h 1042"/>
                  <a:gd name="T14" fmla="*/ 603 w 1678"/>
                  <a:gd name="T15" fmla="*/ 967 h 1042"/>
                  <a:gd name="T16" fmla="*/ 0 w 1678"/>
                  <a:gd name="T17" fmla="*/ 131 h 1042"/>
                  <a:gd name="T18" fmla="*/ 0 w 1678"/>
                  <a:gd name="T19" fmla="*/ 131 h 1042"/>
                  <a:gd name="T20" fmla="*/ 190 w 1678"/>
                  <a:gd name="T21" fmla="*/ 4 h 10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678" h="1042">
                    <a:moveTo>
                      <a:pt x="190" y="4"/>
                    </a:moveTo>
                    <a:lnTo>
                      <a:pt x="868" y="630"/>
                    </a:lnTo>
                    <a:lnTo>
                      <a:pt x="1410" y="400"/>
                    </a:lnTo>
                    <a:lnTo>
                      <a:pt x="1410" y="400"/>
                    </a:lnTo>
                    <a:cubicBezTo>
                      <a:pt x="1410" y="400"/>
                      <a:pt x="1677" y="584"/>
                      <a:pt x="1481" y="891"/>
                    </a:cubicBezTo>
                    <a:lnTo>
                      <a:pt x="1481" y="891"/>
                    </a:lnTo>
                    <a:cubicBezTo>
                      <a:pt x="1481" y="891"/>
                      <a:pt x="781" y="1041"/>
                      <a:pt x="603" y="967"/>
                    </a:cubicBezTo>
                    <a:lnTo>
                      <a:pt x="603" y="967"/>
                    </a:lnTo>
                    <a:cubicBezTo>
                      <a:pt x="424" y="894"/>
                      <a:pt x="0" y="131"/>
                      <a:pt x="0" y="131"/>
                    </a:cubicBezTo>
                    <a:lnTo>
                      <a:pt x="0" y="131"/>
                    </a:lnTo>
                    <a:cubicBezTo>
                      <a:pt x="0" y="131"/>
                      <a:pt x="64" y="0"/>
                      <a:pt x="190" y="4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41" name="Freeform 35">
                <a:extLst>
                  <a:ext uri="{FF2B5EF4-FFF2-40B4-BE49-F238E27FC236}">
                    <a16:creationId xmlns:a16="http://schemas.microsoft.com/office/drawing/2014/main" id="{0945C1BF-F2B5-4459-ACBB-FB0990D31B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20912" y="7106767"/>
                <a:ext cx="501836" cy="710291"/>
              </a:xfrm>
              <a:custGeom>
                <a:avLst/>
                <a:gdLst>
                  <a:gd name="T0" fmla="*/ 531 w 574"/>
                  <a:gd name="T1" fmla="*/ 443 h 810"/>
                  <a:gd name="T2" fmla="*/ 531 w 574"/>
                  <a:gd name="T3" fmla="*/ 443 h 810"/>
                  <a:gd name="T4" fmla="*/ 177 w 574"/>
                  <a:gd name="T5" fmla="*/ 756 h 810"/>
                  <a:gd name="T6" fmla="*/ 177 w 574"/>
                  <a:gd name="T7" fmla="*/ 756 h 810"/>
                  <a:gd name="T8" fmla="*/ 41 w 574"/>
                  <a:gd name="T9" fmla="*/ 303 h 810"/>
                  <a:gd name="T10" fmla="*/ 41 w 574"/>
                  <a:gd name="T11" fmla="*/ 303 h 810"/>
                  <a:gd name="T12" fmla="*/ 376 w 574"/>
                  <a:gd name="T13" fmla="*/ 55 h 810"/>
                  <a:gd name="T14" fmla="*/ 376 w 574"/>
                  <a:gd name="T15" fmla="*/ 55 h 810"/>
                  <a:gd name="T16" fmla="*/ 531 w 574"/>
                  <a:gd name="T17" fmla="*/ 443 h 8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74" h="810">
                    <a:moveTo>
                      <a:pt x="531" y="443"/>
                    </a:moveTo>
                    <a:lnTo>
                      <a:pt x="531" y="443"/>
                    </a:lnTo>
                    <a:cubicBezTo>
                      <a:pt x="489" y="591"/>
                      <a:pt x="353" y="809"/>
                      <a:pt x="177" y="756"/>
                    </a:cubicBezTo>
                    <a:lnTo>
                      <a:pt x="177" y="756"/>
                    </a:lnTo>
                    <a:cubicBezTo>
                      <a:pt x="1" y="703"/>
                      <a:pt x="0" y="451"/>
                      <a:pt x="41" y="303"/>
                    </a:cubicBezTo>
                    <a:lnTo>
                      <a:pt x="41" y="303"/>
                    </a:lnTo>
                    <a:cubicBezTo>
                      <a:pt x="84" y="155"/>
                      <a:pt x="183" y="0"/>
                      <a:pt x="376" y="55"/>
                    </a:cubicBezTo>
                    <a:lnTo>
                      <a:pt x="376" y="55"/>
                    </a:lnTo>
                    <a:cubicBezTo>
                      <a:pt x="570" y="111"/>
                      <a:pt x="573" y="295"/>
                      <a:pt x="531" y="44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42" name="Freeform 36">
                <a:extLst>
                  <a:ext uri="{FF2B5EF4-FFF2-40B4-BE49-F238E27FC236}">
                    <a16:creationId xmlns:a16="http://schemas.microsoft.com/office/drawing/2014/main" id="{187C0F37-DE85-44C8-BB67-ACD328AD49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20912" y="7106767"/>
                <a:ext cx="501836" cy="710291"/>
              </a:xfrm>
              <a:custGeom>
                <a:avLst/>
                <a:gdLst>
                  <a:gd name="T0" fmla="*/ 531 w 574"/>
                  <a:gd name="T1" fmla="*/ 443 h 810"/>
                  <a:gd name="T2" fmla="*/ 531 w 574"/>
                  <a:gd name="T3" fmla="*/ 443 h 810"/>
                  <a:gd name="T4" fmla="*/ 177 w 574"/>
                  <a:gd name="T5" fmla="*/ 756 h 810"/>
                  <a:gd name="T6" fmla="*/ 177 w 574"/>
                  <a:gd name="T7" fmla="*/ 756 h 810"/>
                  <a:gd name="T8" fmla="*/ 41 w 574"/>
                  <a:gd name="T9" fmla="*/ 303 h 810"/>
                  <a:gd name="T10" fmla="*/ 41 w 574"/>
                  <a:gd name="T11" fmla="*/ 303 h 810"/>
                  <a:gd name="T12" fmla="*/ 376 w 574"/>
                  <a:gd name="T13" fmla="*/ 55 h 810"/>
                  <a:gd name="T14" fmla="*/ 376 w 574"/>
                  <a:gd name="T15" fmla="*/ 55 h 810"/>
                  <a:gd name="T16" fmla="*/ 531 w 574"/>
                  <a:gd name="T17" fmla="*/ 443 h 8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74" h="810">
                    <a:moveTo>
                      <a:pt x="531" y="443"/>
                    </a:moveTo>
                    <a:lnTo>
                      <a:pt x="531" y="443"/>
                    </a:lnTo>
                    <a:cubicBezTo>
                      <a:pt x="489" y="591"/>
                      <a:pt x="353" y="809"/>
                      <a:pt x="177" y="756"/>
                    </a:cubicBezTo>
                    <a:lnTo>
                      <a:pt x="177" y="756"/>
                    </a:lnTo>
                    <a:cubicBezTo>
                      <a:pt x="1" y="703"/>
                      <a:pt x="0" y="451"/>
                      <a:pt x="41" y="303"/>
                    </a:cubicBezTo>
                    <a:lnTo>
                      <a:pt x="41" y="303"/>
                    </a:lnTo>
                    <a:cubicBezTo>
                      <a:pt x="84" y="155"/>
                      <a:pt x="183" y="0"/>
                      <a:pt x="376" y="55"/>
                    </a:cubicBezTo>
                    <a:lnTo>
                      <a:pt x="376" y="55"/>
                    </a:lnTo>
                    <a:cubicBezTo>
                      <a:pt x="570" y="111"/>
                      <a:pt x="573" y="295"/>
                      <a:pt x="531" y="443"/>
                    </a:cubicBezTo>
                  </a:path>
                </a:pathLst>
              </a:custGeom>
              <a:solidFill>
                <a:srgbClr val="C4C8CE">
                  <a:alpha val="15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43" name="Freeform 37">
                <a:extLst>
                  <a:ext uri="{FF2B5EF4-FFF2-40B4-BE49-F238E27FC236}">
                    <a16:creationId xmlns:a16="http://schemas.microsoft.com/office/drawing/2014/main" id="{0067F2CF-283C-460E-9193-AF8619C4AB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59514" y="6875151"/>
                <a:ext cx="725732" cy="837681"/>
              </a:xfrm>
              <a:custGeom>
                <a:avLst/>
                <a:gdLst>
                  <a:gd name="T0" fmla="*/ 92 w 828"/>
                  <a:gd name="T1" fmla="*/ 698 h 958"/>
                  <a:gd name="T2" fmla="*/ 129 w 828"/>
                  <a:gd name="T3" fmla="*/ 708 h 958"/>
                  <a:gd name="T4" fmla="*/ 129 w 828"/>
                  <a:gd name="T5" fmla="*/ 708 h 958"/>
                  <a:gd name="T6" fmla="*/ 235 w 828"/>
                  <a:gd name="T7" fmla="*/ 545 h 958"/>
                  <a:gd name="T8" fmla="*/ 235 w 828"/>
                  <a:gd name="T9" fmla="*/ 545 h 958"/>
                  <a:gd name="T10" fmla="*/ 204 w 828"/>
                  <a:gd name="T11" fmla="*/ 718 h 958"/>
                  <a:gd name="T12" fmla="*/ 204 w 828"/>
                  <a:gd name="T13" fmla="*/ 718 h 958"/>
                  <a:gd name="T14" fmla="*/ 316 w 828"/>
                  <a:gd name="T15" fmla="*/ 953 h 958"/>
                  <a:gd name="T16" fmla="*/ 316 w 828"/>
                  <a:gd name="T17" fmla="*/ 953 h 958"/>
                  <a:gd name="T18" fmla="*/ 623 w 828"/>
                  <a:gd name="T19" fmla="*/ 939 h 958"/>
                  <a:gd name="T20" fmla="*/ 660 w 828"/>
                  <a:gd name="T21" fmla="*/ 589 h 958"/>
                  <a:gd name="T22" fmla="*/ 660 w 828"/>
                  <a:gd name="T23" fmla="*/ 589 h 958"/>
                  <a:gd name="T24" fmla="*/ 718 w 828"/>
                  <a:gd name="T25" fmla="*/ 280 h 958"/>
                  <a:gd name="T26" fmla="*/ 718 w 828"/>
                  <a:gd name="T27" fmla="*/ 280 h 958"/>
                  <a:gd name="T28" fmla="*/ 119 w 828"/>
                  <a:gd name="T29" fmla="*/ 27 h 958"/>
                  <a:gd name="T30" fmla="*/ 119 w 828"/>
                  <a:gd name="T31" fmla="*/ 27 h 958"/>
                  <a:gd name="T32" fmla="*/ 58 w 828"/>
                  <a:gd name="T33" fmla="*/ 303 h 958"/>
                  <a:gd name="T34" fmla="*/ 58 w 828"/>
                  <a:gd name="T35" fmla="*/ 303 h 958"/>
                  <a:gd name="T36" fmla="*/ 92 w 828"/>
                  <a:gd name="T37" fmla="*/ 698 h 9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828" h="958">
                    <a:moveTo>
                      <a:pt x="92" y="698"/>
                    </a:moveTo>
                    <a:lnTo>
                      <a:pt x="129" y="708"/>
                    </a:lnTo>
                    <a:lnTo>
                      <a:pt x="129" y="708"/>
                    </a:lnTo>
                    <a:cubicBezTo>
                      <a:pt x="129" y="708"/>
                      <a:pt x="170" y="511"/>
                      <a:pt x="235" y="545"/>
                    </a:cubicBezTo>
                    <a:lnTo>
                      <a:pt x="235" y="545"/>
                    </a:lnTo>
                    <a:cubicBezTo>
                      <a:pt x="299" y="579"/>
                      <a:pt x="255" y="691"/>
                      <a:pt x="204" y="718"/>
                    </a:cubicBezTo>
                    <a:lnTo>
                      <a:pt x="204" y="718"/>
                    </a:lnTo>
                    <a:cubicBezTo>
                      <a:pt x="204" y="718"/>
                      <a:pt x="211" y="950"/>
                      <a:pt x="316" y="953"/>
                    </a:cubicBezTo>
                    <a:lnTo>
                      <a:pt x="316" y="953"/>
                    </a:lnTo>
                    <a:cubicBezTo>
                      <a:pt x="422" y="957"/>
                      <a:pt x="623" y="939"/>
                      <a:pt x="623" y="939"/>
                    </a:cubicBezTo>
                    <a:lnTo>
                      <a:pt x="660" y="589"/>
                    </a:lnTo>
                    <a:lnTo>
                      <a:pt x="660" y="589"/>
                    </a:lnTo>
                    <a:cubicBezTo>
                      <a:pt x="660" y="589"/>
                      <a:pt x="827" y="317"/>
                      <a:pt x="718" y="280"/>
                    </a:cubicBezTo>
                    <a:lnTo>
                      <a:pt x="718" y="280"/>
                    </a:lnTo>
                    <a:cubicBezTo>
                      <a:pt x="438" y="183"/>
                      <a:pt x="225" y="0"/>
                      <a:pt x="119" y="27"/>
                    </a:cubicBezTo>
                    <a:lnTo>
                      <a:pt x="119" y="27"/>
                    </a:lnTo>
                    <a:cubicBezTo>
                      <a:pt x="13" y="55"/>
                      <a:pt x="0" y="217"/>
                      <a:pt x="58" y="303"/>
                    </a:cubicBezTo>
                    <a:lnTo>
                      <a:pt x="58" y="303"/>
                    </a:lnTo>
                    <a:cubicBezTo>
                      <a:pt x="116" y="388"/>
                      <a:pt x="92" y="698"/>
                      <a:pt x="92" y="698"/>
                    </a:cubicBezTo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44" name="Freeform 39">
                <a:extLst>
                  <a:ext uri="{FF2B5EF4-FFF2-40B4-BE49-F238E27FC236}">
                    <a16:creationId xmlns:a16="http://schemas.microsoft.com/office/drawing/2014/main" id="{34A64CF3-3A1B-452E-A446-ADC50D4B2C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23124" y="12561340"/>
                <a:ext cx="2617268" cy="405328"/>
              </a:xfrm>
              <a:custGeom>
                <a:avLst/>
                <a:gdLst>
                  <a:gd name="T0" fmla="*/ 2990 w 2991"/>
                  <a:gd name="T1" fmla="*/ 231 h 464"/>
                  <a:gd name="T2" fmla="*/ 2990 w 2991"/>
                  <a:gd name="T3" fmla="*/ 231 h 464"/>
                  <a:gd name="T4" fmla="*/ 1495 w 2991"/>
                  <a:gd name="T5" fmla="*/ 463 h 464"/>
                  <a:gd name="T6" fmla="*/ 1495 w 2991"/>
                  <a:gd name="T7" fmla="*/ 463 h 464"/>
                  <a:gd name="T8" fmla="*/ 0 w 2991"/>
                  <a:gd name="T9" fmla="*/ 231 h 464"/>
                  <a:gd name="T10" fmla="*/ 0 w 2991"/>
                  <a:gd name="T11" fmla="*/ 231 h 464"/>
                  <a:gd name="T12" fmla="*/ 1495 w 2991"/>
                  <a:gd name="T13" fmla="*/ 0 h 464"/>
                  <a:gd name="T14" fmla="*/ 1495 w 2991"/>
                  <a:gd name="T15" fmla="*/ 0 h 464"/>
                  <a:gd name="T16" fmla="*/ 2990 w 2991"/>
                  <a:gd name="T17" fmla="*/ 231 h 4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991" h="464">
                    <a:moveTo>
                      <a:pt x="2990" y="231"/>
                    </a:moveTo>
                    <a:lnTo>
                      <a:pt x="2990" y="231"/>
                    </a:lnTo>
                    <a:cubicBezTo>
                      <a:pt x="2990" y="359"/>
                      <a:pt x="2321" y="463"/>
                      <a:pt x="1495" y="463"/>
                    </a:cubicBezTo>
                    <a:lnTo>
                      <a:pt x="1495" y="463"/>
                    </a:lnTo>
                    <a:cubicBezTo>
                      <a:pt x="669" y="463"/>
                      <a:pt x="0" y="359"/>
                      <a:pt x="0" y="231"/>
                    </a:cubicBezTo>
                    <a:lnTo>
                      <a:pt x="0" y="231"/>
                    </a:lnTo>
                    <a:cubicBezTo>
                      <a:pt x="0" y="104"/>
                      <a:pt x="669" y="0"/>
                      <a:pt x="1495" y="0"/>
                    </a:cubicBezTo>
                    <a:lnTo>
                      <a:pt x="1495" y="0"/>
                    </a:lnTo>
                    <a:cubicBezTo>
                      <a:pt x="2321" y="0"/>
                      <a:pt x="2990" y="104"/>
                      <a:pt x="2990" y="231"/>
                    </a:cubicBezTo>
                  </a:path>
                </a:pathLst>
              </a:custGeom>
              <a:solidFill>
                <a:srgbClr val="111340">
                  <a:alpha val="10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45" name="Freeform 40">
                <a:extLst>
                  <a:ext uri="{FF2B5EF4-FFF2-40B4-BE49-F238E27FC236}">
                    <a16:creationId xmlns:a16="http://schemas.microsoft.com/office/drawing/2014/main" id="{41CB99B2-5FAD-43DF-8C71-9C593CF23A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28455" y="12306561"/>
                <a:ext cx="636944" cy="428490"/>
              </a:xfrm>
              <a:custGeom>
                <a:avLst/>
                <a:gdLst>
                  <a:gd name="T0" fmla="*/ 727 w 728"/>
                  <a:gd name="T1" fmla="*/ 68 h 488"/>
                  <a:gd name="T2" fmla="*/ 507 w 728"/>
                  <a:gd name="T3" fmla="*/ 0 h 488"/>
                  <a:gd name="T4" fmla="*/ 507 w 728"/>
                  <a:gd name="T5" fmla="*/ 0 h 488"/>
                  <a:gd name="T6" fmla="*/ 218 w 728"/>
                  <a:gd name="T7" fmla="*/ 315 h 488"/>
                  <a:gd name="T8" fmla="*/ 218 w 728"/>
                  <a:gd name="T9" fmla="*/ 315 h 488"/>
                  <a:gd name="T10" fmla="*/ 0 w 728"/>
                  <a:gd name="T11" fmla="*/ 487 h 488"/>
                  <a:gd name="T12" fmla="*/ 297 w 728"/>
                  <a:gd name="T13" fmla="*/ 487 h 488"/>
                  <a:gd name="T14" fmla="*/ 297 w 728"/>
                  <a:gd name="T15" fmla="*/ 487 h 488"/>
                  <a:gd name="T16" fmla="*/ 502 w 728"/>
                  <a:gd name="T17" fmla="*/ 487 h 488"/>
                  <a:gd name="T18" fmla="*/ 709 w 728"/>
                  <a:gd name="T19" fmla="*/ 269 h 488"/>
                  <a:gd name="T20" fmla="*/ 689 w 728"/>
                  <a:gd name="T21" fmla="*/ 183 h 488"/>
                  <a:gd name="T22" fmla="*/ 727 w 728"/>
                  <a:gd name="T23" fmla="*/ 68 h 4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28" h="488">
                    <a:moveTo>
                      <a:pt x="727" y="68"/>
                    </a:moveTo>
                    <a:lnTo>
                      <a:pt x="507" y="0"/>
                    </a:lnTo>
                    <a:lnTo>
                      <a:pt x="507" y="0"/>
                    </a:lnTo>
                    <a:cubicBezTo>
                      <a:pt x="507" y="0"/>
                      <a:pt x="418" y="282"/>
                      <a:pt x="218" y="315"/>
                    </a:cubicBezTo>
                    <a:lnTo>
                      <a:pt x="218" y="315"/>
                    </a:lnTo>
                    <a:cubicBezTo>
                      <a:pt x="21" y="347"/>
                      <a:pt x="0" y="487"/>
                      <a:pt x="0" y="487"/>
                    </a:cubicBezTo>
                    <a:lnTo>
                      <a:pt x="297" y="487"/>
                    </a:lnTo>
                    <a:lnTo>
                      <a:pt x="297" y="487"/>
                    </a:lnTo>
                    <a:lnTo>
                      <a:pt x="502" y="487"/>
                    </a:lnTo>
                    <a:lnTo>
                      <a:pt x="709" y="269"/>
                    </a:lnTo>
                    <a:lnTo>
                      <a:pt x="689" y="183"/>
                    </a:lnTo>
                    <a:lnTo>
                      <a:pt x="727" y="68"/>
                    </a:lnTo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46" name="Freeform 41">
                <a:extLst>
                  <a:ext uri="{FF2B5EF4-FFF2-40B4-BE49-F238E27FC236}">
                    <a16:creationId xmlns:a16="http://schemas.microsoft.com/office/drawing/2014/main" id="{AB5DD971-FCBA-4C9D-9C35-7E2B2D4207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28455" y="12376046"/>
                <a:ext cx="621503" cy="355145"/>
              </a:xfrm>
              <a:custGeom>
                <a:avLst/>
                <a:gdLst>
                  <a:gd name="T0" fmla="*/ 699 w 710"/>
                  <a:gd name="T1" fmla="*/ 74 h 407"/>
                  <a:gd name="T2" fmla="*/ 473 w 710"/>
                  <a:gd name="T3" fmla="*/ 0 h 407"/>
                  <a:gd name="T4" fmla="*/ 473 w 710"/>
                  <a:gd name="T5" fmla="*/ 0 h 407"/>
                  <a:gd name="T6" fmla="*/ 218 w 710"/>
                  <a:gd name="T7" fmla="*/ 234 h 407"/>
                  <a:gd name="T8" fmla="*/ 218 w 710"/>
                  <a:gd name="T9" fmla="*/ 234 h 407"/>
                  <a:gd name="T10" fmla="*/ 0 w 710"/>
                  <a:gd name="T11" fmla="*/ 406 h 407"/>
                  <a:gd name="T12" fmla="*/ 297 w 710"/>
                  <a:gd name="T13" fmla="*/ 406 h 407"/>
                  <a:gd name="T14" fmla="*/ 515 w 710"/>
                  <a:gd name="T15" fmla="*/ 188 h 407"/>
                  <a:gd name="T16" fmla="*/ 709 w 710"/>
                  <a:gd name="T17" fmla="*/ 188 h 407"/>
                  <a:gd name="T18" fmla="*/ 689 w 710"/>
                  <a:gd name="T19" fmla="*/ 102 h 407"/>
                  <a:gd name="T20" fmla="*/ 699 w 710"/>
                  <a:gd name="T21" fmla="*/ 74 h 4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10" h="407">
                    <a:moveTo>
                      <a:pt x="699" y="74"/>
                    </a:moveTo>
                    <a:lnTo>
                      <a:pt x="473" y="0"/>
                    </a:lnTo>
                    <a:lnTo>
                      <a:pt x="473" y="0"/>
                    </a:lnTo>
                    <a:cubicBezTo>
                      <a:pt x="431" y="86"/>
                      <a:pt x="349" y="213"/>
                      <a:pt x="218" y="234"/>
                    </a:cubicBezTo>
                    <a:lnTo>
                      <a:pt x="218" y="234"/>
                    </a:lnTo>
                    <a:cubicBezTo>
                      <a:pt x="21" y="266"/>
                      <a:pt x="0" y="406"/>
                      <a:pt x="0" y="406"/>
                    </a:cubicBezTo>
                    <a:lnTo>
                      <a:pt x="297" y="406"/>
                    </a:lnTo>
                    <a:lnTo>
                      <a:pt x="515" y="188"/>
                    </a:lnTo>
                    <a:lnTo>
                      <a:pt x="709" y="188"/>
                    </a:lnTo>
                    <a:lnTo>
                      <a:pt x="689" y="102"/>
                    </a:lnTo>
                    <a:lnTo>
                      <a:pt x="699" y="74"/>
                    </a:lnTo>
                  </a:path>
                </a:pathLst>
              </a:custGeom>
              <a:solidFill>
                <a:srgbClr val="FFFFFF">
                  <a:alpha val="10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47" name="Freeform 42">
                <a:extLst>
                  <a:ext uri="{FF2B5EF4-FFF2-40B4-BE49-F238E27FC236}">
                    <a16:creationId xmlns:a16="http://schemas.microsoft.com/office/drawing/2014/main" id="{44C6AF3F-4386-4B86-89A5-5EB9299AD6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72385" y="12306561"/>
                <a:ext cx="3861" cy="3859"/>
              </a:xfrm>
              <a:custGeom>
                <a:avLst/>
                <a:gdLst>
                  <a:gd name="T0" fmla="*/ 0 w 1"/>
                  <a:gd name="T1" fmla="*/ 1 h 2"/>
                  <a:gd name="T2" fmla="*/ 0 w 1"/>
                  <a:gd name="T3" fmla="*/ 1 h 2"/>
                  <a:gd name="T4" fmla="*/ 0 w 1"/>
                  <a:gd name="T5" fmla="*/ 0 h 2"/>
                  <a:gd name="T6" fmla="*/ 0 w 1"/>
                  <a:gd name="T7" fmla="*/ 0 h 2"/>
                  <a:gd name="T8" fmla="*/ 0 w 1"/>
                  <a:gd name="T9" fmla="*/ 1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lnTo>
                      <a:pt x="0" y="1"/>
                    </a:lnTo>
                    <a:cubicBezTo>
                      <a:pt x="0" y="0"/>
                      <a:pt x="0" y="0"/>
                      <a:pt x="0" y="0"/>
                    </a:cubicBezTo>
                    <a:lnTo>
                      <a:pt x="0" y="0"/>
                    </a:lnTo>
                    <a:lnTo>
                      <a:pt x="0" y="1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5598D3E0-BA22-4D74-836A-E499939DDC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06762" y="9426794"/>
                <a:ext cx="1582082" cy="3052602"/>
              </a:xfrm>
              <a:custGeom>
                <a:avLst/>
                <a:gdLst>
                  <a:gd name="connsiteX0" fmla="*/ 1491603 w 1582082"/>
                  <a:gd name="connsiteY0" fmla="*/ 0 h 3052602"/>
                  <a:gd name="connsiteX1" fmla="*/ 1515274 w 1582082"/>
                  <a:gd name="connsiteY1" fmla="*/ 723307 h 3052602"/>
                  <a:gd name="connsiteX2" fmla="*/ 1412700 w 1582082"/>
                  <a:gd name="connsiteY2" fmla="*/ 1713696 h 3052602"/>
                  <a:gd name="connsiteX3" fmla="*/ 1460042 w 1582082"/>
                  <a:gd name="connsiteY3" fmla="*/ 2266246 h 3052602"/>
                  <a:gd name="connsiteX4" fmla="*/ 1367987 w 1582082"/>
                  <a:gd name="connsiteY4" fmla="*/ 3044721 h 3052602"/>
                  <a:gd name="connsiteX5" fmla="*/ 1133906 w 1582082"/>
                  <a:gd name="connsiteY5" fmla="*/ 3052602 h 3052602"/>
                  <a:gd name="connsiteX6" fmla="*/ 1010290 w 1582082"/>
                  <a:gd name="connsiteY6" fmla="*/ 1633133 h 3052602"/>
                  <a:gd name="connsiteX7" fmla="*/ 988217 w 1582082"/>
                  <a:gd name="connsiteY7" fmla="*/ 1122659 h 3052602"/>
                  <a:gd name="connsiteX8" fmla="*/ 947435 w 1582082"/>
                  <a:gd name="connsiteY8" fmla="*/ 1209642 h 3052602"/>
                  <a:gd name="connsiteX9" fmla="*/ 642853 w 1582082"/>
                  <a:gd name="connsiteY9" fmla="*/ 1642060 h 3052602"/>
                  <a:gd name="connsiteX10" fmla="*/ 277258 w 1582082"/>
                  <a:gd name="connsiteY10" fmla="*/ 2975397 h 3052602"/>
                  <a:gd name="connsiteX11" fmla="*/ 0 w 1582082"/>
                  <a:gd name="connsiteY11" fmla="*/ 2908861 h 3052602"/>
                  <a:gd name="connsiteX12" fmla="*/ 229153 w 1582082"/>
                  <a:gd name="connsiteY12" fmla="*/ 1630679 h 3052602"/>
                  <a:gd name="connsiteX13" fmla="*/ 648975 w 1582082"/>
                  <a:gd name="connsiteY13" fmla="*/ 77599 h 3052602"/>
                  <a:gd name="connsiteX14" fmla="*/ 1325064 w 1582082"/>
                  <a:gd name="connsiteY14" fmla="*/ 15441 h 3052602"/>
                  <a:gd name="connsiteX15" fmla="*/ 1325129 w 1582082"/>
                  <a:gd name="connsiteY15" fmla="*/ 15647 h 30526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82082" h="3052602">
                    <a:moveTo>
                      <a:pt x="1491603" y="0"/>
                    </a:moveTo>
                    <a:cubicBezTo>
                      <a:pt x="1491603" y="0"/>
                      <a:pt x="1678342" y="525405"/>
                      <a:pt x="1515274" y="723307"/>
                    </a:cubicBezTo>
                    <a:cubicBezTo>
                      <a:pt x="1515274" y="723307"/>
                      <a:pt x="1583658" y="1316139"/>
                      <a:pt x="1412700" y="1713696"/>
                    </a:cubicBezTo>
                    <a:cubicBezTo>
                      <a:pt x="1412700" y="1713696"/>
                      <a:pt x="1472316" y="2032441"/>
                      <a:pt x="1460042" y="2266246"/>
                    </a:cubicBezTo>
                    <a:cubicBezTo>
                      <a:pt x="1446014" y="2523695"/>
                      <a:pt x="1367987" y="3044721"/>
                      <a:pt x="1367987" y="3044721"/>
                    </a:cubicBezTo>
                    <a:lnTo>
                      <a:pt x="1133906" y="3052602"/>
                    </a:lnTo>
                    <a:lnTo>
                      <a:pt x="1010290" y="1633133"/>
                    </a:lnTo>
                    <a:lnTo>
                      <a:pt x="988217" y="1122659"/>
                    </a:lnTo>
                    <a:lnTo>
                      <a:pt x="947435" y="1209642"/>
                    </a:lnTo>
                    <a:cubicBezTo>
                      <a:pt x="872689" y="1356274"/>
                      <a:pt x="772408" y="1513695"/>
                      <a:pt x="642853" y="1642060"/>
                    </a:cubicBezTo>
                    <a:cubicBezTo>
                      <a:pt x="642853" y="1642060"/>
                      <a:pt x="685710" y="2248759"/>
                      <a:pt x="277258" y="2975397"/>
                    </a:cubicBezTo>
                    <a:lnTo>
                      <a:pt x="0" y="2908861"/>
                    </a:lnTo>
                    <a:lnTo>
                      <a:pt x="229153" y="1630679"/>
                    </a:lnTo>
                    <a:lnTo>
                      <a:pt x="648975" y="77599"/>
                    </a:lnTo>
                    <a:lnTo>
                      <a:pt x="1325064" y="15441"/>
                    </a:lnTo>
                    <a:lnTo>
                      <a:pt x="1325129" y="1564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/>
            </p:spPr>
            <p:txBody>
              <a:bodyPr wrap="square" anchor="ctr">
                <a:noAutofit/>
              </a:bodyPr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4E841F4F-7340-4F14-B4B9-8A2B5DE0F2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48670" y="9449957"/>
                <a:ext cx="459307" cy="1118603"/>
              </a:xfrm>
              <a:custGeom>
                <a:avLst/>
                <a:gdLst>
                  <a:gd name="connsiteX0" fmla="*/ 412015 w 459307"/>
                  <a:gd name="connsiteY0" fmla="*/ 146432 h 1118603"/>
                  <a:gd name="connsiteX1" fmla="*/ 439179 w 459307"/>
                  <a:gd name="connsiteY1" fmla="*/ 223545 h 1118603"/>
                  <a:gd name="connsiteX2" fmla="*/ 399035 w 459307"/>
                  <a:gd name="connsiteY2" fmla="*/ 628557 h 1118603"/>
                  <a:gd name="connsiteX3" fmla="*/ 235396 w 459307"/>
                  <a:gd name="connsiteY3" fmla="*/ 774081 h 1118603"/>
                  <a:gd name="connsiteX4" fmla="*/ 47254 w 459307"/>
                  <a:gd name="connsiteY4" fmla="*/ 1118603 h 1118603"/>
                  <a:gd name="connsiteX5" fmla="*/ 46417 w 459307"/>
                  <a:gd name="connsiteY5" fmla="*/ 1099270 h 1118603"/>
                  <a:gd name="connsiteX6" fmla="*/ 71899 w 459307"/>
                  <a:gd name="connsiteY6" fmla="*/ 1044921 h 1118603"/>
                  <a:gd name="connsiteX7" fmla="*/ 183742 w 459307"/>
                  <a:gd name="connsiteY7" fmla="*/ 727673 h 1118603"/>
                  <a:gd name="connsiteX8" fmla="*/ 413988 w 459307"/>
                  <a:gd name="connsiteY8" fmla="*/ 237192 h 1118603"/>
                  <a:gd name="connsiteX9" fmla="*/ 297526 w 459307"/>
                  <a:gd name="connsiteY9" fmla="*/ 0 h 1118603"/>
                  <a:gd name="connsiteX10" fmla="*/ 297712 w 459307"/>
                  <a:gd name="connsiteY10" fmla="*/ 136 h 1118603"/>
                  <a:gd name="connsiteX11" fmla="*/ 14 w 459307"/>
                  <a:gd name="connsiteY11" fmla="*/ 27505 h 1118603"/>
                  <a:gd name="connsiteX12" fmla="*/ 0 w 459307"/>
                  <a:gd name="connsiteY12" fmla="*/ 27176 h 11186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59307" h="1118603">
                    <a:moveTo>
                      <a:pt x="412015" y="146432"/>
                    </a:moveTo>
                    <a:lnTo>
                      <a:pt x="439179" y="223545"/>
                    </a:lnTo>
                    <a:cubicBezTo>
                      <a:pt x="470354" y="339263"/>
                      <a:pt x="471229" y="485225"/>
                      <a:pt x="399035" y="628557"/>
                    </a:cubicBezTo>
                    <a:cubicBezTo>
                      <a:pt x="335155" y="755671"/>
                      <a:pt x="235396" y="774081"/>
                      <a:pt x="235396" y="774081"/>
                    </a:cubicBezTo>
                    <a:cubicBezTo>
                      <a:pt x="235396" y="774081"/>
                      <a:pt x="177641" y="1033568"/>
                      <a:pt x="47254" y="1118603"/>
                    </a:cubicBezTo>
                    <a:lnTo>
                      <a:pt x="46417" y="1099270"/>
                    </a:lnTo>
                    <a:lnTo>
                      <a:pt x="71899" y="1044921"/>
                    </a:lnTo>
                    <a:cubicBezTo>
                      <a:pt x="149413" y="864903"/>
                      <a:pt x="183742" y="727673"/>
                      <a:pt x="183742" y="727673"/>
                    </a:cubicBezTo>
                    <a:cubicBezTo>
                      <a:pt x="357793" y="563961"/>
                      <a:pt x="407647" y="380112"/>
                      <a:pt x="413988" y="237192"/>
                    </a:cubicBezTo>
                    <a:close/>
                    <a:moveTo>
                      <a:pt x="297526" y="0"/>
                    </a:moveTo>
                    <a:lnTo>
                      <a:pt x="297712" y="136"/>
                    </a:lnTo>
                    <a:lnTo>
                      <a:pt x="14" y="27505"/>
                    </a:lnTo>
                    <a:lnTo>
                      <a:pt x="0" y="27176"/>
                    </a:lnTo>
                    <a:close/>
                  </a:path>
                </a:pathLst>
              </a:custGeom>
              <a:solidFill>
                <a:srgbClr val="111340">
                  <a:alpha val="35000"/>
                </a:srgbClr>
              </a:solidFill>
              <a:ln>
                <a:noFill/>
              </a:ln>
              <a:effectLst/>
            </p:spPr>
            <p:txBody>
              <a:bodyPr wrap="square" anchor="ctr">
                <a:noAutofit/>
              </a:bodyPr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</p:grpSp>
      </p:grpSp>
      <p:sp>
        <p:nvSpPr>
          <p:cNvPr id="112" name="TextBox 111">
            <a:extLst>
              <a:ext uri="{FF2B5EF4-FFF2-40B4-BE49-F238E27FC236}">
                <a16:creationId xmlns:a16="http://schemas.microsoft.com/office/drawing/2014/main" id="{C3ADF645-7C2F-4C6F-86B8-D358646F2FFC}"/>
              </a:ext>
            </a:extLst>
          </p:cNvPr>
          <p:cNvSpPr txBox="1"/>
          <p:nvPr/>
        </p:nvSpPr>
        <p:spPr>
          <a:xfrm>
            <a:off x="1520825" y="750700"/>
            <a:ext cx="21336000" cy="116955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7000" b="1" spc="-29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CHALLENGES SLIDE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D1993679-BF0F-4F66-A5FD-8E69590EDC80}"/>
              </a:ext>
            </a:extLst>
          </p:cNvPr>
          <p:cNvSpPr txBox="1"/>
          <p:nvPr/>
        </p:nvSpPr>
        <p:spPr>
          <a:xfrm>
            <a:off x="1520827" y="1886522"/>
            <a:ext cx="213359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spc="-120" dirty="0">
                <a:latin typeface="Montserrat" pitchFamily="2" charset="77"/>
                <a:cs typeface="Poppins" pitchFamily="2" charset="77"/>
              </a:rPr>
              <a:t>Make a big impact with our professional slides and charts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C5A8DC33-E783-480F-B306-7756DD70826C}"/>
              </a:ext>
            </a:extLst>
          </p:cNvPr>
          <p:cNvSpPr txBox="1"/>
          <p:nvPr/>
        </p:nvSpPr>
        <p:spPr>
          <a:xfrm>
            <a:off x="15467979" y="3606748"/>
            <a:ext cx="6439007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OPPORTUNITY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282ED44-66F5-4C57-9C4D-779E2D26F0A8}"/>
              </a:ext>
            </a:extLst>
          </p:cNvPr>
          <p:cNvSpPr txBox="1"/>
          <p:nvPr/>
        </p:nvSpPr>
        <p:spPr>
          <a:xfrm>
            <a:off x="15467980" y="4288090"/>
            <a:ext cx="6439009" cy="976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EC0DE6D-C863-4417-AAB2-2AD52335A6B8}"/>
              </a:ext>
            </a:extLst>
          </p:cNvPr>
          <p:cNvSpPr txBox="1"/>
          <p:nvPr/>
        </p:nvSpPr>
        <p:spPr>
          <a:xfrm>
            <a:off x="15467982" y="6040212"/>
            <a:ext cx="6439007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 03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74157A3A-6DE1-42F2-A24F-10343D60D79E}"/>
              </a:ext>
            </a:extLst>
          </p:cNvPr>
          <p:cNvSpPr txBox="1"/>
          <p:nvPr/>
        </p:nvSpPr>
        <p:spPr>
          <a:xfrm>
            <a:off x="15467983" y="6721554"/>
            <a:ext cx="6439009" cy="976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8FAB154A-34D5-428E-AAD9-3EB96693B4EC}"/>
              </a:ext>
            </a:extLst>
          </p:cNvPr>
          <p:cNvSpPr txBox="1"/>
          <p:nvPr/>
        </p:nvSpPr>
        <p:spPr>
          <a:xfrm>
            <a:off x="15467976" y="8472557"/>
            <a:ext cx="6439007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 02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D5BD42EC-3787-432D-BDAE-11328A7AB993}"/>
              </a:ext>
            </a:extLst>
          </p:cNvPr>
          <p:cNvSpPr txBox="1"/>
          <p:nvPr/>
        </p:nvSpPr>
        <p:spPr>
          <a:xfrm>
            <a:off x="15467977" y="9153899"/>
            <a:ext cx="6439009" cy="976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0886F8B6-C552-4E64-AFC9-F4D5ED1CE802}"/>
              </a:ext>
            </a:extLst>
          </p:cNvPr>
          <p:cNvSpPr txBox="1"/>
          <p:nvPr/>
        </p:nvSpPr>
        <p:spPr>
          <a:xfrm>
            <a:off x="15467976" y="10910168"/>
            <a:ext cx="6439007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 01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A55F9245-A55F-4AFC-B0A8-C72676625F11}"/>
              </a:ext>
            </a:extLst>
          </p:cNvPr>
          <p:cNvSpPr txBox="1"/>
          <p:nvPr/>
        </p:nvSpPr>
        <p:spPr>
          <a:xfrm>
            <a:off x="15467977" y="11591510"/>
            <a:ext cx="6439009" cy="976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A3DB4379-5A9C-4F6B-89D9-DD6D5FAFA17E}"/>
              </a:ext>
            </a:extLst>
          </p:cNvPr>
          <p:cNvSpPr txBox="1"/>
          <p:nvPr/>
        </p:nvSpPr>
        <p:spPr>
          <a:xfrm>
            <a:off x="6458116" y="3999471"/>
            <a:ext cx="1659724" cy="116955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NI" sz="7000" b="1" spc="-29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D</a:t>
            </a:r>
            <a:endParaRPr lang="en-US" sz="7000" b="1" spc="-290" dirty="0">
              <a:solidFill>
                <a:schemeClr val="bg1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6DEF0076-9008-4A64-A2B1-BB46DAE687BC}"/>
              </a:ext>
            </a:extLst>
          </p:cNvPr>
          <p:cNvSpPr txBox="1"/>
          <p:nvPr/>
        </p:nvSpPr>
        <p:spPr>
          <a:xfrm>
            <a:off x="6458116" y="5827137"/>
            <a:ext cx="1659724" cy="116955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NI" sz="7000" b="1" spc="-29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C</a:t>
            </a:r>
            <a:endParaRPr lang="en-US" sz="7000" b="1" spc="-290" dirty="0">
              <a:solidFill>
                <a:schemeClr val="bg1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BDDFA079-B913-45EB-B80B-E677515E8D9C}"/>
              </a:ext>
            </a:extLst>
          </p:cNvPr>
          <p:cNvSpPr txBox="1"/>
          <p:nvPr/>
        </p:nvSpPr>
        <p:spPr>
          <a:xfrm>
            <a:off x="6458116" y="7930989"/>
            <a:ext cx="1659724" cy="116955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NI" sz="7000" b="1" spc="-29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B</a:t>
            </a:r>
            <a:endParaRPr lang="en-US" sz="7000" b="1" spc="-290" dirty="0">
              <a:solidFill>
                <a:schemeClr val="bg1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6DB96653-8CD2-4433-966E-AFECF78EDC52}"/>
              </a:ext>
            </a:extLst>
          </p:cNvPr>
          <p:cNvSpPr txBox="1"/>
          <p:nvPr/>
        </p:nvSpPr>
        <p:spPr>
          <a:xfrm>
            <a:off x="6458116" y="10055161"/>
            <a:ext cx="1659724" cy="116955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NI" sz="7000" b="1" spc="-29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A</a:t>
            </a:r>
            <a:endParaRPr lang="en-US" sz="7000" b="1" spc="-290" dirty="0">
              <a:solidFill>
                <a:schemeClr val="bg1"/>
              </a:solidFill>
              <a:latin typeface="Montserrat" pitchFamily="2" charset="77"/>
              <a:cs typeface="Poppins" pitchFamily="2" charset="77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roup 102">
            <a:extLst>
              <a:ext uri="{FF2B5EF4-FFF2-40B4-BE49-F238E27FC236}">
                <a16:creationId xmlns:a16="http://schemas.microsoft.com/office/drawing/2014/main" id="{4413F540-51E7-4D03-BE5B-FD7633F1BD5D}"/>
              </a:ext>
            </a:extLst>
          </p:cNvPr>
          <p:cNvGrpSpPr/>
          <p:nvPr/>
        </p:nvGrpSpPr>
        <p:grpSpPr>
          <a:xfrm>
            <a:off x="1503067" y="3292624"/>
            <a:ext cx="12872242" cy="10423376"/>
            <a:chOff x="1503067" y="3292624"/>
            <a:chExt cx="12872242" cy="10423376"/>
          </a:xfrm>
        </p:grpSpPr>
        <p:sp>
          <p:nvSpPr>
            <p:cNvPr id="104" name="Freeform 2">
              <a:extLst>
                <a:ext uri="{FF2B5EF4-FFF2-40B4-BE49-F238E27FC236}">
                  <a16:creationId xmlns:a16="http://schemas.microsoft.com/office/drawing/2014/main" id="{C4C1A506-2EDB-4E58-9BF6-4400207491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2589" y="3292624"/>
              <a:ext cx="2578374" cy="7444709"/>
            </a:xfrm>
            <a:custGeom>
              <a:avLst/>
              <a:gdLst>
                <a:gd name="T0" fmla="*/ 0 w 2899"/>
                <a:gd name="T1" fmla="*/ 837 h 8365"/>
                <a:gd name="T2" fmla="*/ 0 w 2899"/>
                <a:gd name="T3" fmla="*/ 7528 h 8365"/>
                <a:gd name="T4" fmla="*/ 1450 w 2899"/>
                <a:gd name="T5" fmla="*/ 8364 h 8365"/>
                <a:gd name="T6" fmla="*/ 2898 w 2899"/>
                <a:gd name="T7" fmla="*/ 7528 h 8365"/>
                <a:gd name="T8" fmla="*/ 2898 w 2899"/>
                <a:gd name="T9" fmla="*/ 837 h 8365"/>
                <a:gd name="T10" fmla="*/ 1450 w 2899"/>
                <a:gd name="T11" fmla="*/ 0 h 8365"/>
                <a:gd name="T12" fmla="*/ 0 w 2899"/>
                <a:gd name="T13" fmla="*/ 837 h 83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99" h="8365">
                  <a:moveTo>
                    <a:pt x="0" y="837"/>
                  </a:moveTo>
                  <a:lnTo>
                    <a:pt x="0" y="7528"/>
                  </a:lnTo>
                  <a:lnTo>
                    <a:pt x="1450" y="8364"/>
                  </a:lnTo>
                  <a:lnTo>
                    <a:pt x="2898" y="7528"/>
                  </a:lnTo>
                  <a:lnTo>
                    <a:pt x="2898" y="837"/>
                  </a:lnTo>
                  <a:lnTo>
                    <a:pt x="1450" y="0"/>
                  </a:lnTo>
                  <a:lnTo>
                    <a:pt x="0" y="837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105" name="Freeform 3">
              <a:extLst>
                <a:ext uri="{FF2B5EF4-FFF2-40B4-BE49-F238E27FC236}">
                  <a16:creationId xmlns:a16="http://schemas.microsoft.com/office/drawing/2014/main" id="{D797C7AD-0FC8-4962-9C78-D9224E385E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2589" y="3292624"/>
              <a:ext cx="2578374" cy="1491296"/>
            </a:xfrm>
            <a:custGeom>
              <a:avLst/>
              <a:gdLst>
                <a:gd name="T0" fmla="*/ 2898 w 2899"/>
                <a:gd name="T1" fmla="*/ 837 h 1674"/>
                <a:gd name="T2" fmla="*/ 1450 w 2899"/>
                <a:gd name="T3" fmla="*/ 0 h 1674"/>
                <a:gd name="T4" fmla="*/ 0 w 2899"/>
                <a:gd name="T5" fmla="*/ 837 h 1674"/>
                <a:gd name="T6" fmla="*/ 1450 w 2899"/>
                <a:gd name="T7" fmla="*/ 1673 h 1674"/>
                <a:gd name="T8" fmla="*/ 2898 w 2899"/>
                <a:gd name="T9" fmla="*/ 837 h 1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99" h="1674">
                  <a:moveTo>
                    <a:pt x="2898" y="837"/>
                  </a:moveTo>
                  <a:lnTo>
                    <a:pt x="1450" y="0"/>
                  </a:lnTo>
                  <a:lnTo>
                    <a:pt x="0" y="837"/>
                  </a:lnTo>
                  <a:lnTo>
                    <a:pt x="1450" y="1673"/>
                  </a:lnTo>
                  <a:lnTo>
                    <a:pt x="2898" y="837"/>
                  </a:lnTo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106" name="Freeform 4">
              <a:extLst>
                <a:ext uri="{FF2B5EF4-FFF2-40B4-BE49-F238E27FC236}">
                  <a16:creationId xmlns:a16="http://schemas.microsoft.com/office/drawing/2014/main" id="{1D97E4DF-C500-496B-AF6A-2DE6E781B7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2589" y="4038272"/>
              <a:ext cx="1291150" cy="6699061"/>
            </a:xfrm>
            <a:custGeom>
              <a:avLst/>
              <a:gdLst>
                <a:gd name="T0" fmla="*/ 0 w 1451"/>
                <a:gd name="T1" fmla="*/ 0 h 7528"/>
                <a:gd name="T2" fmla="*/ 0 w 1451"/>
                <a:gd name="T3" fmla="*/ 0 h 7528"/>
                <a:gd name="T4" fmla="*/ 0 w 1451"/>
                <a:gd name="T5" fmla="*/ 6691 h 7528"/>
                <a:gd name="T6" fmla="*/ 1450 w 1451"/>
                <a:gd name="T7" fmla="*/ 7527 h 7528"/>
                <a:gd name="T8" fmla="*/ 1450 w 1451"/>
                <a:gd name="T9" fmla="*/ 836 h 7528"/>
                <a:gd name="T10" fmla="*/ 0 w 1451"/>
                <a:gd name="T11" fmla="*/ 0 h 7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51" h="7528">
                  <a:moveTo>
                    <a:pt x="0" y="0"/>
                  </a:moveTo>
                  <a:lnTo>
                    <a:pt x="0" y="0"/>
                  </a:lnTo>
                  <a:lnTo>
                    <a:pt x="0" y="6691"/>
                  </a:lnTo>
                  <a:lnTo>
                    <a:pt x="1450" y="7527"/>
                  </a:lnTo>
                  <a:lnTo>
                    <a:pt x="1450" y="836"/>
                  </a:lnTo>
                  <a:lnTo>
                    <a:pt x="0" y="0"/>
                  </a:lnTo>
                </a:path>
              </a:pathLst>
            </a:custGeom>
            <a:solidFill>
              <a:srgbClr val="111340">
                <a:alpha val="15000"/>
              </a:srgb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107" name="Freeform 5">
              <a:extLst>
                <a:ext uri="{FF2B5EF4-FFF2-40B4-BE49-F238E27FC236}">
                  <a16:creationId xmlns:a16="http://schemas.microsoft.com/office/drawing/2014/main" id="{9B0123EB-59FA-44FD-AF73-82B601AB85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5365" y="5525645"/>
              <a:ext cx="2582297" cy="5957336"/>
            </a:xfrm>
            <a:custGeom>
              <a:avLst/>
              <a:gdLst>
                <a:gd name="T0" fmla="*/ 0 w 2900"/>
                <a:gd name="T1" fmla="*/ 836 h 6692"/>
                <a:gd name="T2" fmla="*/ 0 w 2900"/>
                <a:gd name="T3" fmla="*/ 5854 h 6692"/>
                <a:gd name="T4" fmla="*/ 1449 w 2900"/>
                <a:gd name="T5" fmla="*/ 6691 h 6692"/>
                <a:gd name="T6" fmla="*/ 2899 w 2900"/>
                <a:gd name="T7" fmla="*/ 5854 h 6692"/>
                <a:gd name="T8" fmla="*/ 2899 w 2900"/>
                <a:gd name="T9" fmla="*/ 836 h 6692"/>
                <a:gd name="T10" fmla="*/ 1449 w 2900"/>
                <a:gd name="T11" fmla="*/ 0 h 6692"/>
                <a:gd name="T12" fmla="*/ 0 w 2900"/>
                <a:gd name="T13" fmla="*/ 836 h 6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00" h="6692">
                  <a:moveTo>
                    <a:pt x="0" y="836"/>
                  </a:moveTo>
                  <a:lnTo>
                    <a:pt x="0" y="5854"/>
                  </a:lnTo>
                  <a:lnTo>
                    <a:pt x="1449" y="6691"/>
                  </a:lnTo>
                  <a:lnTo>
                    <a:pt x="2899" y="5854"/>
                  </a:lnTo>
                  <a:lnTo>
                    <a:pt x="2899" y="836"/>
                  </a:lnTo>
                  <a:lnTo>
                    <a:pt x="1449" y="0"/>
                  </a:lnTo>
                  <a:lnTo>
                    <a:pt x="0" y="836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108" name="Freeform 6">
              <a:extLst>
                <a:ext uri="{FF2B5EF4-FFF2-40B4-BE49-F238E27FC236}">
                  <a16:creationId xmlns:a16="http://schemas.microsoft.com/office/drawing/2014/main" id="{99720E46-6E6B-4AEE-BF47-4BD0D7A70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5365" y="5525645"/>
              <a:ext cx="2582297" cy="1487371"/>
            </a:xfrm>
            <a:custGeom>
              <a:avLst/>
              <a:gdLst>
                <a:gd name="T0" fmla="*/ 2899 w 2900"/>
                <a:gd name="T1" fmla="*/ 836 h 1673"/>
                <a:gd name="T2" fmla="*/ 1449 w 2900"/>
                <a:gd name="T3" fmla="*/ 0 h 1673"/>
                <a:gd name="T4" fmla="*/ 0 w 2900"/>
                <a:gd name="T5" fmla="*/ 836 h 1673"/>
                <a:gd name="T6" fmla="*/ 1449 w 2900"/>
                <a:gd name="T7" fmla="*/ 1672 h 1673"/>
                <a:gd name="T8" fmla="*/ 2899 w 2900"/>
                <a:gd name="T9" fmla="*/ 836 h 1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00" h="1673">
                  <a:moveTo>
                    <a:pt x="2899" y="836"/>
                  </a:moveTo>
                  <a:lnTo>
                    <a:pt x="1449" y="0"/>
                  </a:lnTo>
                  <a:lnTo>
                    <a:pt x="0" y="836"/>
                  </a:lnTo>
                  <a:lnTo>
                    <a:pt x="1449" y="1672"/>
                  </a:lnTo>
                  <a:lnTo>
                    <a:pt x="2899" y="836"/>
                  </a:lnTo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109" name="Freeform 7">
              <a:extLst>
                <a:ext uri="{FF2B5EF4-FFF2-40B4-BE49-F238E27FC236}">
                  <a16:creationId xmlns:a16="http://schemas.microsoft.com/office/drawing/2014/main" id="{026E1B4D-65BD-4A47-82A0-CAD50EBB90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5365" y="6271293"/>
              <a:ext cx="1291150" cy="5211688"/>
            </a:xfrm>
            <a:custGeom>
              <a:avLst/>
              <a:gdLst>
                <a:gd name="T0" fmla="*/ 0 w 1450"/>
                <a:gd name="T1" fmla="*/ 0 h 5856"/>
                <a:gd name="T2" fmla="*/ 0 w 1450"/>
                <a:gd name="T3" fmla="*/ 0 h 5856"/>
                <a:gd name="T4" fmla="*/ 0 w 1450"/>
                <a:gd name="T5" fmla="*/ 5018 h 5856"/>
                <a:gd name="T6" fmla="*/ 1449 w 1450"/>
                <a:gd name="T7" fmla="*/ 5855 h 5856"/>
                <a:gd name="T8" fmla="*/ 1449 w 1450"/>
                <a:gd name="T9" fmla="*/ 836 h 5856"/>
                <a:gd name="T10" fmla="*/ 0 w 1450"/>
                <a:gd name="T11" fmla="*/ 0 h 58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50" h="5856">
                  <a:moveTo>
                    <a:pt x="0" y="0"/>
                  </a:moveTo>
                  <a:lnTo>
                    <a:pt x="0" y="0"/>
                  </a:lnTo>
                  <a:lnTo>
                    <a:pt x="0" y="5018"/>
                  </a:lnTo>
                  <a:lnTo>
                    <a:pt x="1449" y="5855"/>
                  </a:lnTo>
                  <a:lnTo>
                    <a:pt x="1449" y="836"/>
                  </a:lnTo>
                  <a:lnTo>
                    <a:pt x="0" y="0"/>
                  </a:lnTo>
                </a:path>
              </a:pathLst>
            </a:custGeom>
            <a:solidFill>
              <a:srgbClr val="111340">
                <a:alpha val="15000"/>
              </a:srgb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110" name="Freeform 8">
              <a:extLst>
                <a:ext uri="{FF2B5EF4-FFF2-40B4-BE49-F238E27FC236}">
                  <a16:creationId xmlns:a16="http://schemas.microsoft.com/office/drawing/2014/main" id="{F031182A-D621-435D-96FA-C86F3B6BED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4217" y="7758664"/>
              <a:ext cx="2578372" cy="4466040"/>
            </a:xfrm>
            <a:custGeom>
              <a:avLst/>
              <a:gdLst>
                <a:gd name="T0" fmla="*/ 0 w 2898"/>
                <a:gd name="T1" fmla="*/ 837 h 5020"/>
                <a:gd name="T2" fmla="*/ 0 w 2898"/>
                <a:gd name="T3" fmla="*/ 4183 h 5020"/>
                <a:gd name="T4" fmla="*/ 1448 w 2898"/>
                <a:gd name="T5" fmla="*/ 5019 h 5020"/>
                <a:gd name="T6" fmla="*/ 2897 w 2898"/>
                <a:gd name="T7" fmla="*/ 4183 h 5020"/>
                <a:gd name="T8" fmla="*/ 2897 w 2898"/>
                <a:gd name="T9" fmla="*/ 837 h 5020"/>
                <a:gd name="T10" fmla="*/ 1448 w 2898"/>
                <a:gd name="T11" fmla="*/ 0 h 5020"/>
                <a:gd name="T12" fmla="*/ 0 w 2898"/>
                <a:gd name="T13" fmla="*/ 837 h 50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98" h="5020">
                  <a:moveTo>
                    <a:pt x="0" y="837"/>
                  </a:moveTo>
                  <a:lnTo>
                    <a:pt x="0" y="4183"/>
                  </a:lnTo>
                  <a:lnTo>
                    <a:pt x="1448" y="5019"/>
                  </a:lnTo>
                  <a:lnTo>
                    <a:pt x="2897" y="4183"/>
                  </a:lnTo>
                  <a:lnTo>
                    <a:pt x="2897" y="837"/>
                  </a:lnTo>
                  <a:lnTo>
                    <a:pt x="1448" y="0"/>
                  </a:lnTo>
                  <a:lnTo>
                    <a:pt x="0" y="837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111" name="Freeform 9">
              <a:extLst>
                <a:ext uri="{FF2B5EF4-FFF2-40B4-BE49-F238E27FC236}">
                  <a16:creationId xmlns:a16="http://schemas.microsoft.com/office/drawing/2014/main" id="{02BEB9F8-230B-4BB8-80BB-6325F60DD8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4217" y="7758664"/>
              <a:ext cx="2578372" cy="1491296"/>
            </a:xfrm>
            <a:custGeom>
              <a:avLst/>
              <a:gdLst>
                <a:gd name="T0" fmla="*/ 2897 w 2898"/>
                <a:gd name="T1" fmla="*/ 837 h 1674"/>
                <a:gd name="T2" fmla="*/ 1448 w 2898"/>
                <a:gd name="T3" fmla="*/ 0 h 1674"/>
                <a:gd name="T4" fmla="*/ 0 w 2898"/>
                <a:gd name="T5" fmla="*/ 837 h 1674"/>
                <a:gd name="T6" fmla="*/ 1448 w 2898"/>
                <a:gd name="T7" fmla="*/ 1673 h 1674"/>
                <a:gd name="T8" fmla="*/ 2897 w 2898"/>
                <a:gd name="T9" fmla="*/ 837 h 1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98" h="1674">
                  <a:moveTo>
                    <a:pt x="2897" y="837"/>
                  </a:moveTo>
                  <a:lnTo>
                    <a:pt x="1448" y="0"/>
                  </a:lnTo>
                  <a:lnTo>
                    <a:pt x="0" y="837"/>
                  </a:lnTo>
                  <a:lnTo>
                    <a:pt x="1448" y="1673"/>
                  </a:lnTo>
                  <a:lnTo>
                    <a:pt x="2897" y="837"/>
                  </a:lnTo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112" name="Freeform 10">
              <a:extLst>
                <a:ext uri="{FF2B5EF4-FFF2-40B4-BE49-F238E27FC236}">
                  <a16:creationId xmlns:a16="http://schemas.microsoft.com/office/drawing/2014/main" id="{9D746FD8-1046-4232-9235-7ABD422B82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4217" y="8504312"/>
              <a:ext cx="1291147" cy="3724317"/>
            </a:xfrm>
            <a:custGeom>
              <a:avLst/>
              <a:gdLst>
                <a:gd name="T0" fmla="*/ 0 w 1449"/>
                <a:gd name="T1" fmla="*/ 0 h 4183"/>
                <a:gd name="T2" fmla="*/ 0 w 1449"/>
                <a:gd name="T3" fmla="*/ 0 h 4183"/>
                <a:gd name="T4" fmla="*/ 0 w 1449"/>
                <a:gd name="T5" fmla="*/ 3346 h 4183"/>
                <a:gd name="T6" fmla="*/ 1448 w 1449"/>
                <a:gd name="T7" fmla="*/ 4182 h 4183"/>
                <a:gd name="T8" fmla="*/ 1448 w 1449"/>
                <a:gd name="T9" fmla="*/ 836 h 4183"/>
                <a:gd name="T10" fmla="*/ 0 w 1449"/>
                <a:gd name="T11" fmla="*/ 0 h 4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49" h="4183">
                  <a:moveTo>
                    <a:pt x="0" y="0"/>
                  </a:moveTo>
                  <a:lnTo>
                    <a:pt x="0" y="0"/>
                  </a:lnTo>
                  <a:lnTo>
                    <a:pt x="0" y="3346"/>
                  </a:lnTo>
                  <a:lnTo>
                    <a:pt x="1448" y="4182"/>
                  </a:lnTo>
                  <a:lnTo>
                    <a:pt x="1448" y="836"/>
                  </a:lnTo>
                  <a:lnTo>
                    <a:pt x="0" y="0"/>
                  </a:lnTo>
                </a:path>
              </a:pathLst>
            </a:custGeom>
            <a:solidFill>
              <a:srgbClr val="111340">
                <a:alpha val="15000"/>
              </a:srgb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113" name="Freeform 11">
              <a:extLst>
                <a:ext uri="{FF2B5EF4-FFF2-40B4-BE49-F238E27FC236}">
                  <a16:creationId xmlns:a16="http://schemas.microsoft.com/office/drawing/2014/main" id="{D1022ABF-6694-444C-8E0C-34B999465D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067" y="9991685"/>
              <a:ext cx="2578374" cy="2978667"/>
            </a:xfrm>
            <a:custGeom>
              <a:avLst/>
              <a:gdLst>
                <a:gd name="T0" fmla="*/ 0 w 2899"/>
                <a:gd name="T1" fmla="*/ 836 h 3347"/>
                <a:gd name="T2" fmla="*/ 0 w 2899"/>
                <a:gd name="T3" fmla="*/ 2509 h 3347"/>
                <a:gd name="T4" fmla="*/ 1450 w 2899"/>
                <a:gd name="T5" fmla="*/ 3346 h 3347"/>
                <a:gd name="T6" fmla="*/ 2898 w 2899"/>
                <a:gd name="T7" fmla="*/ 2509 h 3347"/>
                <a:gd name="T8" fmla="*/ 2898 w 2899"/>
                <a:gd name="T9" fmla="*/ 836 h 3347"/>
                <a:gd name="T10" fmla="*/ 1450 w 2899"/>
                <a:gd name="T11" fmla="*/ 0 h 3347"/>
                <a:gd name="T12" fmla="*/ 0 w 2899"/>
                <a:gd name="T13" fmla="*/ 836 h 3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899" h="3347">
                  <a:moveTo>
                    <a:pt x="0" y="836"/>
                  </a:moveTo>
                  <a:lnTo>
                    <a:pt x="0" y="2509"/>
                  </a:lnTo>
                  <a:lnTo>
                    <a:pt x="1450" y="3346"/>
                  </a:lnTo>
                  <a:lnTo>
                    <a:pt x="2898" y="2509"/>
                  </a:lnTo>
                  <a:lnTo>
                    <a:pt x="2898" y="836"/>
                  </a:lnTo>
                  <a:lnTo>
                    <a:pt x="1450" y="0"/>
                  </a:lnTo>
                  <a:lnTo>
                    <a:pt x="0" y="836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114" name="Freeform 12">
              <a:extLst>
                <a:ext uri="{FF2B5EF4-FFF2-40B4-BE49-F238E27FC236}">
                  <a16:creationId xmlns:a16="http://schemas.microsoft.com/office/drawing/2014/main" id="{FEEFE776-3548-466D-AE55-DCB374A89B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067" y="9991685"/>
              <a:ext cx="2578374" cy="1491296"/>
            </a:xfrm>
            <a:custGeom>
              <a:avLst/>
              <a:gdLst>
                <a:gd name="T0" fmla="*/ 2898 w 2899"/>
                <a:gd name="T1" fmla="*/ 836 h 1674"/>
                <a:gd name="T2" fmla="*/ 1450 w 2899"/>
                <a:gd name="T3" fmla="*/ 0 h 1674"/>
                <a:gd name="T4" fmla="*/ 0 w 2899"/>
                <a:gd name="T5" fmla="*/ 836 h 1674"/>
                <a:gd name="T6" fmla="*/ 1450 w 2899"/>
                <a:gd name="T7" fmla="*/ 1673 h 1674"/>
                <a:gd name="T8" fmla="*/ 2898 w 2899"/>
                <a:gd name="T9" fmla="*/ 836 h 1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99" h="1674">
                  <a:moveTo>
                    <a:pt x="2898" y="836"/>
                  </a:moveTo>
                  <a:lnTo>
                    <a:pt x="1450" y="0"/>
                  </a:lnTo>
                  <a:lnTo>
                    <a:pt x="0" y="836"/>
                  </a:lnTo>
                  <a:lnTo>
                    <a:pt x="1450" y="1673"/>
                  </a:lnTo>
                  <a:lnTo>
                    <a:pt x="2898" y="836"/>
                  </a:lnTo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115" name="Freeform 13">
              <a:extLst>
                <a:ext uri="{FF2B5EF4-FFF2-40B4-BE49-F238E27FC236}">
                  <a16:creationId xmlns:a16="http://schemas.microsoft.com/office/drawing/2014/main" id="{A5A576B7-B92D-4F40-B94B-E4A2C7E1C6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067" y="10737333"/>
              <a:ext cx="1291150" cy="2233019"/>
            </a:xfrm>
            <a:custGeom>
              <a:avLst/>
              <a:gdLst>
                <a:gd name="T0" fmla="*/ 0 w 1451"/>
                <a:gd name="T1" fmla="*/ 0 h 2511"/>
                <a:gd name="T2" fmla="*/ 0 w 1451"/>
                <a:gd name="T3" fmla="*/ 0 h 2511"/>
                <a:gd name="T4" fmla="*/ 0 w 1451"/>
                <a:gd name="T5" fmla="*/ 1673 h 2511"/>
                <a:gd name="T6" fmla="*/ 1450 w 1451"/>
                <a:gd name="T7" fmla="*/ 2510 h 2511"/>
                <a:gd name="T8" fmla="*/ 1450 w 1451"/>
                <a:gd name="T9" fmla="*/ 837 h 2511"/>
                <a:gd name="T10" fmla="*/ 0 w 1451"/>
                <a:gd name="T11" fmla="*/ 0 h 25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451" h="2511">
                  <a:moveTo>
                    <a:pt x="0" y="0"/>
                  </a:moveTo>
                  <a:lnTo>
                    <a:pt x="0" y="0"/>
                  </a:lnTo>
                  <a:lnTo>
                    <a:pt x="0" y="1673"/>
                  </a:lnTo>
                  <a:lnTo>
                    <a:pt x="1450" y="2510"/>
                  </a:lnTo>
                  <a:lnTo>
                    <a:pt x="1450" y="837"/>
                  </a:lnTo>
                  <a:lnTo>
                    <a:pt x="0" y="0"/>
                  </a:lnTo>
                </a:path>
              </a:pathLst>
            </a:custGeom>
            <a:solidFill>
              <a:srgbClr val="111340">
                <a:alpha val="15000"/>
              </a:srgb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116" name="Freeform 14">
              <a:extLst>
                <a:ext uri="{FF2B5EF4-FFF2-40B4-BE49-F238E27FC236}">
                  <a16:creationId xmlns:a16="http://schemas.microsoft.com/office/drawing/2014/main" id="{480B4384-1610-4DBC-8849-F60C08AC6A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5365" y="11479056"/>
              <a:ext cx="5133199" cy="2236944"/>
            </a:xfrm>
            <a:custGeom>
              <a:avLst/>
              <a:gdLst>
                <a:gd name="T0" fmla="*/ 0 w 5767"/>
                <a:gd name="T1" fmla="*/ 839 h 2512"/>
                <a:gd name="T2" fmla="*/ 2897 w 5767"/>
                <a:gd name="T3" fmla="*/ 2511 h 2512"/>
                <a:gd name="T4" fmla="*/ 5766 w 5767"/>
                <a:gd name="T5" fmla="*/ 2510 h 2512"/>
                <a:gd name="T6" fmla="*/ 1453 w 5767"/>
                <a:gd name="T7" fmla="*/ 0 h 2512"/>
                <a:gd name="T8" fmla="*/ 0 w 5767"/>
                <a:gd name="T9" fmla="*/ 839 h 2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67" h="2512">
                  <a:moveTo>
                    <a:pt x="0" y="839"/>
                  </a:moveTo>
                  <a:lnTo>
                    <a:pt x="2897" y="2511"/>
                  </a:lnTo>
                  <a:lnTo>
                    <a:pt x="5766" y="2510"/>
                  </a:lnTo>
                  <a:lnTo>
                    <a:pt x="1453" y="0"/>
                  </a:lnTo>
                  <a:lnTo>
                    <a:pt x="0" y="839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117" name="Freeform 15">
              <a:extLst>
                <a:ext uri="{FF2B5EF4-FFF2-40B4-BE49-F238E27FC236}">
                  <a16:creationId xmlns:a16="http://schemas.microsoft.com/office/drawing/2014/main" id="{0DC7CA20-95D1-49B5-A5AD-519A689CB6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4217" y="12224704"/>
              <a:ext cx="3869521" cy="1487373"/>
            </a:xfrm>
            <a:custGeom>
              <a:avLst/>
              <a:gdLst>
                <a:gd name="T0" fmla="*/ 0 w 4346"/>
                <a:gd name="T1" fmla="*/ 836 h 1673"/>
                <a:gd name="T2" fmla="*/ 1448 w 4346"/>
                <a:gd name="T3" fmla="*/ 1672 h 1673"/>
                <a:gd name="T4" fmla="*/ 4345 w 4346"/>
                <a:gd name="T5" fmla="*/ 1672 h 1673"/>
                <a:gd name="T6" fmla="*/ 1448 w 4346"/>
                <a:gd name="T7" fmla="*/ 0 h 1673"/>
                <a:gd name="T8" fmla="*/ 0 w 4346"/>
                <a:gd name="T9" fmla="*/ 836 h 1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46" h="1673">
                  <a:moveTo>
                    <a:pt x="0" y="836"/>
                  </a:moveTo>
                  <a:lnTo>
                    <a:pt x="1448" y="1672"/>
                  </a:lnTo>
                  <a:lnTo>
                    <a:pt x="4345" y="1672"/>
                  </a:lnTo>
                  <a:lnTo>
                    <a:pt x="1448" y="0"/>
                  </a:lnTo>
                  <a:lnTo>
                    <a:pt x="0" y="836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118" name="Freeform 16">
              <a:extLst>
                <a:ext uri="{FF2B5EF4-FFF2-40B4-BE49-F238E27FC236}">
                  <a16:creationId xmlns:a16="http://schemas.microsoft.com/office/drawing/2014/main" id="{0894DBB2-2A99-4F85-8EB0-23AD5F9692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2589" y="10737333"/>
              <a:ext cx="6451819" cy="2978667"/>
            </a:xfrm>
            <a:custGeom>
              <a:avLst/>
              <a:gdLst>
                <a:gd name="T0" fmla="*/ 0 w 7248"/>
                <a:gd name="T1" fmla="*/ 839 h 3347"/>
                <a:gd name="T2" fmla="*/ 4320 w 7248"/>
                <a:gd name="T3" fmla="*/ 3345 h 3347"/>
                <a:gd name="T4" fmla="*/ 7247 w 7248"/>
                <a:gd name="T5" fmla="*/ 3346 h 3347"/>
                <a:gd name="T6" fmla="*/ 1453 w 7248"/>
                <a:gd name="T7" fmla="*/ 0 h 3347"/>
                <a:gd name="T8" fmla="*/ 0 w 7248"/>
                <a:gd name="T9" fmla="*/ 839 h 3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248" h="3347">
                  <a:moveTo>
                    <a:pt x="0" y="839"/>
                  </a:moveTo>
                  <a:lnTo>
                    <a:pt x="4320" y="3345"/>
                  </a:lnTo>
                  <a:lnTo>
                    <a:pt x="7247" y="3346"/>
                  </a:lnTo>
                  <a:lnTo>
                    <a:pt x="1453" y="0"/>
                  </a:lnTo>
                  <a:lnTo>
                    <a:pt x="0" y="839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119" name="Freeform 17">
              <a:extLst>
                <a:ext uri="{FF2B5EF4-FFF2-40B4-BE49-F238E27FC236}">
                  <a16:creationId xmlns:a16="http://schemas.microsoft.com/office/drawing/2014/main" id="{11252BDE-7297-4097-AC7C-81F4211D5B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63739" y="9991685"/>
              <a:ext cx="7711570" cy="3724315"/>
            </a:xfrm>
            <a:custGeom>
              <a:avLst/>
              <a:gdLst>
                <a:gd name="T0" fmla="*/ 0 w 8664"/>
                <a:gd name="T1" fmla="*/ 836 h 4183"/>
                <a:gd name="T2" fmla="*/ 5794 w 8664"/>
                <a:gd name="T3" fmla="*/ 4182 h 4183"/>
                <a:gd name="T4" fmla="*/ 8663 w 8664"/>
                <a:gd name="T5" fmla="*/ 4181 h 4183"/>
                <a:gd name="T6" fmla="*/ 1448 w 8664"/>
                <a:gd name="T7" fmla="*/ 0 h 4183"/>
                <a:gd name="T8" fmla="*/ 0 w 8664"/>
                <a:gd name="T9" fmla="*/ 836 h 4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64" h="4183">
                  <a:moveTo>
                    <a:pt x="0" y="836"/>
                  </a:moveTo>
                  <a:lnTo>
                    <a:pt x="5794" y="4182"/>
                  </a:lnTo>
                  <a:lnTo>
                    <a:pt x="8663" y="4181"/>
                  </a:lnTo>
                  <a:lnTo>
                    <a:pt x="1448" y="0"/>
                  </a:lnTo>
                  <a:lnTo>
                    <a:pt x="0" y="836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120" name="Freeform 18">
              <a:extLst>
                <a:ext uri="{FF2B5EF4-FFF2-40B4-BE49-F238E27FC236}">
                  <a16:creationId xmlns:a16="http://schemas.microsoft.com/office/drawing/2014/main" id="{14740ACD-0B02-40B9-B6F7-4FAC5AED8F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4217" y="9991685"/>
              <a:ext cx="11581092" cy="3724315"/>
            </a:xfrm>
            <a:custGeom>
              <a:avLst/>
              <a:gdLst>
                <a:gd name="T0" fmla="*/ 5795 w 13011"/>
                <a:gd name="T1" fmla="*/ 0 h 4183"/>
                <a:gd name="T2" fmla="*/ 4347 w 13011"/>
                <a:gd name="T3" fmla="*/ 836 h 4183"/>
                <a:gd name="T4" fmla="*/ 2894 w 13011"/>
                <a:gd name="T5" fmla="*/ 1675 h 4183"/>
                <a:gd name="T6" fmla="*/ 2894 w 13011"/>
                <a:gd name="T7" fmla="*/ 1675 h 4183"/>
                <a:gd name="T8" fmla="*/ 2173 w 13011"/>
                <a:gd name="T9" fmla="*/ 2091 h 4183"/>
                <a:gd name="T10" fmla="*/ 2173 w 13011"/>
                <a:gd name="T11" fmla="*/ 2091 h 4183"/>
                <a:gd name="T12" fmla="*/ 999 w 13011"/>
                <a:gd name="T13" fmla="*/ 2769 h 4183"/>
                <a:gd name="T14" fmla="*/ 0 w 13011"/>
                <a:gd name="T15" fmla="*/ 3346 h 4183"/>
                <a:gd name="T16" fmla="*/ 1448 w 13011"/>
                <a:gd name="T17" fmla="*/ 4182 h 4183"/>
                <a:gd name="T18" fmla="*/ 2617 w 13011"/>
                <a:gd name="T19" fmla="*/ 4182 h 4183"/>
                <a:gd name="T20" fmla="*/ 4345 w 13011"/>
                <a:gd name="T21" fmla="*/ 4182 h 4183"/>
                <a:gd name="T22" fmla="*/ 5000 w 13011"/>
                <a:gd name="T23" fmla="*/ 4182 h 4183"/>
                <a:gd name="T24" fmla="*/ 5000 w 13011"/>
                <a:gd name="T25" fmla="*/ 4182 h 4183"/>
                <a:gd name="T26" fmla="*/ 7214 w 13011"/>
                <a:gd name="T27" fmla="*/ 4181 h 4183"/>
                <a:gd name="T28" fmla="*/ 10141 w 13011"/>
                <a:gd name="T29" fmla="*/ 4182 h 4183"/>
                <a:gd name="T30" fmla="*/ 13010 w 13011"/>
                <a:gd name="T31" fmla="*/ 4181 h 4183"/>
                <a:gd name="T32" fmla="*/ 5795 w 13011"/>
                <a:gd name="T33" fmla="*/ 0 h 4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011" h="4183">
                  <a:moveTo>
                    <a:pt x="5795" y="0"/>
                  </a:moveTo>
                  <a:lnTo>
                    <a:pt x="4347" y="836"/>
                  </a:lnTo>
                  <a:lnTo>
                    <a:pt x="2894" y="1675"/>
                  </a:lnTo>
                  <a:lnTo>
                    <a:pt x="2894" y="1675"/>
                  </a:lnTo>
                  <a:lnTo>
                    <a:pt x="2173" y="2091"/>
                  </a:lnTo>
                  <a:lnTo>
                    <a:pt x="2173" y="2091"/>
                  </a:lnTo>
                  <a:lnTo>
                    <a:pt x="999" y="2769"/>
                  </a:lnTo>
                  <a:lnTo>
                    <a:pt x="0" y="3346"/>
                  </a:lnTo>
                  <a:lnTo>
                    <a:pt x="1448" y="4182"/>
                  </a:lnTo>
                  <a:lnTo>
                    <a:pt x="2617" y="4182"/>
                  </a:lnTo>
                  <a:lnTo>
                    <a:pt x="4345" y="4182"/>
                  </a:lnTo>
                  <a:lnTo>
                    <a:pt x="5000" y="4182"/>
                  </a:lnTo>
                  <a:lnTo>
                    <a:pt x="5000" y="4182"/>
                  </a:lnTo>
                  <a:lnTo>
                    <a:pt x="7214" y="4181"/>
                  </a:lnTo>
                  <a:lnTo>
                    <a:pt x="10141" y="4182"/>
                  </a:lnTo>
                  <a:lnTo>
                    <a:pt x="13010" y="4181"/>
                  </a:lnTo>
                  <a:lnTo>
                    <a:pt x="5795" y="0"/>
                  </a:lnTo>
                </a:path>
              </a:pathLst>
            </a:custGeom>
            <a:solidFill>
              <a:srgbClr val="111340">
                <a:alpha val="35000"/>
              </a:srgb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</p:grpSp>
      <p:sp>
        <p:nvSpPr>
          <p:cNvPr id="121" name="Freeform 19">
            <a:extLst>
              <a:ext uri="{FF2B5EF4-FFF2-40B4-BE49-F238E27FC236}">
                <a16:creationId xmlns:a16="http://schemas.microsoft.com/office/drawing/2014/main" id="{0C2F9852-4025-409C-9749-492D9F5EF746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9698152" y="4397172"/>
            <a:ext cx="1744116" cy="1511300"/>
          </a:xfrm>
          <a:prstGeom prst="hexagon">
            <a:avLst>
              <a:gd name="adj" fmla="val 28025"/>
              <a:gd name="vf" fmla="val 115470"/>
            </a:avLst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22" name="Freeform 20">
            <a:extLst>
              <a:ext uri="{FF2B5EF4-FFF2-40B4-BE49-F238E27FC236}">
                <a16:creationId xmlns:a16="http://schemas.microsoft.com/office/drawing/2014/main" id="{16EC7C47-E955-4B82-9329-9550A7E031EA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16919280" y="4397170"/>
            <a:ext cx="1744116" cy="1511304"/>
          </a:xfrm>
          <a:prstGeom prst="hexagon">
            <a:avLst>
              <a:gd name="adj" fmla="val 29538"/>
              <a:gd name="vf" fmla="val 115470"/>
            </a:avLst>
          </a:pr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23" name="Freeform 21">
            <a:extLst>
              <a:ext uri="{FF2B5EF4-FFF2-40B4-BE49-F238E27FC236}">
                <a16:creationId xmlns:a16="http://schemas.microsoft.com/office/drawing/2014/main" id="{93E70F6B-7250-4088-B9F6-82F2ECC16D9C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9698125" y="8325810"/>
            <a:ext cx="1744116" cy="1514724"/>
          </a:xfrm>
          <a:prstGeom prst="hexagon">
            <a:avLst>
              <a:gd name="adj" fmla="val 27515"/>
              <a:gd name="vf" fmla="val 115470"/>
            </a:avLst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24" name="Freeform 22">
            <a:extLst>
              <a:ext uri="{FF2B5EF4-FFF2-40B4-BE49-F238E27FC236}">
                <a16:creationId xmlns:a16="http://schemas.microsoft.com/office/drawing/2014/main" id="{DE6AFD4D-5F72-4D75-8C12-E1E90E03659B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16919253" y="8325812"/>
            <a:ext cx="1744116" cy="1514720"/>
          </a:xfrm>
          <a:prstGeom prst="hexagon">
            <a:avLst>
              <a:gd name="adj" fmla="val 28773"/>
              <a:gd name="vf" fmla="val 115470"/>
            </a:avLst>
          </a:pr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F7BC22B-2C93-44E9-9AEA-4432B6E0E7EE}"/>
              </a:ext>
            </a:extLst>
          </p:cNvPr>
          <p:cNvSpPr txBox="1"/>
          <p:nvPr/>
        </p:nvSpPr>
        <p:spPr>
          <a:xfrm>
            <a:off x="1520825" y="750700"/>
            <a:ext cx="21336000" cy="116955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7000" b="1" spc="-29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CHALLENGES SLIDE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AB2F3CF-1AC1-4D5B-9C94-108A80E21744}"/>
              </a:ext>
            </a:extLst>
          </p:cNvPr>
          <p:cNvSpPr txBox="1"/>
          <p:nvPr/>
        </p:nvSpPr>
        <p:spPr>
          <a:xfrm>
            <a:off x="1520827" y="1886522"/>
            <a:ext cx="213359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spc="-120" dirty="0">
                <a:latin typeface="Montserrat" pitchFamily="2" charset="77"/>
                <a:cs typeface="Poppins" pitchFamily="2" charset="77"/>
              </a:rPr>
              <a:t>Make a big impact with our professional slides and charts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0A9977E-7872-49AF-93F2-AB08854189AE}"/>
              </a:ext>
            </a:extLst>
          </p:cNvPr>
          <p:cNvSpPr txBox="1"/>
          <p:nvPr/>
        </p:nvSpPr>
        <p:spPr>
          <a:xfrm>
            <a:off x="11692967" y="4042976"/>
            <a:ext cx="4441370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 01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26EF215-A055-407A-8658-5457EA8F62EC}"/>
              </a:ext>
            </a:extLst>
          </p:cNvPr>
          <p:cNvSpPr txBox="1"/>
          <p:nvPr/>
        </p:nvSpPr>
        <p:spPr>
          <a:xfrm>
            <a:off x="11692967" y="4724318"/>
            <a:ext cx="4441372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4291554-E597-4837-A785-736CE65B5853}"/>
              </a:ext>
            </a:extLst>
          </p:cNvPr>
          <p:cNvSpPr txBox="1"/>
          <p:nvPr/>
        </p:nvSpPr>
        <p:spPr>
          <a:xfrm>
            <a:off x="11692967" y="7967311"/>
            <a:ext cx="4441370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 02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820BAE6-2AB7-450D-9855-59B9B50AE118}"/>
              </a:ext>
            </a:extLst>
          </p:cNvPr>
          <p:cNvSpPr txBox="1"/>
          <p:nvPr/>
        </p:nvSpPr>
        <p:spPr>
          <a:xfrm>
            <a:off x="11692967" y="8648653"/>
            <a:ext cx="4441372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6B73787-9A51-45CC-A648-ED0E5F37210F}"/>
              </a:ext>
            </a:extLst>
          </p:cNvPr>
          <p:cNvSpPr txBox="1"/>
          <p:nvPr/>
        </p:nvSpPr>
        <p:spPr>
          <a:xfrm>
            <a:off x="18913679" y="4042976"/>
            <a:ext cx="4441370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 03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A1F041C-0344-4747-8F65-CBFB3307C9A3}"/>
              </a:ext>
            </a:extLst>
          </p:cNvPr>
          <p:cNvSpPr txBox="1"/>
          <p:nvPr/>
        </p:nvSpPr>
        <p:spPr>
          <a:xfrm>
            <a:off x="18913679" y="4724318"/>
            <a:ext cx="4441372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F38E495-D0F6-44F8-8093-886BFF3C752D}"/>
              </a:ext>
            </a:extLst>
          </p:cNvPr>
          <p:cNvSpPr txBox="1"/>
          <p:nvPr/>
        </p:nvSpPr>
        <p:spPr>
          <a:xfrm>
            <a:off x="18913679" y="7967311"/>
            <a:ext cx="4441370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 04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A8E3C86-7873-4F9E-AFB8-E310E20B4869}"/>
              </a:ext>
            </a:extLst>
          </p:cNvPr>
          <p:cNvSpPr txBox="1"/>
          <p:nvPr/>
        </p:nvSpPr>
        <p:spPr>
          <a:xfrm>
            <a:off x="18913679" y="8648653"/>
            <a:ext cx="4441372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F6EFA63F-A967-4E51-BDE8-A0BD9D59A6AD}"/>
              </a:ext>
            </a:extLst>
          </p:cNvPr>
          <p:cNvSpPr txBox="1"/>
          <p:nvPr/>
        </p:nvSpPr>
        <p:spPr>
          <a:xfrm>
            <a:off x="9916450" y="4563818"/>
            <a:ext cx="1263992" cy="116955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NI" sz="7000" b="1" spc="-29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A</a:t>
            </a:r>
            <a:endParaRPr lang="en-US" sz="7000" b="1" spc="-290" dirty="0">
              <a:solidFill>
                <a:schemeClr val="bg1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8EC8A14-5C00-4EFC-BF99-562A72D7E66D}"/>
              </a:ext>
            </a:extLst>
          </p:cNvPr>
          <p:cNvSpPr txBox="1"/>
          <p:nvPr/>
        </p:nvSpPr>
        <p:spPr>
          <a:xfrm>
            <a:off x="9916450" y="8486476"/>
            <a:ext cx="1263992" cy="116955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NI" sz="7000" b="1" spc="-29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B</a:t>
            </a:r>
            <a:endParaRPr lang="en-US" sz="7000" b="1" spc="-290" dirty="0">
              <a:solidFill>
                <a:schemeClr val="bg1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4AA6FC3-4F4B-4E4E-A7AA-4FC7A9111761}"/>
              </a:ext>
            </a:extLst>
          </p:cNvPr>
          <p:cNvSpPr txBox="1"/>
          <p:nvPr/>
        </p:nvSpPr>
        <p:spPr>
          <a:xfrm>
            <a:off x="17147050" y="4563818"/>
            <a:ext cx="1263992" cy="116955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NI" sz="7000" b="1" spc="-29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C</a:t>
            </a:r>
            <a:endParaRPr lang="en-US" sz="7000" b="1" spc="-290" dirty="0">
              <a:solidFill>
                <a:schemeClr val="bg1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E272D177-301C-40FD-B75F-17031095D856}"/>
              </a:ext>
            </a:extLst>
          </p:cNvPr>
          <p:cNvSpPr txBox="1"/>
          <p:nvPr/>
        </p:nvSpPr>
        <p:spPr>
          <a:xfrm>
            <a:off x="17147050" y="8486476"/>
            <a:ext cx="1263992" cy="116955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NI" sz="7000" b="1" spc="-29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D</a:t>
            </a:r>
            <a:endParaRPr lang="en-US" sz="7000" b="1" spc="-290" dirty="0">
              <a:solidFill>
                <a:schemeClr val="bg1"/>
              </a:solidFill>
              <a:latin typeface="Montserrat" pitchFamily="2" charset="77"/>
              <a:cs typeface="Poppins" pitchFamily="2" charset="77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Freeform 2">
            <a:extLst>
              <a:ext uri="{FF2B5EF4-FFF2-40B4-BE49-F238E27FC236}">
                <a16:creationId xmlns:a16="http://schemas.microsoft.com/office/drawing/2014/main" id="{006DDBFE-EC46-4F65-9C25-7BE527F825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7685" y="5406792"/>
            <a:ext cx="15043283" cy="5446029"/>
          </a:xfrm>
          <a:custGeom>
            <a:avLst/>
            <a:gdLst>
              <a:gd name="T0" fmla="*/ 16907 w 16908"/>
              <a:gd name="T1" fmla="*/ 3060 h 6121"/>
              <a:gd name="T2" fmla="*/ 12111 w 16908"/>
              <a:gd name="T3" fmla="*/ 0 h 6121"/>
              <a:gd name="T4" fmla="*/ 12111 w 16908"/>
              <a:gd name="T5" fmla="*/ 856 h 6121"/>
              <a:gd name="T6" fmla="*/ 0 w 16908"/>
              <a:gd name="T7" fmla="*/ 856 h 6121"/>
              <a:gd name="T8" fmla="*/ 0 w 16908"/>
              <a:gd name="T9" fmla="*/ 5264 h 6121"/>
              <a:gd name="T10" fmla="*/ 12111 w 16908"/>
              <a:gd name="T11" fmla="*/ 5264 h 6121"/>
              <a:gd name="T12" fmla="*/ 12111 w 16908"/>
              <a:gd name="T13" fmla="*/ 6120 h 6121"/>
              <a:gd name="T14" fmla="*/ 16907 w 16908"/>
              <a:gd name="T15" fmla="*/ 3060 h 61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6908" h="6121">
                <a:moveTo>
                  <a:pt x="16907" y="3060"/>
                </a:moveTo>
                <a:lnTo>
                  <a:pt x="12111" y="0"/>
                </a:lnTo>
                <a:lnTo>
                  <a:pt x="12111" y="856"/>
                </a:lnTo>
                <a:lnTo>
                  <a:pt x="0" y="856"/>
                </a:lnTo>
                <a:lnTo>
                  <a:pt x="0" y="5264"/>
                </a:lnTo>
                <a:lnTo>
                  <a:pt x="12111" y="5264"/>
                </a:lnTo>
                <a:lnTo>
                  <a:pt x="12111" y="6120"/>
                </a:lnTo>
                <a:lnTo>
                  <a:pt x="16907" y="3060"/>
                </a:lnTo>
              </a:path>
            </a:pathLst>
          </a:custGeom>
          <a:solidFill>
            <a:schemeClr val="accent6">
              <a:alpha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43" name="Freeform 4">
            <a:extLst>
              <a:ext uri="{FF2B5EF4-FFF2-40B4-BE49-F238E27FC236}">
                <a16:creationId xmlns:a16="http://schemas.microsoft.com/office/drawing/2014/main" id="{D4D10FB5-7E1C-4618-B4DD-5C91D52063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2758" y="6167980"/>
            <a:ext cx="3923652" cy="3923652"/>
          </a:xfrm>
          <a:custGeom>
            <a:avLst/>
            <a:gdLst>
              <a:gd name="T0" fmla="*/ 4409 w 4410"/>
              <a:gd name="T1" fmla="*/ 2204 h 4409"/>
              <a:gd name="T2" fmla="*/ 4409 w 4410"/>
              <a:gd name="T3" fmla="*/ 2204 h 4409"/>
              <a:gd name="T4" fmla="*/ 2205 w 4410"/>
              <a:gd name="T5" fmla="*/ 4408 h 4409"/>
              <a:gd name="T6" fmla="*/ 2205 w 4410"/>
              <a:gd name="T7" fmla="*/ 4408 h 4409"/>
              <a:gd name="T8" fmla="*/ 0 w 4410"/>
              <a:gd name="T9" fmla="*/ 2204 h 4409"/>
              <a:gd name="T10" fmla="*/ 0 w 4410"/>
              <a:gd name="T11" fmla="*/ 2204 h 4409"/>
              <a:gd name="T12" fmla="*/ 2205 w 4410"/>
              <a:gd name="T13" fmla="*/ 0 h 4409"/>
              <a:gd name="T14" fmla="*/ 2205 w 4410"/>
              <a:gd name="T15" fmla="*/ 0 h 4409"/>
              <a:gd name="T16" fmla="*/ 4409 w 4410"/>
              <a:gd name="T17" fmla="*/ 2204 h 44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410" h="4409">
                <a:moveTo>
                  <a:pt x="4409" y="2204"/>
                </a:moveTo>
                <a:lnTo>
                  <a:pt x="4409" y="2204"/>
                </a:lnTo>
                <a:cubicBezTo>
                  <a:pt x="4409" y="3420"/>
                  <a:pt x="3421" y="4408"/>
                  <a:pt x="2205" y="4408"/>
                </a:cubicBezTo>
                <a:lnTo>
                  <a:pt x="2205" y="4408"/>
                </a:lnTo>
                <a:cubicBezTo>
                  <a:pt x="987" y="4408"/>
                  <a:pt x="0" y="3420"/>
                  <a:pt x="0" y="2204"/>
                </a:cubicBezTo>
                <a:lnTo>
                  <a:pt x="0" y="2204"/>
                </a:lnTo>
                <a:cubicBezTo>
                  <a:pt x="0" y="986"/>
                  <a:pt x="987" y="0"/>
                  <a:pt x="2205" y="0"/>
                </a:cubicBezTo>
                <a:lnTo>
                  <a:pt x="2205" y="0"/>
                </a:lnTo>
                <a:cubicBezTo>
                  <a:pt x="3421" y="0"/>
                  <a:pt x="4409" y="986"/>
                  <a:pt x="4409" y="2204"/>
                </a:cubicBezTo>
              </a:path>
            </a:pathLst>
          </a:custGeom>
          <a:solidFill>
            <a:schemeClr val="accent6">
              <a:alpha val="25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44" name="Freeform 8">
            <a:extLst>
              <a:ext uri="{FF2B5EF4-FFF2-40B4-BE49-F238E27FC236}">
                <a16:creationId xmlns:a16="http://schemas.microsoft.com/office/drawing/2014/main" id="{4F97839F-5A33-49E9-A5DB-91FFD2E663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5859" y="6167980"/>
            <a:ext cx="3923652" cy="3923652"/>
          </a:xfrm>
          <a:custGeom>
            <a:avLst/>
            <a:gdLst>
              <a:gd name="T0" fmla="*/ 4408 w 4409"/>
              <a:gd name="T1" fmla="*/ 2204 h 4409"/>
              <a:gd name="T2" fmla="*/ 4408 w 4409"/>
              <a:gd name="T3" fmla="*/ 2204 h 4409"/>
              <a:gd name="T4" fmla="*/ 2204 w 4409"/>
              <a:gd name="T5" fmla="*/ 4408 h 4409"/>
              <a:gd name="T6" fmla="*/ 2204 w 4409"/>
              <a:gd name="T7" fmla="*/ 4408 h 4409"/>
              <a:gd name="T8" fmla="*/ 0 w 4409"/>
              <a:gd name="T9" fmla="*/ 2204 h 4409"/>
              <a:gd name="T10" fmla="*/ 0 w 4409"/>
              <a:gd name="T11" fmla="*/ 2204 h 4409"/>
              <a:gd name="T12" fmla="*/ 2204 w 4409"/>
              <a:gd name="T13" fmla="*/ 0 h 4409"/>
              <a:gd name="T14" fmla="*/ 2204 w 4409"/>
              <a:gd name="T15" fmla="*/ 0 h 4409"/>
              <a:gd name="T16" fmla="*/ 4408 w 4409"/>
              <a:gd name="T17" fmla="*/ 2204 h 44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409" h="4409">
                <a:moveTo>
                  <a:pt x="4408" y="2204"/>
                </a:moveTo>
                <a:lnTo>
                  <a:pt x="4408" y="2204"/>
                </a:lnTo>
                <a:cubicBezTo>
                  <a:pt x="4408" y="3420"/>
                  <a:pt x="3421" y="4408"/>
                  <a:pt x="2204" y="4408"/>
                </a:cubicBezTo>
                <a:lnTo>
                  <a:pt x="2204" y="4408"/>
                </a:lnTo>
                <a:cubicBezTo>
                  <a:pt x="986" y="4408"/>
                  <a:pt x="0" y="3420"/>
                  <a:pt x="0" y="2204"/>
                </a:cubicBezTo>
                <a:lnTo>
                  <a:pt x="0" y="2204"/>
                </a:lnTo>
                <a:cubicBezTo>
                  <a:pt x="0" y="986"/>
                  <a:pt x="986" y="0"/>
                  <a:pt x="2204" y="0"/>
                </a:cubicBezTo>
                <a:lnTo>
                  <a:pt x="2204" y="0"/>
                </a:lnTo>
                <a:cubicBezTo>
                  <a:pt x="3421" y="0"/>
                  <a:pt x="4408" y="986"/>
                  <a:pt x="4408" y="2204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45" name="Freeform 9">
            <a:extLst>
              <a:ext uri="{FF2B5EF4-FFF2-40B4-BE49-F238E27FC236}">
                <a16:creationId xmlns:a16="http://schemas.microsoft.com/office/drawing/2014/main" id="{F5BE6C7F-7734-4B33-B091-AB93097A49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25038" y="6167980"/>
            <a:ext cx="3923652" cy="3923652"/>
          </a:xfrm>
          <a:custGeom>
            <a:avLst/>
            <a:gdLst>
              <a:gd name="T0" fmla="*/ 4407 w 4408"/>
              <a:gd name="T1" fmla="*/ 2204 h 4409"/>
              <a:gd name="T2" fmla="*/ 4407 w 4408"/>
              <a:gd name="T3" fmla="*/ 2204 h 4409"/>
              <a:gd name="T4" fmla="*/ 2205 w 4408"/>
              <a:gd name="T5" fmla="*/ 4408 h 4409"/>
              <a:gd name="T6" fmla="*/ 2205 w 4408"/>
              <a:gd name="T7" fmla="*/ 4408 h 4409"/>
              <a:gd name="T8" fmla="*/ 0 w 4408"/>
              <a:gd name="T9" fmla="*/ 2204 h 4409"/>
              <a:gd name="T10" fmla="*/ 0 w 4408"/>
              <a:gd name="T11" fmla="*/ 2204 h 4409"/>
              <a:gd name="T12" fmla="*/ 2205 w 4408"/>
              <a:gd name="T13" fmla="*/ 0 h 4409"/>
              <a:gd name="T14" fmla="*/ 2205 w 4408"/>
              <a:gd name="T15" fmla="*/ 0 h 4409"/>
              <a:gd name="T16" fmla="*/ 4407 w 4408"/>
              <a:gd name="T17" fmla="*/ 2204 h 44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408" h="4409">
                <a:moveTo>
                  <a:pt x="4407" y="2204"/>
                </a:moveTo>
                <a:lnTo>
                  <a:pt x="4407" y="2204"/>
                </a:lnTo>
                <a:cubicBezTo>
                  <a:pt x="4407" y="3420"/>
                  <a:pt x="3420" y="4408"/>
                  <a:pt x="2205" y="4408"/>
                </a:cubicBezTo>
                <a:lnTo>
                  <a:pt x="2205" y="4408"/>
                </a:lnTo>
                <a:cubicBezTo>
                  <a:pt x="987" y="4408"/>
                  <a:pt x="0" y="3420"/>
                  <a:pt x="0" y="2204"/>
                </a:cubicBezTo>
                <a:lnTo>
                  <a:pt x="0" y="2204"/>
                </a:lnTo>
                <a:cubicBezTo>
                  <a:pt x="0" y="986"/>
                  <a:pt x="987" y="0"/>
                  <a:pt x="2205" y="0"/>
                </a:cubicBezTo>
                <a:lnTo>
                  <a:pt x="2205" y="0"/>
                </a:lnTo>
                <a:cubicBezTo>
                  <a:pt x="3420" y="0"/>
                  <a:pt x="4407" y="986"/>
                  <a:pt x="4407" y="2204"/>
                </a:cubicBez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46" name="Freeform 10">
            <a:extLst>
              <a:ext uri="{FF2B5EF4-FFF2-40B4-BE49-F238E27FC236}">
                <a16:creationId xmlns:a16="http://schemas.microsoft.com/office/drawing/2014/main" id="{E887F851-B5EB-4CC9-BD7C-97CD25D766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88139" y="6167980"/>
            <a:ext cx="3923652" cy="3923652"/>
          </a:xfrm>
          <a:custGeom>
            <a:avLst/>
            <a:gdLst>
              <a:gd name="T0" fmla="*/ 4407 w 4408"/>
              <a:gd name="T1" fmla="*/ 2204 h 4409"/>
              <a:gd name="T2" fmla="*/ 4407 w 4408"/>
              <a:gd name="T3" fmla="*/ 2204 h 4409"/>
              <a:gd name="T4" fmla="*/ 2203 w 4408"/>
              <a:gd name="T5" fmla="*/ 4408 h 4409"/>
              <a:gd name="T6" fmla="*/ 2203 w 4408"/>
              <a:gd name="T7" fmla="*/ 4408 h 4409"/>
              <a:gd name="T8" fmla="*/ 0 w 4408"/>
              <a:gd name="T9" fmla="*/ 2204 h 4409"/>
              <a:gd name="T10" fmla="*/ 0 w 4408"/>
              <a:gd name="T11" fmla="*/ 2204 h 4409"/>
              <a:gd name="T12" fmla="*/ 2203 w 4408"/>
              <a:gd name="T13" fmla="*/ 0 h 4409"/>
              <a:gd name="T14" fmla="*/ 2203 w 4408"/>
              <a:gd name="T15" fmla="*/ 0 h 4409"/>
              <a:gd name="T16" fmla="*/ 4407 w 4408"/>
              <a:gd name="T17" fmla="*/ 2204 h 44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408" h="4409">
                <a:moveTo>
                  <a:pt x="4407" y="2204"/>
                </a:moveTo>
                <a:lnTo>
                  <a:pt x="4407" y="2204"/>
                </a:lnTo>
                <a:cubicBezTo>
                  <a:pt x="4407" y="3420"/>
                  <a:pt x="3421" y="4408"/>
                  <a:pt x="2203" y="4408"/>
                </a:cubicBezTo>
                <a:lnTo>
                  <a:pt x="2203" y="4408"/>
                </a:lnTo>
                <a:cubicBezTo>
                  <a:pt x="987" y="4408"/>
                  <a:pt x="0" y="3420"/>
                  <a:pt x="0" y="2204"/>
                </a:cubicBezTo>
                <a:lnTo>
                  <a:pt x="0" y="2204"/>
                </a:lnTo>
                <a:cubicBezTo>
                  <a:pt x="0" y="986"/>
                  <a:pt x="987" y="0"/>
                  <a:pt x="2203" y="0"/>
                </a:cubicBezTo>
                <a:lnTo>
                  <a:pt x="2203" y="0"/>
                </a:lnTo>
                <a:cubicBezTo>
                  <a:pt x="3421" y="0"/>
                  <a:pt x="4407" y="986"/>
                  <a:pt x="4407" y="2204"/>
                </a:cubicBezTo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47" name="Freeform 11">
            <a:extLst>
              <a:ext uri="{FF2B5EF4-FFF2-40B4-BE49-F238E27FC236}">
                <a16:creationId xmlns:a16="http://schemas.microsoft.com/office/drawing/2014/main" id="{50050424-091A-4ACB-9F22-5DBF23A88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47315" y="6167980"/>
            <a:ext cx="3923652" cy="3923652"/>
          </a:xfrm>
          <a:custGeom>
            <a:avLst/>
            <a:gdLst>
              <a:gd name="T0" fmla="*/ 4408 w 4409"/>
              <a:gd name="T1" fmla="*/ 2204 h 4409"/>
              <a:gd name="T2" fmla="*/ 4408 w 4409"/>
              <a:gd name="T3" fmla="*/ 2204 h 4409"/>
              <a:gd name="T4" fmla="*/ 2204 w 4409"/>
              <a:gd name="T5" fmla="*/ 4408 h 4409"/>
              <a:gd name="T6" fmla="*/ 2204 w 4409"/>
              <a:gd name="T7" fmla="*/ 4408 h 4409"/>
              <a:gd name="T8" fmla="*/ 0 w 4409"/>
              <a:gd name="T9" fmla="*/ 2204 h 4409"/>
              <a:gd name="T10" fmla="*/ 0 w 4409"/>
              <a:gd name="T11" fmla="*/ 2204 h 4409"/>
              <a:gd name="T12" fmla="*/ 2204 w 4409"/>
              <a:gd name="T13" fmla="*/ 0 h 4409"/>
              <a:gd name="T14" fmla="*/ 2204 w 4409"/>
              <a:gd name="T15" fmla="*/ 0 h 4409"/>
              <a:gd name="T16" fmla="*/ 4408 w 4409"/>
              <a:gd name="T17" fmla="*/ 2204 h 44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409" h="4409">
                <a:moveTo>
                  <a:pt x="4408" y="2204"/>
                </a:moveTo>
                <a:lnTo>
                  <a:pt x="4408" y="2204"/>
                </a:lnTo>
                <a:cubicBezTo>
                  <a:pt x="4408" y="3420"/>
                  <a:pt x="3421" y="4408"/>
                  <a:pt x="2204" y="4408"/>
                </a:cubicBezTo>
                <a:lnTo>
                  <a:pt x="2204" y="4408"/>
                </a:lnTo>
                <a:cubicBezTo>
                  <a:pt x="987" y="4408"/>
                  <a:pt x="0" y="3420"/>
                  <a:pt x="0" y="2204"/>
                </a:cubicBezTo>
                <a:lnTo>
                  <a:pt x="0" y="2204"/>
                </a:lnTo>
                <a:cubicBezTo>
                  <a:pt x="0" y="986"/>
                  <a:pt x="987" y="0"/>
                  <a:pt x="2204" y="0"/>
                </a:cubicBezTo>
                <a:lnTo>
                  <a:pt x="2204" y="0"/>
                </a:lnTo>
                <a:cubicBezTo>
                  <a:pt x="3421" y="0"/>
                  <a:pt x="4408" y="986"/>
                  <a:pt x="4408" y="2204"/>
                </a:cubicBezTo>
              </a:path>
            </a:pathLst>
          </a:custGeom>
          <a:solidFill>
            <a:schemeClr val="accent5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FB0C428-2081-4550-BCA7-F2CA4DF956EC}"/>
              </a:ext>
            </a:extLst>
          </p:cNvPr>
          <p:cNvGrpSpPr/>
          <p:nvPr/>
        </p:nvGrpSpPr>
        <p:grpSpPr>
          <a:xfrm>
            <a:off x="2475823" y="4932029"/>
            <a:ext cx="3935424" cy="5159603"/>
            <a:chOff x="2475823" y="4932029"/>
            <a:chExt cx="3935424" cy="5159603"/>
          </a:xfrm>
        </p:grpSpPr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E6121674-E42B-4649-9929-9ECAE0BB19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5410" y="5575507"/>
              <a:ext cx="674868" cy="1184943"/>
            </a:xfrm>
            <a:custGeom>
              <a:avLst/>
              <a:gdLst>
                <a:gd name="T0" fmla="*/ 744 w 757"/>
                <a:gd name="T1" fmla="*/ 331 h 1333"/>
                <a:gd name="T2" fmla="*/ 744 w 757"/>
                <a:gd name="T3" fmla="*/ 331 h 1333"/>
                <a:gd name="T4" fmla="*/ 413 w 757"/>
                <a:gd name="T5" fmla="*/ 0 h 1333"/>
                <a:gd name="T6" fmla="*/ 413 w 757"/>
                <a:gd name="T7" fmla="*/ 0 h 1333"/>
                <a:gd name="T8" fmla="*/ 83 w 757"/>
                <a:gd name="T9" fmla="*/ 331 h 1333"/>
                <a:gd name="T10" fmla="*/ 83 w 757"/>
                <a:gd name="T11" fmla="*/ 331 h 1333"/>
                <a:gd name="T12" fmla="*/ 85 w 757"/>
                <a:gd name="T13" fmla="*/ 427 h 1333"/>
                <a:gd name="T14" fmla="*/ 85 w 757"/>
                <a:gd name="T15" fmla="*/ 427 h 1333"/>
                <a:gd name="T16" fmla="*/ 27 w 757"/>
                <a:gd name="T17" fmla="*/ 430 h 1333"/>
                <a:gd name="T18" fmla="*/ 27 w 757"/>
                <a:gd name="T19" fmla="*/ 430 h 1333"/>
                <a:gd name="T20" fmla="*/ 42 w 757"/>
                <a:gd name="T21" fmla="*/ 544 h 1333"/>
                <a:gd name="T22" fmla="*/ 42 w 757"/>
                <a:gd name="T23" fmla="*/ 544 h 1333"/>
                <a:gd name="T24" fmla="*/ 110 w 757"/>
                <a:gd name="T25" fmla="*/ 589 h 1333"/>
                <a:gd name="T26" fmla="*/ 110 w 757"/>
                <a:gd name="T27" fmla="*/ 1332 h 1333"/>
                <a:gd name="T28" fmla="*/ 458 w 757"/>
                <a:gd name="T29" fmla="*/ 1332 h 1333"/>
                <a:gd name="T30" fmla="*/ 458 w 757"/>
                <a:gd name="T31" fmla="*/ 939 h 1333"/>
                <a:gd name="T32" fmla="*/ 458 w 757"/>
                <a:gd name="T33" fmla="*/ 939 h 1333"/>
                <a:gd name="T34" fmla="*/ 557 w 757"/>
                <a:gd name="T35" fmla="*/ 958 h 1333"/>
                <a:gd name="T36" fmla="*/ 557 w 757"/>
                <a:gd name="T37" fmla="*/ 958 h 1333"/>
                <a:gd name="T38" fmla="*/ 744 w 757"/>
                <a:gd name="T39" fmla="*/ 331 h 1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57" h="1333">
                  <a:moveTo>
                    <a:pt x="744" y="331"/>
                  </a:moveTo>
                  <a:lnTo>
                    <a:pt x="744" y="331"/>
                  </a:lnTo>
                  <a:cubicBezTo>
                    <a:pt x="726" y="70"/>
                    <a:pt x="595" y="0"/>
                    <a:pt x="413" y="0"/>
                  </a:cubicBezTo>
                  <a:lnTo>
                    <a:pt x="413" y="0"/>
                  </a:lnTo>
                  <a:cubicBezTo>
                    <a:pt x="231" y="0"/>
                    <a:pt x="92" y="148"/>
                    <a:pt x="83" y="331"/>
                  </a:cubicBezTo>
                  <a:lnTo>
                    <a:pt x="83" y="331"/>
                  </a:lnTo>
                  <a:cubicBezTo>
                    <a:pt x="81" y="364"/>
                    <a:pt x="82" y="396"/>
                    <a:pt x="85" y="427"/>
                  </a:cubicBezTo>
                  <a:lnTo>
                    <a:pt x="85" y="427"/>
                  </a:lnTo>
                  <a:cubicBezTo>
                    <a:pt x="62" y="418"/>
                    <a:pt x="41" y="418"/>
                    <a:pt x="27" y="430"/>
                  </a:cubicBezTo>
                  <a:lnTo>
                    <a:pt x="27" y="430"/>
                  </a:lnTo>
                  <a:cubicBezTo>
                    <a:pt x="0" y="450"/>
                    <a:pt x="7" y="502"/>
                    <a:pt x="42" y="544"/>
                  </a:cubicBezTo>
                  <a:lnTo>
                    <a:pt x="42" y="544"/>
                  </a:lnTo>
                  <a:cubicBezTo>
                    <a:pt x="62" y="569"/>
                    <a:pt x="87" y="585"/>
                    <a:pt x="110" y="589"/>
                  </a:cubicBezTo>
                  <a:lnTo>
                    <a:pt x="110" y="1332"/>
                  </a:lnTo>
                  <a:lnTo>
                    <a:pt x="458" y="1332"/>
                  </a:lnTo>
                  <a:lnTo>
                    <a:pt x="458" y="939"/>
                  </a:lnTo>
                  <a:lnTo>
                    <a:pt x="458" y="939"/>
                  </a:lnTo>
                  <a:cubicBezTo>
                    <a:pt x="492" y="951"/>
                    <a:pt x="526" y="958"/>
                    <a:pt x="557" y="958"/>
                  </a:cubicBezTo>
                  <a:lnTo>
                    <a:pt x="557" y="958"/>
                  </a:lnTo>
                  <a:cubicBezTo>
                    <a:pt x="745" y="958"/>
                    <a:pt x="756" y="512"/>
                    <a:pt x="744" y="33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C7D28738-222D-420D-BCCE-E36C727552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5410" y="5575507"/>
              <a:ext cx="674868" cy="1184943"/>
            </a:xfrm>
            <a:custGeom>
              <a:avLst/>
              <a:gdLst>
                <a:gd name="T0" fmla="*/ 744 w 757"/>
                <a:gd name="T1" fmla="*/ 331 h 1333"/>
                <a:gd name="T2" fmla="*/ 744 w 757"/>
                <a:gd name="T3" fmla="*/ 331 h 1333"/>
                <a:gd name="T4" fmla="*/ 413 w 757"/>
                <a:gd name="T5" fmla="*/ 0 h 1333"/>
                <a:gd name="T6" fmla="*/ 413 w 757"/>
                <a:gd name="T7" fmla="*/ 0 h 1333"/>
                <a:gd name="T8" fmla="*/ 83 w 757"/>
                <a:gd name="T9" fmla="*/ 331 h 1333"/>
                <a:gd name="T10" fmla="*/ 83 w 757"/>
                <a:gd name="T11" fmla="*/ 331 h 1333"/>
                <a:gd name="T12" fmla="*/ 85 w 757"/>
                <a:gd name="T13" fmla="*/ 427 h 1333"/>
                <a:gd name="T14" fmla="*/ 85 w 757"/>
                <a:gd name="T15" fmla="*/ 427 h 1333"/>
                <a:gd name="T16" fmla="*/ 27 w 757"/>
                <a:gd name="T17" fmla="*/ 430 h 1333"/>
                <a:gd name="T18" fmla="*/ 27 w 757"/>
                <a:gd name="T19" fmla="*/ 430 h 1333"/>
                <a:gd name="T20" fmla="*/ 42 w 757"/>
                <a:gd name="T21" fmla="*/ 544 h 1333"/>
                <a:gd name="T22" fmla="*/ 42 w 757"/>
                <a:gd name="T23" fmla="*/ 544 h 1333"/>
                <a:gd name="T24" fmla="*/ 110 w 757"/>
                <a:gd name="T25" fmla="*/ 589 h 1333"/>
                <a:gd name="T26" fmla="*/ 110 w 757"/>
                <a:gd name="T27" fmla="*/ 1332 h 1333"/>
                <a:gd name="T28" fmla="*/ 458 w 757"/>
                <a:gd name="T29" fmla="*/ 1332 h 1333"/>
                <a:gd name="T30" fmla="*/ 458 w 757"/>
                <a:gd name="T31" fmla="*/ 939 h 1333"/>
                <a:gd name="T32" fmla="*/ 458 w 757"/>
                <a:gd name="T33" fmla="*/ 939 h 1333"/>
                <a:gd name="T34" fmla="*/ 557 w 757"/>
                <a:gd name="T35" fmla="*/ 958 h 1333"/>
                <a:gd name="T36" fmla="*/ 557 w 757"/>
                <a:gd name="T37" fmla="*/ 958 h 1333"/>
                <a:gd name="T38" fmla="*/ 744 w 757"/>
                <a:gd name="T39" fmla="*/ 331 h 1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57" h="1333">
                  <a:moveTo>
                    <a:pt x="744" y="331"/>
                  </a:moveTo>
                  <a:lnTo>
                    <a:pt x="744" y="331"/>
                  </a:lnTo>
                  <a:cubicBezTo>
                    <a:pt x="726" y="70"/>
                    <a:pt x="595" y="0"/>
                    <a:pt x="413" y="0"/>
                  </a:cubicBezTo>
                  <a:lnTo>
                    <a:pt x="413" y="0"/>
                  </a:lnTo>
                  <a:cubicBezTo>
                    <a:pt x="231" y="0"/>
                    <a:pt x="92" y="148"/>
                    <a:pt x="83" y="331"/>
                  </a:cubicBezTo>
                  <a:lnTo>
                    <a:pt x="83" y="331"/>
                  </a:lnTo>
                  <a:cubicBezTo>
                    <a:pt x="81" y="364"/>
                    <a:pt x="82" y="396"/>
                    <a:pt x="85" y="427"/>
                  </a:cubicBezTo>
                  <a:lnTo>
                    <a:pt x="85" y="427"/>
                  </a:lnTo>
                  <a:cubicBezTo>
                    <a:pt x="62" y="418"/>
                    <a:pt x="41" y="418"/>
                    <a:pt x="27" y="430"/>
                  </a:cubicBezTo>
                  <a:lnTo>
                    <a:pt x="27" y="430"/>
                  </a:lnTo>
                  <a:cubicBezTo>
                    <a:pt x="0" y="450"/>
                    <a:pt x="7" y="502"/>
                    <a:pt x="42" y="544"/>
                  </a:cubicBezTo>
                  <a:lnTo>
                    <a:pt x="42" y="544"/>
                  </a:lnTo>
                  <a:cubicBezTo>
                    <a:pt x="62" y="569"/>
                    <a:pt x="87" y="585"/>
                    <a:pt x="110" y="589"/>
                  </a:cubicBezTo>
                  <a:lnTo>
                    <a:pt x="110" y="1332"/>
                  </a:lnTo>
                  <a:lnTo>
                    <a:pt x="458" y="1332"/>
                  </a:lnTo>
                  <a:lnTo>
                    <a:pt x="458" y="939"/>
                  </a:lnTo>
                  <a:lnTo>
                    <a:pt x="458" y="939"/>
                  </a:lnTo>
                  <a:cubicBezTo>
                    <a:pt x="492" y="951"/>
                    <a:pt x="526" y="958"/>
                    <a:pt x="557" y="958"/>
                  </a:cubicBezTo>
                  <a:lnTo>
                    <a:pt x="557" y="958"/>
                  </a:lnTo>
                  <a:cubicBezTo>
                    <a:pt x="745" y="958"/>
                    <a:pt x="756" y="512"/>
                    <a:pt x="744" y="331"/>
                  </a:cubicBezTo>
                </a:path>
              </a:pathLst>
            </a:custGeom>
            <a:solidFill>
              <a:srgbClr val="C4C8CE">
                <a:alpha val="15000"/>
              </a:srgb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51" name="Freeform 7">
              <a:extLst>
                <a:ext uri="{FF2B5EF4-FFF2-40B4-BE49-F238E27FC236}">
                  <a16:creationId xmlns:a16="http://schemas.microsoft.com/office/drawing/2014/main" id="{DD3F92F6-A978-44A5-B8B2-046239B21F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9365" y="4932029"/>
              <a:ext cx="1157479" cy="1428209"/>
            </a:xfrm>
            <a:custGeom>
              <a:avLst/>
              <a:gdLst>
                <a:gd name="T0" fmla="*/ 1230 w 1300"/>
                <a:gd name="T1" fmla="*/ 459 h 1606"/>
                <a:gd name="T2" fmla="*/ 1230 w 1300"/>
                <a:gd name="T3" fmla="*/ 459 h 1606"/>
                <a:gd name="T4" fmla="*/ 819 w 1300"/>
                <a:gd name="T5" fmla="*/ 459 h 1606"/>
                <a:gd name="T6" fmla="*/ 819 w 1300"/>
                <a:gd name="T7" fmla="*/ 459 h 1606"/>
                <a:gd name="T8" fmla="*/ 175 w 1300"/>
                <a:gd name="T9" fmla="*/ 644 h 1606"/>
                <a:gd name="T10" fmla="*/ 175 w 1300"/>
                <a:gd name="T11" fmla="*/ 644 h 1606"/>
                <a:gd name="T12" fmla="*/ 275 w 1300"/>
                <a:gd name="T13" fmla="*/ 1300 h 1606"/>
                <a:gd name="T14" fmla="*/ 275 w 1300"/>
                <a:gd name="T15" fmla="*/ 1300 h 1606"/>
                <a:gd name="T16" fmla="*/ 456 w 1300"/>
                <a:gd name="T17" fmla="*/ 1583 h 1606"/>
                <a:gd name="T18" fmla="*/ 456 w 1300"/>
                <a:gd name="T19" fmla="*/ 1312 h 1606"/>
                <a:gd name="T20" fmla="*/ 456 w 1300"/>
                <a:gd name="T21" fmla="*/ 1312 h 1606"/>
                <a:gd name="T22" fmla="*/ 388 w 1300"/>
                <a:gd name="T23" fmla="*/ 1267 h 1606"/>
                <a:gd name="T24" fmla="*/ 388 w 1300"/>
                <a:gd name="T25" fmla="*/ 1267 h 1606"/>
                <a:gd name="T26" fmla="*/ 373 w 1300"/>
                <a:gd name="T27" fmla="*/ 1153 h 1606"/>
                <a:gd name="T28" fmla="*/ 373 w 1300"/>
                <a:gd name="T29" fmla="*/ 1153 h 1606"/>
                <a:gd name="T30" fmla="*/ 482 w 1300"/>
                <a:gd name="T31" fmla="*/ 1190 h 1606"/>
                <a:gd name="T32" fmla="*/ 482 w 1300"/>
                <a:gd name="T33" fmla="*/ 1190 h 1606"/>
                <a:gd name="T34" fmla="*/ 511 w 1300"/>
                <a:gd name="T35" fmla="*/ 1280 h 1606"/>
                <a:gd name="T36" fmla="*/ 511 w 1300"/>
                <a:gd name="T37" fmla="*/ 1280 h 1606"/>
                <a:gd name="T38" fmla="*/ 628 w 1300"/>
                <a:gd name="T39" fmla="*/ 1287 h 1606"/>
                <a:gd name="T40" fmla="*/ 628 w 1300"/>
                <a:gd name="T41" fmla="*/ 1287 h 1606"/>
                <a:gd name="T42" fmla="*/ 611 w 1300"/>
                <a:gd name="T43" fmla="*/ 1065 h 1606"/>
                <a:gd name="T44" fmla="*/ 611 w 1300"/>
                <a:gd name="T45" fmla="*/ 1065 h 1606"/>
                <a:gd name="T46" fmla="*/ 1230 w 1300"/>
                <a:gd name="T47" fmla="*/ 459 h 16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300" h="1606">
                  <a:moveTo>
                    <a:pt x="1230" y="459"/>
                  </a:moveTo>
                  <a:lnTo>
                    <a:pt x="1230" y="459"/>
                  </a:lnTo>
                  <a:cubicBezTo>
                    <a:pt x="1161" y="0"/>
                    <a:pt x="819" y="459"/>
                    <a:pt x="819" y="459"/>
                  </a:cubicBezTo>
                  <a:lnTo>
                    <a:pt x="819" y="459"/>
                  </a:lnTo>
                  <a:cubicBezTo>
                    <a:pt x="819" y="459"/>
                    <a:pt x="339" y="388"/>
                    <a:pt x="175" y="644"/>
                  </a:cubicBezTo>
                  <a:lnTo>
                    <a:pt x="175" y="644"/>
                  </a:lnTo>
                  <a:cubicBezTo>
                    <a:pt x="0" y="920"/>
                    <a:pt x="249" y="1159"/>
                    <a:pt x="275" y="1300"/>
                  </a:cubicBezTo>
                  <a:lnTo>
                    <a:pt x="275" y="1300"/>
                  </a:lnTo>
                  <a:cubicBezTo>
                    <a:pt x="302" y="1448"/>
                    <a:pt x="289" y="1605"/>
                    <a:pt x="456" y="1583"/>
                  </a:cubicBezTo>
                  <a:lnTo>
                    <a:pt x="456" y="1312"/>
                  </a:lnTo>
                  <a:lnTo>
                    <a:pt x="456" y="1312"/>
                  </a:lnTo>
                  <a:cubicBezTo>
                    <a:pt x="433" y="1308"/>
                    <a:pt x="408" y="1292"/>
                    <a:pt x="388" y="1267"/>
                  </a:cubicBezTo>
                  <a:lnTo>
                    <a:pt x="388" y="1267"/>
                  </a:lnTo>
                  <a:cubicBezTo>
                    <a:pt x="353" y="1225"/>
                    <a:pt x="346" y="1173"/>
                    <a:pt x="373" y="1153"/>
                  </a:cubicBezTo>
                  <a:lnTo>
                    <a:pt x="373" y="1153"/>
                  </a:lnTo>
                  <a:cubicBezTo>
                    <a:pt x="399" y="1132"/>
                    <a:pt x="448" y="1148"/>
                    <a:pt x="482" y="1190"/>
                  </a:cubicBezTo>
                  <a:lnTo>
                    <a:pt x="482" y="1190"/>
                  </a:lnTo>
                  <a:cubicBezTo>
                    <a:pt x="507" y="1220"/>
                    <a:pt x="516" y="1255"/>
                    <a:pt x="511" y="1280"/>
                  </a:cubicBezTo>
                  <a:lnTo>
                    <a:pt x="511" y="1280"/>
                  </a:lnTo>
                  <a:cubicBezTo>
                    <a:pt x="547" y="1294"/>
                    <a:pt x="594" y="1304"/>
                    <a:pt x="628" y="1287"/>
                  </a:cubicBezTo>
                  <a:lnTo>
                    <a:pt x="628" y="1287"/>
                  </a:lnTo>
                  <a:cubicBezTo>
                    <a:pt x="692" y="1254"/>
                    <a:pt x="611" y="1065"/>
                    <a:pt x="611" y="1065"/>
                  </a:cubicBezTo>
                  <a:lnTo>
                    <a:pt x="611" y="1065"/>
                  </a:lnTo>
                  <a:cubicBezTo>
                    <a:pt x="611" y="1065"/>
                    <a:pt x="1299" y="916"/>
                    <a:pt x="1230" y="459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52" name="Freeform 12">
              <a:extLst>
                <a:ext uri="{FF2B5EF4-FFF2-40B4-BE49-F238E27FC236}">
                  <a16:creationId xmlns:a16="http://schemas.microsoft.com/office/drawing/2014/main" id="{A50C51A0-5B71-4134-BC51-F7167FA921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4296" y="9208809"/>
              <a:ext cx="1577308" cy="882823"/>
            </a:xfrm>
            <a:custGeom>
              <a:avLst/>
              <a:gdLst>
                <a:gd name="T0" fmla="*/ 1473 w 1773"/>
                <a:gd name="T1" fmla="*/ 0 h 993"/>
                <a:gd name="T2" fmla="*/ 345 w 1773"/>
                <a:gd name="T3" fmla="*/ 0 h 993"/>
                <a:gd name="T4" fmla="*/ 212 w 1773"/>
                <a:gd name="T5" fmla="*/ 0 h 993"/>
                <a:gd name="T6" fmla="*/ 212 w 1773"/>
                <a:gd name="T7" fmla="*/ 0 h 993"/>
                <a:gd name="T8" fmla="*/ 202 w 1773"/>
                <a:gd name="T9" fmla="*/ 16 h 993"/>
                <a:gd name="T10" fmla="*/ 202 w 1773"/>
                <a:gd name="T11" fmla="*/ 16 h 993"/>
                <a:gd name="T12" fmla="*/ 6 w 1773"/>
                <a:gd name="T13" fmla="*/ 742 h 993"/>
                <a:gd name="T14" fmla="*/ 6 w 1773"/>
                <a:gd name="T15" fmla="*/ 742 h 993"/>
                <a:gd name="T16" fmla="*/ 177 w 1773"/>
                <a:gd name="T17" fmla="*/ 822 h 993"/>
                <a:gd name="T18" fmla="*/ 177 w 1773"/>
                <a:gd name="T19" fmla="*/ 822 h 993"/>
                <a:gd name="T20" fmla="*/ 193 w 1773"/>
                <a:gd name="T21" fmla="*/ 829 h 993"/>
                <a:gd name="T22" fmla="*/ 193 w 1773"/>
                <a:gd name="T23" fmla="*/ 829 h 993"/>
                <a:gd name="T24" fmla="*/ 213 w 1773"/>
                <a:gd name="T25" fmla="*/ 837 h 993"/>
                <a:gd name="T26" fmla="*/ 213 w 1773"/>
                <a:gd name="T27" fmla="*/ 837 h 993"/>
                <a:gd name="T28" fmla="*/ 1025 w 1773"/>
                <a:gd name="T29" fmla="*/ 992 h 993"/>
                <a:gd name="T30" fmla="*/ 1025 w 1773"/>
                <a:gd name="T31" fmla="*/ 992 h 993"/>
                <a:gd name="T32" fmla="*/ 1399 w 1773"/>
                <a:gd name="T33" fmla="*/ 960 h 993"/>
                <a:gd name="T34" fmla="*/ 1399 w 1773"/>
                <a:gd name="T35" fmla="*/ 960 h 993"/>
                <a:gd name="T36" fmla="*/ 1704 w 1773"/>
                <a:gd name="T37" fmla="*/ 885 h 993"/>
                <a:gd name="T38" fmla="*/ 1770 w 1773"/>
                <a:gd name="T39" fmla="*/ 24 h 993"/>
                <a:gd name="T40" fmla="*/ 1772 w 1773"/>
                <a:gd name="T41" fmla="*/ 0 h 993"/>
                <a:gd name="T42" fmla="*/ 1473 w 1773"/>
                <a:gd name="T43" fmla="*/ 0 h 9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773" h="993">
                  <a:moveTo>
                    <a:pt x="1473" y="0"/>
                  </a:moveTo>
                  <a:lnTo>
                    <a:pt x="345" y="0"/>
                  </a:lnTo>
                  <a:lnTo>
                    <a:pt x="212" y="0"/>
                  </a:lnTo>
                  <a:lnTo>
                    <a:pt x="212" y="0"/>
                  </a:lnTo>
                  <a:cubicBezTo>
                    <a:pt x="212" y="0"/>
                    <a:pt x="208" y="5"/>
                    <a:pt x="202" y="16"/>
                  </a:cubicBezTo>
                  <a:lnTo>
                    <a:pt x="202" y="16"/>
                  </a:lnTo>
                  <a:cubicBezTo>
                    <a:pt x="160" y="83"/>
                    <a:pt x="0" y="367"/>
                    <a:pt x="6" y="742"/>
                  </a:cubicBezTo>
                  <a:lnTo>
                    <a:pt x="6" y="742"/>
                  </a:lnTo>
                  <a:cubicBezTo>
                    <a:pt x="61" y="771"/>
                    <a:pt x="118" y="797"/>
                    <a:pt x="177" y="822"/>
                  </a:cubicBezTo>
                  <a:lnTo>
                    <a:pt x="177" y="822"/>
                  </a:lnTo>
                  <a:cubicBezTo>
                    <a:pt x="181" y="824"/>
                    <a:pt x="188" y="826"/>
                    <a:pt x="193" y="829"/>
                  </a:cubicBezTo>
                  <a:lnTo>
                    <a:pt x="193" y="829"/>
                  </a:lnTo>
                  <a:cubicBezTo>
                    <a:pt x="200" y="832"/>
                    <a:pt x="206" y="834"/>
                    <a:pt x="213" y="837"/>
                  </a:cubicBezTo>
                  <a:lnTo>
                    <a:pt x="213" y="837"/>
                  </a:lnTo>
                  <a:cubicBezTo>
                    <a:pt x="464" y="937"/>
                    <a:pt x="738" y="992"/>
                    <a:pt x="1025" y="992"/>
                  </a:cubicBezTo>
                  <a:lnTo>
                    <a:pt x="1025" y="992"/>
                  </a:lnTo>
                  <a:cubicBezTo>
                    <a:pt x="1153" y="992"/>
                    <a:pt x="1278" y="981"/>
                    <a:pt x="1399" y="960"/>
                  </a:cubicBezTo>
                  <a:lnTo>
                    <a:pt x="1399" y="960"/>
                  </a:lnTo>
                  <a:cubicBezTo>
                    <a:pt x="1504" y="942"/>
                    <a:pt x="1605" y="917"/>
                    <a:pt x="1704" y="885"/>
                  </a:cubicBezTo>
                  <a:lnTo>
                    <a:pt x="1770" y="24"/>
                  </a:lnTo>
                  <a:lnTo>
                    <a:pt x="1772" y="0"/>
                  </a:lnTo>
                  <a:lnTo>
                    <a:pt x="1473" y="0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53" name="Freeform 13">
              <a:extLst>
                <a:ext uri="{FF2B5EF4-FFF2-40B4-BE49-F238E27FC236}">
                  <a16:creationId xmlns:a16="http://schemas.microsoft.com/office/drawing/2014/main" id="{96A65C72-7935-4229-901E-EB0D37876D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9335" y="6603504"/>
              <a:ext cx="494380" cy="156946"/>
            </a:xfrm>
            <a:custGeom>
              <a:avLst/>
              <a:gdLst>
                <a:gd name="T0" fmla="*/ 553 w 554"/>
                <a:gd name="T1" fmla="*/ 176 h 177"/>
                <a:gd name="T2" fmla="*/ 0 w 554"/>
                <a:gd name="T3" fmla="*/ 176 h 177"/>
                <a:gd name="T4" fmla="*/ 0 w 554"/>
                <a:gd name="T5" fmla="*/ 0 h 177"/>
                <a:gd name="T6" fmla="*/ 553 w 554"/>
                <a:gd name="T7" fmla="*/ 0 h 177"/>
                <a:gd name="T8" fmla="*/ 553 w 554"/>
                <a:gd name="T9" fmla="*/ 176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4" h="177">
                  <a:moveTo>
                    <a:pt x="553" y="176"/>
                  </a:moveTo>
                  <a:lnTo>
                    <a:pt x="0" y="176"/>
                  </a:lnTo>
                  <a:lnTo>
                    <a:pt x="0" y="0"/>
                  </a:lnTo>
                  <a:lnTo>
                    <a:pt x="553" y="0"/>
                  </a:lnTo>
                  <a:lnTo>
                    <a:pt x="553" y="176"/>
                  </a:lnTo>
                </a:path>
              </a:pathLst>
            </a:custGeom>
            <a:solidFill>
              <a:srgbClr val="ECF3F6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54" name="Freeform 14">
              <a:extLst>
                <a:ext uri="{FF2B5EF4-FFF2-40B4-BE49-F238E27FC236}">
                  <a16:creationId xmlns:a16="http://schemas.microsoft.com/office/drawing/2014/main" id="{C08FB39E-0C9C-4996-BF07-42A59559F4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5823" y="6693750"/>
              <a:ext cx="1738179" cy="2852494"/>
            </a:xfrm>
            <a:custGeom>
              <a:avLst/>
              <a:gdLst>
                <a:gd name="T0" fmla="*/ 575 w 1955"/>
                <a:gd name="T1" fmla="*/ 0 h 3204"/>
                <a:gd name="T2" fmla="*/ 779 w 1955"/>
                <a:gd name="T3" fmla="*/ 0 h 3204"/>
                <a:gd name="T4" fmla="*/ 779 w 1955"/>
                <a:gd name="T5" fmla="*/ 0 h 3204"/>
                <a:gd name="T6" fmla="*/ 1180 w 1955"/>
                <a:gd name="T7" fmla="*/ 172 h 3204"/>
                <a:gd name="T8" fmla="*/ 1180 w 1955"/>
                <a:gd name="T9" fmla="*/ 172 h 3204"/>
                <a:gd name="T10" fmla="*/ 1859 w 1955"/>
                <a:gd name="T11" fmla="*/ 2827 h 3204"/>
                <a:gd name="T12" fmla="*/ 1859 w 1955"/>
                <a:gd name="T13" fmla="*/ 2827 h 3204"/>
                <a:gd name="T14" fmla="*/ 299 w 1955"/>
                <a:gd name="T15" fmla="*/ 2827 h 3204"/>
                <a:gd name="T16" fmla="*/ 299 w 1955"/>
                <a:gd name="T17" fmla="*/ 2827 h 3204"/>
                <a:gd name="T18" fmla="*/ 493 w 1955"/>
                <a:gd name="T19" fmla="*/ 1878 h 3204"/>
                <a:gd name="T20" fmla="*/ 493 w 1955"/>
                <a:gd name="T21" fmla="*/ 1878 h 3204"/>
                <a:gd name="T22" fmla="*/ 201 w 1955"/>
                <a:gd name="T23" fmla="*/ 265 h 3204"/>
                <a:gd name="T24" fmla="*/ 201 w 1955"/>
                <a:gd name="T25" fmla="*/ 265 h 3204"/>
                <a:gd name="T26" fmla="*/ 575 w 1955"/>
                <a:gd name="T27" fmla="*/ 0 h 3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955" h="3204">
                  <a:moveTo>
                    <a:pt x="575" y="0"/>
                  </a:moveTo>
                  <a:lnTo>
                    <a:pt x="779" y="0"/>
                  </a:lnTo>
                  <a:lnTo>
                    <a:pt x="779" y="0"/>
                  </a:lnTo>
                  <a:cubicBezTo>
                    <a:pt x="931" y="0"/>
                    <a:pt x="1076" y="62"/>
                    <a:pt x="1180" y="172"/>
                  </a:cubicBezTo>
                  <a:lnTo>
                    <a:pt x="1180" y="172"/>
                  </a:lnTo>
                  <a:cubicBezTo>
                    <a:pt x="1468" y="475"/>
                    <a:pt x="1954" y="1231"/>
                    <a:pt x="1859" y="2827"/>
                  </a:cubicBezTo>
                  <a:lnTo>
                    <a:pt x="1859" y="2827"/>
                  </a:lnTo>
                  <a:cubicBezTo>
                    <a:pt x="1859" y="2827"/>
                    <a:pt x="1445" y="3203"/>
                    <a:pt x="299" y="2827"/>
                  </a:cubicBezTo>
                  <a:lnTo>
                    <a:pt x="299" y="2827"/>
                  </a:lnTo>
                  <a:cubicBezTo>
                    <a:pt x="299" y="2827"/>
                    <a:pt x="473" y="2076"/>
                    <a:pt x="493" y="1878"/>
                  </a:cubicBezTo>
                  <a:lnTo>
                    <a:pt x="493" y="1878"/>
                  </a:lnTo>
                  <a:cubicBezTo>
                    <a:pt x="525" y="1542"/>
                    <a:pt x="0" y="880"/>
                    <a:pt x="201" y="265"/>
                  </a:cubicBezTo>
                  <a:lnTo>
                    <a:pt x="201" y="265"/>
                  </a:lnTo>
                  <a:cubicBezTo>
                    <a:pt x="254" y="106"/>
                    <a:pt x="407" y="0"/>
                    <a:pt x="575" y="0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55" name="Freeform 17">
              <a:extLst>
                <a:ext uri="{FF2B5EF4-FFF2-40B4-BE49-F238E27FC236}">
                  <a16:creationId xmlns:a16="http://schemas.microsoft.com/office/drawing/2014/main" id="{3367C194-E776-497B-B4EA-9AB295EB7A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7988" y="5610822"/>
              <a:ext cx="1361509" cy="376671"/>
            </a:xfrm>
            <a:custGeom>
              <a:avLst/>
              <a:gdLst>
                <a:gd name="T0" fmla="*/ 0 w 1531"/>
                <a:gd name="T1" fmla="*/ 172 h 425"/>
                <a:gd name="T2" fmla="*/ 0 w 1531"/>
                <a:gd name="T3" fmla="*/ 366 h 425"/>
                <a:gd name="T4" fmla="*/ 1530 w 1531"/>
                <a:gd name="T5" fmla="*/ 424 h 425"/>
                <a:gd name="T6" fmla="*/ 1530 w 1531"/>
                <a:gd name="T7" fmla="*/ 0 h 425"/>
                <a:gd name="T8" fmla="*/ 0 w 1531"/>
                <a:gd name="T9" fmla="*/ 172 h 4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31" h="425">
                  <a:moveTo>
                    <a:pt x="0" y="172"/>
                  </a:moveTo>
                  <a:lnTo>
                    <a:pt x="0" y="366"/>
                  </a:lnTo>
                  <a:lnTo>
                    <a:pt x="1530" y="424"/>
                  </a:lnTo>
                  <a:lnTo>
                    <a:pt x="1530" y="0"/>
                  </a:lnTo>
                  <a:lnTo>
                    <a:pt x="0" y="172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56" name="Freeform 18">
              <a:extLst>
                <a:ext uri="{FF2B5EF4-FFF2-40B4-BE49-F238E27FC236}">
                  <a16:creationId xmlns:a16="http://schemas.microsoft.com/office/drawing/2014/main" id="{4FFEE47B-905A-4F26-87F7-90B66BA26A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5053" y="5461723"/>
              <a:ext cx="1181018" cy="576776"/>
            </a:xfrm>
            <a:custGeom>
              <a:avLst/>
              <a:gdLst>
                <a:gd name="T0" fmla="*/ 1328 w 1329"/>
                <a:gd name="T1" fmla="*/ 0 h 647"/>
                <a:gd name="T2" fmla="*/ 0 w 1329"/>
                <a:gd name="T3" fmla="*/ 148 h 647"/>
                <a:gd name="T4" fmla="*/ 0 w 1329"/>
                <a:gd name="T5" fmla="*/ 595 h 647"/>
                <a:gd name="T6" fmla="*/ 1328 w 1329"/>
                <a:gd name="T7" fmla="*/ 646 h 647"/>
                <a:gd name="T8" fmla="*/ 1328 w 1329"/>
                <a:gd name="T9" fmla="*/ 0 h 6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9" h="647">
                  <a:moveTo>
                    <a:pt x="1328" y="0"/>
                  </a:moveTo>
                  <a:lnTo>
                    <a:pt x="0" y="148"/>
                  </a:lnTo>
                  <a:lnTo>
                    <a:pt x="0" y="595"/>
                  </a:lnTo>
                  <a:lnTo>
                    <a:pt x="1328" y="646"/>
                  </a:lnTo>
                  <a:lnTo>
                    <a:pt x="1328" y="0"/>
                  </a:lnTo>
                </a:path>
              </a:pathLst>
            </a:custGeom>
            <a:solidFill>
              <a:schemeClr val="accent5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57" name="Freeform 19">
              <a:extLst>
                <a:ext uri="{FF2B5EF4-FFF2-40B4-BE49-F238E27FC236}">
                  <a16:creationId xmlns:a16="http://schemas.microsoft.com/office/drawing/2014/main" id="{057096DD-9B72-4ACB-A3A5-1E1D538A9C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9496" y="5595127"/>
              <a:ext cx="129479" cy="400213"/>
            </a:xfrm>
            <a:custGeom>
              <a:avLst/>
              <a:gdLst>
                <a:gd name="T0" fmla="*/ 0 w 144"/>
                <a:gd name="T1" fmla="*/ 17 h 448"/>
                <a:gd name="T2" fmla="*/ 0 w 144"/>
                <a:gd name="T3" fmla="*/ 441 h 448"/>
                <a:gd name="T4" fmla="*/ 143 w 144"/>
                <a:gd name="T5" fmla="*/ 447 h 448"/>
                <a:gd name="T6" fmla="*/ 143 w 144"/>
                <a:gd name="T7" fmla="*/ 0 h 448"/>
                <a:gd name="T8" fmla="*/ 0 w 144"/>
                <a:gd name="T9" fmla="*/ 17 h 4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4" h="448">
                  <a:moveTo>
                    <a:pt x="0" y="17"/>
                  </a:moveTo>
                  <a:lnTo>
                    <a:pt x="0" y="441"/>
                  </a:lnTo>
                  <a:lnTo>
                    <a:pt x="143" y="447"/>
                  </a:lnTo>
                  <a:lnTo>
                    <a:pt x="143" y="0"/>
                  </a:lnTo>
                  <a:lnTo>
                    <a:pt x="0" y="17"/>
                  </a:lnTo>
                </a:path>
              </a:pathLst>
            </a:custGeom>
            <a:solidFill>
              <a:schemeClr val="tx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58" name="Freeform 20">
              <a:extLst>
                <a:ext uri="{FF2B5EF4-FFF2-40B4-BE49-F238E27FC236}">
                  <a16:creationId xmlns:a16="http://schemas.microsoft.com/office/drawing/2014/main" id="{6CDE08EA-C628-42B6-B399-45FEBAB85F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6071" y="5367555"/>
              <a:ext cx="145176" cy="800425"/>
            </a:xfrm>
            <a:custGeom>
              <a:avLst/>
              <a:gdLst>
                <a:gd name="T0" fmla="*/ 163 w 164"/>
                <a:gd name="T1" fmla="*/ 898 h 899"/>
                <a:gd name="T2" fmla="*/ 0 w 164"/>
                <a:gd name="T3" fmla="*/ 898 h 899"/>
                <a:gd name="T4" fmla="*/ 0 w 164"/>
                <a:gd name="T5" fmla="*/ 0 h 899"/>
                <a:gd name="T6" fmla="*/ 163 w 164"/>
                <a:gd name="T7" fmla="*/ 0 h 899"/>
                <a:gd name="T8" fmla="*/ 163 w 164"/>
                <a:gd name="T9" fmla="*/ 898 h 8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4" h="899">
                  <a:moveTo>
                    <a:pt x="163" y="898"/>
                  </a:moveTo>
                  <a:lnTo>
                    <a:pt x="0" y="898"/>
                  </a:lnTo>
                  <a:lnTo>
                    <a:pt x="0" y="0"/>
                  </a:lnTo>
                  <a:lnTo>
                    <a:pt x="163" y="0"/>
                  </a:lnTo>
                  <a:lnTo>
                    <a:pt x="163" y="898"/>
                  </a:lnTo>
                </a:path>
              </a:pathLst>
            </a:custGeom>
            <a:solidFill>
              <a:schemeClr val="tx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59" name="Freeform 21">
              <a:extLst>
                <a:ext uri="{FF2B5EF4-FFF2-40B4-BE49-F238E27FC236}">
                  <a16:creationId xmlns:a16="http://schemas.microsoft.com/office/drawing/2014/main" id="{16E3E48C-29B7-4490-9B1B-85C4EDDC91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9102" y="5532349"/>
              <a:ext cx="541464" cy="678791"/>
            </a:xfrm>
            <a:custGeom>
              <a:avLst/>
              <a:gdLst>
                <a:gd name="T0" fmla="*/ 189 w 609"/>
                <a:gd name="T1" fmla="*/ 763 h 764"/>
                <a:gd name="T2" fmla="*/ 168 w 609"/>
                <a:gd name="T3" fmla="*/ 652 h 764"/>
                <a:gd name="T4" fmla="*/ 168 w 609"/>
                <a:gd name="T5" fmla="*/ 652 h 764"/>
                <a:gd name="T6" fmla="*/ 0 w 609"/>
                <a:gd name="T7" fmla="*/ 466 h 764"/>
                <a:gd name="T8" fmla="*/ 158 w 609"/>
                <a:gd name="T9" fmla="*/ 472 h 764"/>
                <a:gd name="T10" fmla="*/ 158 w 609"/>
                <a:gd name="T11" fmla="*/ 472 h 764"/>
                <a:gd name="T12" fmla="*/ 160 w 609"/>
                <a:gd name="T13" fmla="*/ 211 h 764"/>
                <a:gd name="T14" fmla="*/ 76 w 609"/>
                <a:gd name="T15" fmla="*/ 220 h 764"/>
                <a:gd name="T16" fmla="*/ 76 w 609"/>
                <a:gd name="T17" fmla="*/ 220 h 764"/>
                <a:gd name="T18" fmla="*/ 153 w 609"/>
                <a:gd name="T19" fmla="*/ 89 h 764"/>
                <a:gd name="T20" fmla="*/ 203 w 609"/>
                <a:gd name="T21" fmla="*/ 89 h 764"/>
                <a:gd name="T22" fmla="*/ 203 w 609"/>
                <a:gd name="T23" fmla="*/ 89 h 764"/>
                <a:gd name="T24" fmla="*/ 317 w 609"/>
                <a:gd name="T25" fmla="*/ 72 h 764"/>
                <a:gd name="T26" fmla="*/ 317 w 609"/>
                <a:gd name="T27" fmla="*/ 72 h 764"/>
                <a:gd name="T28" fmla="*/ 435 w 609"/>
                <a:gd name="T29" fmla="*/ 72 h 764"/>
                <a:gd name="T30" fmla="*/ 435 w 609"/>
                <a:gd name="T31" fmla="*/ 72 h 764"/>
                <a:gd name="T32" fmla="*/ 530 w 609"/>
                <a:gd name="T33" fmla="*/ 62 h 764"/>
                <a:gd name="T34" fmla="*/ 530 w 609"/>
                <a:gd name="T35" fmla="*/ 62 h 764"/>
                <a:gd name="T36" fmla="*/ 606 w 609"/>
                <a:gd name="T37" fmla="*/ 269 h 764"/>
                <a:gd name="T38" fmla="*/ 606 w 609"/>
                <a:gd name="T39" fmla="*/ 269 h 764"/>
                <a:gd name="T40" fmla="*/ 481 w 609"/>
                <a:gd name="T41" fmla="*/ 555 h 764"/>
                <a:gd name="T42" fmla="*/ 487 w 609"/>
                <a:gd name="T43" fmla="*/ 732 h 764"/>
                <a:gd name="T44" fmla="*/ 189 w 609"/>
                <a:gd name="T45" fmla="*/ 763 h 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09" h="764">
                  <a:moveTo>
                    <a:pt x="189" y="763"/>
                  </a:moveTo>
                  <a:lnTo>
                    <a:pt x="168" y="652"/>
                  </a:lnTo>
                  <a:lnTo>
                    <a:pt x="168" y="652"/>
                  </a:lnTo>
                  <a:cubicBezTo>
                    <a:pt x="168" y="652"/>
                    <a:pt x="7" y="664"/>
                    <a:pt x="0" y="466"/>
                  </a:cubicBezTo>
                  <a:lnTo>
                    <a:pt x="158" y="472"/>
                  </a:lnTo>
                  <a:lnTo>
                    <a:pt x="158" y="472"/>
                  </a:lnTo>
                  <a:cubicBezTo>
                    <a:pt x="158" y="472"/>
                    <a:pt x="257" y="283"/>
                    <a:pt x="160" y="211"/>
                  </a:cubicBezTo>
                  <a:lnTo>
                    <a:pt x="76" y="220"/>
                  </a:lnTo>
                  <a:lnTo>
                    <a:pt x="76" y="220"/>
                  </a:lnTo>
                  <a:cubicBezTo>
                    <a:pt x="76" y="220"/>
                    <a:pt x="83" y="91"/>
                    <a:pt x="153" y="89"/>
                  </a:cubicBezTo>
                  <a:lnTo>
                    <a:pt x="203" y="89"/>
                  </a:lnTo>
                  <a:lnTo>
                    <a:pt x="203" y="89"/>
                  </a:lnTo>
                  <a:cubicBezTo>
                    <a:pt x="203" y="89"/>
                    <a:pt x="263" y="28"/>
                    <a:pt x="317" y="72"/>
                  </a:cubicBezTo>
                  <a:lnTo>
                    <a:pt x="317" y="72"/>
                  </a:lnTo>
                  <a:cubicBezTo>
                    <a:pt x="317" y="72"/>
                    <a:pt x="377" y="4"/>
                    <a:pt x="435" y="72"/>
                  </a:cubicBezTo>
                  <a:lnTo>
                    <a:pt x="435" y="72"/>
                  </a:lnTo>
                  <a:cubicBezTo>
                    <a:pt x="435" y="72"/>
                    <a:pt x="476" y="0"/>
                    <a:pt x="530" y="62"/>
                  </a:cubicBezTo>
                  <a:lnTo>
                    <a:pt x="530" y="62"/>
                  </a:lnTo>
                  <a:cubicBezTo>
                    <a:pt x="530" y="62"/>
                    <a:pt x="608" y="176"/>
                    <a:pt x="606" y="269"/>
                  </a:cubicBezTo>
                  <a:lnTo>
                    <a:pt x="606" y="269"/>
                  </a:lnTo>
                  <a:cubicBezTo>
                    <a:pt x="604" y="400"/>
                    <a:pt x="481" y="555"/>
                    <a:pt x="481" y="555"/>
                  </a:cubicBezTo>
                  <a:lnTo>
                    <a:pt x="487" y="732"/>
                  </a:lnTo>
                  <a:lnTo>
                    <a:pt x="189" y="763"/>
                  </a:lnTo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60" name="Freeform 22">
              <a:extLst>
                <a:ext uri="{FF2B5EF4-FFF2-40B4-BE49-F238E27FC236}">
                  <a16:creationId xmlns:a16="http://schemas.microsoft.com/office/drawing/2014/main" id="{41C3B6B7-216E-4E60-A60E-F7FBCBE607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9102" y="5532349"/>
              <a:ext cx="541464" cy="678791"/>
            </a:xfrm>
            <a:custGeom>
              <a:avLst/>
              <a:gdLst>
                <a:gd name="T0" fmla="*/ 189 w 609"/>
                <a:gd name="T1" fmla="*/ 763 h 764"/>
                <a:gd name="T2" fmla="*/ 168 w 609"/>
                <a:gd name="T3" fmla="*/ 652 h 764"/>
                <a:gd name="T4" fmla="*/ 168 w 609"/>
                <a:gd name="T5" fmla="*/ 652 h 764"/>
                <a:gd name="T6" fmla="*/ 0 w 609"/>
                <a:gd name="T7" fmla="*/ 466 h 764"/>
                <a:gd name="T8" fmla="*/ 158 w 609"/>
                <a:gd name="T9" fmla="*/ 472 h 764"/>
                <a:gd name="T10" fmla="*/ 158 w 609"/>
                <a:gd name="T11" fmla="*/ 472 h 764"/>
                <a:gd name="T12" fmla="*/ 160 w 609"/>
                <a:gd name="T13" fmla="*/ 211 h 764"/>
                <a:gd name="T14" fmla="*/ 76 w 609"/>
                <a:gd name="T15" fmla="*/ 220 h 764"/>
                <a:gd name="T16" fmla="*/ 76 w 609"/>
                <a:gd name="T17" fmla="*/ 220 h 764"/>
                <a:gd name="T18" fmla="*/ 153 w 609"/>
                <a:gd name="T19" fmla="*/ 89 h 764"/>
                <a:gd name="T20" fmla="*/ 203 w 609"/>
                <a:gd name="T21" fmla="*/ 89 h 764"/>
                <a:gd name="T22" fmla="*/ 203 w 609"/>
                <a:gd name="T23" fmla="*/ 89 h 764"/>
                <a:gd name="T24" fmla="*/ 317 w 609"/>
                <a:gd name="T25" fmla="*/ 72 h 764"/>
                <a:gd name="T26" fmla="*/ 317 w 609"/>
                <a:gd name="T27" fmla="*/ 72 h 764"/>
                <a:gd name="T28" fmla="*/ 435 w 609"/>
                <a:gd name="T29" fmla="*/ 72 h 764"/>
                <a:gd name="T30" fmla="*/ 435 w 609"/>
                <a:gd name="T31" fmla="*/ 72 h 764"/>
                <a:gd name="T32" fmla="*/ 530 w 609"/>
                <a:gd name="T33" fmla="*/ 62 h 764"/>
                <a:gd name="T34" fmla="*/ 530 w 609"/>
                <a:gd name="T35" fmla="*/ 62 h 764"/>
                <a:gd name="T36" fmla="*/ 606 w 609"/>
                <a:gd name="T37" fmla="*/ 269 h 764"/>
                <a:gd name="T38" fmla="*/ 606 w 609"/>
                <a:gd name="T39" fmla="*/ 269 h 764"/>
                <a:gd name="T40" fmla="*/ 481 w 609"/>
                <a:gd name="T41" fmla="*/ 555 h 764"/>
                <a:gd name="T42" fmla="*/ 487 w 609"/>
                <a:gd name="T43" fmla="*/ 732 h 764"/>
                <a:gd name="T44" fmla="*/ 189 w 609"/>
                <a:gd name="T45" fmla="*/ 763 h 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09" h="764">
                  <a:moveTo>
                    <a:pt x="189" y="763"/>
                  </a:moveTo>
                  <a:lnTo>
                    <a:pt x="168" y="652"/>
                  </a:lnTo>
                  <a:lnTo>
                    <a:pt x="168" y="652"/>
                  </a:lnTo>
                  <a:cubicBezTo>
                    <a:pt x="168" y="652"/>
                    <a:pt x="7" y="664"/>
                    <a:pt x="0" y="466"/>
                  </a:cubicBezTo>
                  <a:lnTo>
                    <a:pt x="158" y="472"/>
                  </a:lnTo>
                  <a:lnTo>
                    <a:pt x="158" y="472"/>
                  </a:lnTo>
                  <a:cubicBezTo>
                    <a:pt x="158" y="472"/>
                    <a:pt x="257" y="283"/>
                    <a:pt x="160" y="211"/>
                  </a:cubicBezTo>
                  <a:lnTo>
                    <a:pt x="76" y="220"/>
                  </a:lnTo>
                  <a:lnTo>
                    <a:pt x="76" y="220"/>
                  </a:lnTo>
                  <a:cubicBezTo>
                    <a:pt x="76" y="220"/>
                    <a:pt x="83" y="91"/>
                    <a:pt x="153" y="89"/>
                  </a:cubicBezTo>
                  <a:lnTo>
                    <a:pt x="203" y="89"/>
                  </a:lnTo>
                  <a:lnTo>
                    <a:pt x="203" y="89"/>
                  </a:lnTo>
                  <a:cubicBezTo>
                    <a:pt x="203" y="89"/>
                    <a:pt x="263" y="28"/>
                    <a:pt x="317" y="72"/>
                  </a:cubicBezTo>
                  <a:lnTo>
                    <a:pt x="317" y="72"/>
                  </a:lnTo>
                  <a:cubicBezTo>
                    <a:pt x="317" y="72"/>
                    <a:pt x="377" y="4"/>
                    <a:pt x="435" y="72"/>
                  </a:cubicBezTo>
                  <a:lnTo>
                    <a:pt x="435" y="72"/>
                  </a:lnTo>
                  <a:cubicBezTo>
                    <a:pt x="435" y="72"/>
                    <a:pt x="476" y="0"/>
                    <a:pt x="530" y="62"/>
                  </a:cubicBezTo>
                  <a:lnTo>
                    <a:pt x="530" y="62"/>
                  </a:lnTo>
                  <a:cubicBezTo>
                    <a:pt x="530" y="62"/>
                    <a:pt x="608" y="176"/>
                    <a:pt x="606" y="269"/>
                  </a:cubicBezTo>
                  <a:lnTo>
                    <a:pt x="606" y="269"/>
                  </a:lnTo>
                  <a:cubicBezTo>
                    <a:pt x="604" y="400"/>
                    <a:pt x="481" y="555"/>
                    <a:pt x="481" y="555"/>
                  </a:cubicBezTo>
                  <a:lnTo>
                    <a:pt x="487" y="732"/>
                  </a:lnTo>
                  <a:lnTo>
                    <a:pt x="189" y="763"/>
                  </a:lnTo>
                </a:path>
              </a:pathLst>
            </a:custGeom>
            <a:solidFill>
              <a:srgbClr val="C4C8CE">
                <a:alpha val="15000"/>
              </a:srgb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61" name="Freeform 23">
              <a:extLst>
                <a:ext uri="{FF2B5EF4-FFF2-40B4-BE49-F238E27FC236}">
                  <a16:creationId xmlns:a16="http://schemas.microsoft.com/office/drawing/2014/main" id="{8FB76D79-A5F6-420A-A2C3-AA80005CE0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6281" y="6858543"/>
              <a:ext cx="1047614" cy="922057"/>
            </a:xfrm>
            <a:custGeom>
              <a:avLst/>
              <a:gdLst>
                <a:gd name="T0" fmla="*/ 131 w 1179"/>
                <a:gd name="T1" fmla="*/ 578 h 1038"/>
                <a:gd name="T2" fmla="*/ 131 w 1179"/>
                <a:gd name="T3" fmla="*/ 578 h 1038"/>
                <a:gd name="T4" fmla="*/ 421 w 1179"/>
                <a:gd name="T5" fmla="*/ 36 h 1038"/>
                <a:gd name="T6" fmla="*/ 421 w 1179"/>
                <a:gd name="T7" fmla="*/ 36 h 1038"/>
                <a:gd name="T8" fmla="*/ 438 w 1179"/>
                <a:gd name="T9" fmla="*/ 36 h 1038"/>
                <a:gd name="T10" fmla="*/ 438 w 1179"/>
                <a:gd name="T11" fmla="*/ 36 h 1038"/>
                <a:gd name="T12" fmla="*/ 724 w 1179"/>
                <a:gd name="T13" fmla="*/ 91 h 1038"/>
                <a:gd name="T14" fmla="*/ 724 w 1179"/>
                <a:gd name="T15" fmla="*/ 91 h 1038"/>
                <a:gd name="T16" fmla="*/ 686 w 1179"/>
                <a:gd name="T17" fmla="*/ 44 h 1038"/>
                <a:gd name="T18" fmla="*/ 686 w 1179"/>
                <a:gd name="T19" fmla="*/ 44 h 1038"/>
                <a:gd name="T20" fmla="*/ 438 w 1179"/>
                <a:gd name="T21" fmla="*/ 0 h 1038"/>
                <a:gd name="T22" fmla="*/ 438 w 1179"/>
                <a:gd name="T23" fmla="*/ 0 h 1038"/>
                <a:gd name="T24" fmla="*/ 418 w 1179"/>
                <a:gd name="T25" fmla="*/ 1 h 1038"/>
                <a:gd name="T26" fmla="*/ 418 w 1179"/>
                <a:gd name="T27" fmla="*/ 1 h 1038"/>
                <a:gd name="T28" fmla="*/ 98 w 1179"/>
                <a:gd name="T29" fmla="*/ 165 h 1038"/>
                <a:gd name="T30" fmla="*/ 98 w 1179"/>
                <a:gd name="T31" fmla="*/ 165 h 1038"/>
                <a:gd name="T32" fmla="*/ 98 w 1179"/>
                <a:gd name="T33" fmla="*/ 590 h 1038"/>
                <a:gd name="T34" fmla="*/ 98 w 1179"/>
                <a:gd name="T35" fmla="*/ 590 h 1038"/>
                <a:gd name="T36" fmla="*/ 1178 w 1179"/>
                <a:gd name="T37" fmla="*/ 1037 h 1038"/>
                <a:gd name="T38" fmla="*/ 1178 w 1179"/>
                <a:gd name="T39" fmla="*/ 1037 h 1038"/>
                <a:gd name="T40" fmla="*/ 1168 w 1179"/>
                <a:gd name="T41" fmla="*/ 1002 h 1038"/>
                <a:gd name="T42" fmla="*/ 1168 w 1179"/>
                <a:gd name="T43" fmla="*/ 1002 h 1038"/>
                <a:gd name="T44" fmla="*/ 131 w 1179"/>
                <a:gd name="T45" fmla="*/ 578 h 10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179" h="1038">
                  <a:moveTo>
                    <a:pt x="131" y="578"/>
                  </a:moveTo>
                  <a:lnTo>
                    <a:pt x="131" y="578"/>
                  </a:lnTo>
                  <a:cubicBezTo>
                    <a:pt x="0" y="243"/>
                    <a:pt x="148" y="55"/>
                    <a:pt x="421" y="36"/>
                  </a:cubicBezTo>
                  <a:lnTo>
                    <a:pt x="421" y="36"/>
                  </a:lnTo>
                  <a:cubicBezTo>
                    <a:pt x="426" y="36"/>
                    <a:pt x="432" y="36"/>
                    <a:pt x="438" y="36"/>
                  </a:cubicBezTo>
                  <a:lnTo>
                    <a:pt x="438" y="36"/>
                  </a:lnTo>
                  <a:cubicBezTo>
                    <a:pt x="506" y="36"/>
                    <a:pt x="612" y="59"/>
                    <a:pt x="724" y="91"/>
                  </a:cubicBezTo>
                  <a:lnTo>
                    <a:pt x="724" y="91"/>
                  </a:lnTo>
                  <a:cubicBezTo>
                    <a:pt x="712" y="74"/>
                    <a:pt x="699" y="59"/>
                    <a:pt x="686" y="44"/>
                  </a:cubicBezTo>
                  <a:lnTo>
                    <a:pt x="686" y="44"/>
                  </a:lnTo>
                  <a:cubicBezTo>
                    <a:pt x="589" y="19"/>
                    <a:pt x="500" y="0"/>
                    <a:pt x="438" y="0"/>
                  </a:cubicBezTo>
                  <a:lnTo>
                    <a:pt x="438" y="0"/>
                  </a:lnTo>
                  <a:cubicBezTo>
                    <a:pt x="431" y="0"/>
                    <a:pt x="424" y="0"/>
                    <a:pt x="418" y="1"/>
                  </a:cubicBezTo>
                  <a:lnTo>
                    <a:pt x="418" y="1"/>
                  </a:lnTo>
                  <a:cubicBezTo>
                    <a:pt x="270" y="12"/>
                    <a:pt x="160" y="68"/>
                    <a:pt x="98" y="165"/>
                  </a:cubicBezTo>
                  <a:lnTo>
                    <a:pt x="98" y="165"/>
                  </a:lnTo>
                  <a:cubicBezTo>
                    <a:pt x="31" y="271"/>
                    <a:pt x="31" y="418"/>
                    <a:pt x="98" y="590"/>
                  </a:cubicBezTo>
                  <a:lnTo>
                    <a:pt x="98" y="590"/>
                  </a:lnTo>
                  <a:cubicBezTo>
                    <a:pt x="207" y="868"/>
                    <a:pt x="751" y="1010"/>
                    <a:pt x="1178" y="1037"/>
                  </a:cubicBezTo>
                  <a:lnTo>
                    <a:pt x="1178" y="1037"/>
                  </a:lnTo>
                  <a:cubicBezTo>
                    <a:pt x="1174" y="1025"/>
                    <a:pt x="1171" y="1013"/>
                    <a:pt x="1168" y="1002"/>
                  </a:cubicBezTo>
                  <a:lnTo>
                    <a:pt x="1168" y="1002"/>
                  </a:lnTo>
                  <a:cubicBezTo>
                    <a:pt x="730" y="972"/>
                    <a:pt x="227" y="822"/>
                    <a:pt x="131" y="578"/>
                  </a:cubicBezTo>
                </a:path>
              </a:pathLst>
            </a:custGeom>
            <a:solidFill>
              <a:srgbClr val="111340">
                <a:alpha val="15000"/>
              </a:srgb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62" name="Freeform 24">
              <a:extLst>
                <a:ext uri="{FF2B5EF4-FFF2-40B4-BE49-F238E27FC236}">
                  <a16:creationId xmlns:a16="http://schemas.microsoft.com/office/drawing/2014/main" id="{125BC33A-4F8F-47C6-ADB8-4D00B12504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9853" y="9189192"/>
              <a:ext cx="1451751" cy="765111"/>
            </a:xfrm>
            <a:custGeom>
              <a:avLst/>
              <a:gdLst>
                <a:gd name="T0" fmla="*/ 1613 w 1632"/>
                <a:gd name="T1" fmla="*/ 13 h 860"/>
                <a:gd name="T2" fmla="*/ 1613 w 1632"/>
                <a:gd name="T3" fmla="*/ 14 h 860"/>
                <a:gd name="T4" fmla="*/ 1613 w 1632"/>
                <a:gd name="T5" fmla="*/ 14 h 860"/>
                <a:gd name="T6" fmla="*/ 211 w 1632"/>
                <a:gd name="T7" fmla="*/ 47 h 860"/>
                <a:gd name="T8" fmla="*/ 211 w 1632"/>
                <a:gd name="T9" fmla="*/ 47 h 860"/>
                <a:gd name="T10" fmla="*/ 177 w 1632"/>
                <a:gd name="T11" fmla="*/ 38 h 860"/>
                <a:gd name="T12" fmla="*/ 177 w 1632"/>
                <a:gd name="T13" fmla="*/ 37 h 860"/>
                <a:gd name="T14" fmla="*/ 177 w 1632"/>
                <a:gd name="T15" fmla="*/ 37 h 860"/>
                <a:gd name="T16" fmla="*/ 93 w 1632"/>
                <a:gd name="T17" fmla="*/ 11 h 860"/>
                <a:gd name="T18" fmla="*/ 73 w 1632"/>
                <a:gd name="T19" fmla="*/ 6 h 860"/>
                <a:gd name="T20" fmla="*/ 73 w 1632"/>
                <a:gd name="T21" fmla="*/ 6 h 860"/>
                <a:gd name="T22" fmla="*/ 59 w 1632"/>
                <a:gd name="T23" fmla="*/ 37 h 860"/>
                <a:gd name="T24" fmla="*/ 59 w 1632"/>
                <a:gd name="T25" fmla="*/ 37 h 860"/>
                <a:gd name="T26" fmla="*/ 163 w 1632"/>
                <a:gd name="T27" fmla="*/ 69 h 860"/>
                <a:gd name="T28" fmla="*/ 163 w 1632"/>
                <a:gd name="T29" fmla="*/ 69 h 860"/>
                <a:gd name="T30" fmla="*/ 35 w 1632"/>
                <a:gd name="T31" fmla="*/ 844 h 860"/>
                <a:gd name="T32" fmla="*/ 35 w 1632"/>
                <a:gd name="T33" fmla="*/ 844 h 860"/>
                <a:gd name="T34" fmla="*/ 51 w 1632"/>
                <a:gd name="T35" fmla="*/ 851 h 860"/>
                <a:gd name="T36" fmla="*/ 51 w 1632"/>
                <a:gd name="T37" fmla="*/ 851 h 860"/>
                <a:gd name="T38" fmla="*/ 71 w 1632"/>
                <a:gd name="T39" fmla="*/ 859 h 860"/>
                <a:gd name="T40" fmla="*/ 71 w 1632"/>
                <a:gd name="T41" fmla="*/ 859 h 860"/>
                <a:gd name="T42" fmla="*/ 77 w 1632"/>
                <a:gd name="T43" fmla="*/ 501 h 860"/>
                <a:gd name="T44" fmla="*/ 77 w 1632"/>
                <a:gd name="T45" fmla="*/ 501 h 860"/>
                <a:gd name="T46" fmla="*/ 196 w 1632"/>
                <a:gd name="T47" fmla="*/ 79 h 860"/>
                <a:gd name="T48" fmla="*/ 196 w 1632"/>
                <a:gd name="T49" fmla="*/ 79 h 860"/>
                <a:gd name="T50" fmla="*/ 988 w 1632"/>
                <a:gd name="T51" fmla="*/ 208 h 860"/>
                <a:gd name="T52" fmla="*/ 988 w 1632"/>
                <a:gd name="T53" fmla="*/ 208 h 860"/>
                <a:gd name="T54" fmla="*/ 1628 w 1632"/>
                <a:gd name="T55" fmla="*/ 46 h 860"/>
                <a:gd name="T56" fmla="*/ 1628 w 1632"/>
                <a:gd name="T57" fmla="*/ 46 h 860"/>
                <a:gd name="T58" fmla="*/ 1631 w 1632"/>
                <a:gd name="T59" fmla="*/ 0 h 860"/>
                <a:gd name="T60" fmla="*/ 1613 w 1632"/>
                <a:gd name="T61" fmla="*/ 13 h 8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632" h="860">
                  <a:moveTo>
                    <a:pt x="1613" y="13"/>
                  </a:moveTo>
                  <a:lnTo>
                    <a:pt x="1613" y="14"/>
                  </a:lnTo>
                  <a:lnTo>
                    <a:pt x="1613" y="14"/>
                  </a:lnTo>
                  <a:cubicBezTo>
                    <a:pt x="1564" y="52"/>
                    <a:pt x="1166" y="325"/>
                    <a:pt x="211" y="47"/>
                  </a:cubicBezTo>
                  <a:lnTo>
                    <a:pt x="211" y="47"/>
                  </a:lnTo>
                  <a:cubicBezTo>
                    <a:pt x="200" y="43"/>
                    <a:pt x="188" y="41"/>
                    <a:pt x="177" y="38"/>
                  </a:cubicBezTo>
                  <a:lnTo>
                    <a:pt x="177" y="37"/>
                  </a:lnTo>
                  <a:lnTo>
                    <a:pt x="177" y="37"/>
                  </a:lnTo>
                  <a:cubicBezTo>
                    <a:pt x="149" y="29"/>
                    <a:pt x="121" y="20"/>
                    <a:pt x="93" y="11"/>
                  </a:cubicBezTo>
                  <a:lnTo>
                    <a:pt x="73" y="6"/>
                  </a:lnTo>
                  <a:lnTo>
                    <a:pt x="73" y="6"/>
                  </a:lnTo>
                  <a:cubicBezTo>
                    <a:pt x="72" y="10"/>
                    <a:pt x="59" y="37"/>
                    <a:pt x="59" y="37"/>
                  </a:cubicBezTo>
                  <a:lnTo>
                    <a:pt x="59" y="37"/>
                  </a:lnTo>
                  <a:cubicBezTo>
                    <a:pt x="94" y="49"/>
                    <a:pt x="129" y="59"/>
                    <a:pt x="163" y="69"/>
                  </a:cubicBezTo>
                  <a:lnTo>
                    <a:pt x="163" y="69"/>
                  </a:lnTo>
                  <a:cubicBezTo>
                    <a:pt x="111" y="192"/>
                    <a:pt x="0" y="503"/>
                    <a:pt x="35" y="844"/>
                  </a:cubicBezTo>
                  <a:lnTo>
                    <a:pt x="35" y="844"/>
                  </a:lnTo>
                  <a:cubicBezTo>
                    <a:pt x="39" y="846"/>
                    <a:pt x="46" y="848"/>
                    <a:pt x="51" y="851"/>
                  </a:cubicBezTo>
                  <a:lnTo>
                    <a:pt x="51" y="851"/>
                  </a:lnTo>
                  <a:cubicBezTo>
                    <a:pt x="58" y="854"/>
                    <a:pt x="64" y="856"/>
                    <a:pt x="71" y="859"/>
                  </a:cubicBezTo>
                  <a:lnTo>
                    <a:pt x="71" y="859"/>
                  </a:lnTo>
                  <a:cubicBezTo>
                    <a:pt x="55" y="728"/>
                    <a:pt x="62" y="605"/>
                    <a:pt x="77" y="501"/>
                  </a:cubicBezTo>
                  <a:lnTo>
                    <a:pt x="77" y="501"/>
                  </a:lnTo>
                  <a:cubicBezTo>
                    <a:pt x="105" y="310"/>
                    <a:pt x="164" y="155"/>
                    <a:pt x="196" y="79"/>
                  </a:cubicBezTo>
                  <a:lnTo>
                    <a:pt x="196" y="79"/>
                  </a:lnTo>
                  <a:cubicBezTo>
                    <a:pt x="520" y="174"/>
                    <a:pt x="782" y="208"/>
                    <a:pt x="988" y="208"/>
                  </a:cubicBezTo>
                  <a:lnTo>
                    <a:pt x="988" y="208"/>
                  </a:lnTo>
                  <a:cubicBezTo>
                    <a:pt x="1384" y="208"/>
                    <a:pt x="1575" y="82"/>
                    <a:pt x="1628" y="46"/>
                  </a:cubicBezTo>
                  <a:lnTo>
                    <a:pt x="1628" y="46"/>
                  </a:lnTo>
                  <a:cubicBezTo>
                    <a:pt x="1631" y="45"/>
                    <a:pt x="1631" y="3"/>
                    <a:pt x="1631" y="0"/>
                  </a:cubicBezTo>
                  <a:lnTo>
                    <a:pt x="1613" y="13"/>
                  </a:lnTo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63" name="Freeform 13">
              <a:extLst>
                <a:ext uri="{FF2B5EF4-FFF2-40B4-BE49-F238E27FC236}">
                  <a16:creationId xmlns:a16="http://schemas.microsoft.com/office/drawing/2014/main" id="{4657F21A-0E0D-40E7-A8D5-B1E678953F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9335" y="6603504"/>
              <a:ext cx="494380" cy="156946"/>
            </a:xfrm>
            <a:custGeom>
              <a:avLst/>
              <a:gdLst>
                <a:gd name="T0" fmla="*/ 553 w 554"/>
                <a:gd name="T1" fmla="*/ 176 h 177"/>
                <a:gd name="T2" fmla="*/ 0 w 554"/>
                <a:gd name="T3" fmla="*/ 176 h 177"/>
                <a:gd name="T4" fmla="*/ 0 w 554"/>
                <a:gd name="T5" fmla="*/ 0 h 177"/>
                <a:gd name="T6" fmla="*/ 553 w 554"/>
                <a:gd name="T7" fmla="*/ 0 h 177"/>
                <a:gd name="T8" fmla="*/ 553 w 554"/>
                <a:gd name="T9" fmla="*/ 176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4" h="177">
                  <a:moveTo>
                    <a:pt x="553" y="176"/>
                  </a:moveTo>
                  <a:lnTo>
                    <a:pt x="0" y="176"/>
                  </a:lnTo>
                  <a:lnTo>
                    <a:pt x="0" y="0"/>
                  </a:lnTo>
                  <a:lnTo>
                    <a:pt x="553" y="0"/>
                  </a:lnTo>
                  <a:lnTo>
                    <a:pt x="553" y="176"/>
                  </a:lnTo>
                </a:path>
              </a:pathLst>
            </a:custGeom>
            <a:solidFill>
              <a:schemeClr val="accent1">
                <a:alpha val="50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F5FA78FD-A1DF-4DDB-8282-56881BC3A8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9862" y="6183675"/>
              <a:ext cx="1592755" cy="1575821"/>
            </a:xfrm>
            <a:custGeom>
              <a:avLst/>
              <a:gdLst>
                <a:gd name="connsiteX0" fmla="*/ 1242694 w 1592755"/>
                <a:gd name="connsiteY0" fmla="*/ 0 h 1575821"/>
                <a:gd name="connsiteX1" fmla="*/ 1260683 w 1592755"/>
                <a:gd name="connsiteY1" fmla="*/ 43104 h 1575821"/>
                <a:gd name="connsiteX2" fmla="*/ 1262479 w 1592755"/>
                <a:gd name="connsiteY2" fmla="*/ 47564 h 1575821"/>
                <a:gd name="connsiteX3" fmla="*/ 1262588 w 1592755"/>
                <a:gd name="connsiteY3" fmla="*/ 47829 h 1575821"/>
                <a:gd name="connsiteX4" fmla="*/ 1282827 w 1592755"/>
                <a:gd name="connsiteY4" fmla="*/ 98112 h 1575821"/>
                <a:gd name="connsiteX5" fmla="*/ 1307241 w 1592755"/>
                <a:gd name="connsiteY5" fmla="*/ 160953 h 1575821"/>
                <a:gd name="connsiteX6" fmla="*/ 1308071 w 1592755"/>
                <a:gd name="connsiteY6" fmla="*/ 160868 h 1575821"/>
                <a:gd name="connsiteX7" fmla="*/ 1519948 w 1592755"/>
                <a:gd name="connsiteY7" fmla="*/ 1496327 h 1575821"/>
                <a:gd name="connsiteX8" fmla="*/ 43040 w 1592755"/>
                <a:gd name="connsiteY8" fmla="*/ 1193421 h 1575821"/>
                <a:gd name="connsiteX9" fmla="*/ 301210 w 1592755"/>
                <a:gd name="connsiteY9" fmla="*/ 710554 h 1575821"/>
                <a:gd name="connsiteX10" fmla="*/ 1063255 w 1592755"/>
                <a:gd name="connsiteY10" fmla="*/ 928824 h 1575821"/>
                <a:gd name="connsiteX11" fmla="*/ 993817 w 1592755"/>
                <a:gd name="connsiteY11" fmla="*/ 192941 h 1575821"/>
                <a:gd name="connsiteX12" fmla="*/ 994666 w 1592755"/>
                <a:gd name="connsiteY12" fmla="*/ 192854 h 1575821"/>
                <a:gd name="connsiteX13" fmla="*/ 994517 w 1592755"/>
                <a:gd name="connsiteY13" fmla="*/ 191229 h 1575821"/>
                <a:gd name="connsiteX14" fmla="*/ 993060 w 1592755"/>
                <a:gd name="connsiteY14" fmla="*/ 191376 h 1575821"/>
                <a:gd name="connsiteX15" fmla="*/ 977958 w 1592755"/>
                <a:gd name="connsiteY15" fmla="*/ 27340 h 1575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92755" h="1575821">
                  <a:moveTo>
                    <a:pt x="1242694" y="0"/>
                  </a:moveTo>
                  <a:cubicBezTo>
                    <a:pt x="1242694" y="0"/>
                    <a:pt x="1249357" y="15434"/>
                    <a:pt x="1260683" y="43104"/>
                  </a:cubicBezTo>
                  <a:lnTo>
                    <a:pt x="1262479" y="47564"/>
                  </a:lnTo>
                  <a:lnTo>
                    <a:pt x="1262588" y="47829"/>
                  </a:lnTo>
                  <a:cubicBezTo>
                    <a:pt x="1268252" y="61664"/>
                    <a:pt x="1275081" y="78558"/>
                    <a:pt x="1282827" y="98112"/>
                  </a:cubicBezTo>
                  <a:lnTo>
                    <a:pt x="1307241" y="160953"/>
                  </a:lnTo>
                  <a:lnTo>
                    <a:pt x="1308071" y="160868"/>
                  </a:lnTo>
                  <a:cubicBezTo>
                    <a:pt x="1441607" y="519010"/>
                    <a:pt x="1726484" y="1357347"/>
                    <a:pt x="1519948" y="1496327"/>
                  </a:cubicBezTo>
                  <a:cubicBezTo>
                    <a:pt x="1255547" y="1674507"/>
                    <a:pt x="180137" y="1544436"/>
                    <a:pt x="43040" y="1193421"/>
                  </a:cubicBezTo>
                  <a:cubicBezTo>
                    <a:pt x="-73581" y="894970"/>
                    <a:pt x="58174" y="727481"/>
                    <a:pt x="301210" y="710554"/>
                  </a:cubicBezTo>
                  <a:cubicBezTo>
                    <a:pt x="483709" y="698081"/>
                    <a:pt x="1063255" y="928824"/>
                    <a:pt x="1063255" y="928824"/>
                  </a:cubicBezTo>
                  <a:lnTo>
                    <a:pt x="993817" y="192941"/>
                  </a:lnTo>
                  <a:lnTo>
                    <a:pt x="994666" y="192854"/>
                  </a:lnTo>
                  <a:lnTo>
                    <a:pt x="994517" y="191229"/>
                  </a:lnTo>
                  <a:lnTo>
                    <a:pt x="993060" y="191376"/>
                  </a:lnTo>
                  <a:lnTo>
                    <a:pt x="977958" y="2734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F8B2FC6A-9245-4FD9-B837-859AEE1DF412}"/>
              </a:ext>
            </a:extLst>
          </p:cNvPr>
          <p:cNvSpPr txBox="1"/>
          <p:nvPr/>
        </p:nvSpPr>
        <p:spPr>
          <a:xfrm>
            <a:off x="1520825" y="750700"/>
            <a:ext cx="21336000" cy="116955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7000" b="1" spc="-29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CHALLENGES SLIDE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9ECD356-34D8-4F49-8F3D-876C6FEC3014}"/>
              </a:ext>
            </a:extLst>
          </p:cNvPr>
          <p:cNvSpPr txBox="1"/>
          <p:nvPr/>
        </p:nvSpPr>
        <p:spPr>
          <a:xfrm>
            <a:off x="1520827" y="1886522"/>
            <a:ext cx="213359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spc="-120" dirty="0">
                <a:latin typeface="Montserrat" pitchFamily="2" charset="77"/>
                <a:cs typeface="Poppins" pitchFamily="2" charset="77"/>
              </a:rPr>
              <a:t>Make a big impact with our professional slides and charts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A59143D-D5A0-48D8-A4DE-1617187974E7}"/>
              </a:ext>
            </a:extLst>
          </p:cNvPr>
          <p:cNvSpPr txBox="1"/>
          <p:nvPr/>
        </p:nvSpPr>
        <p:spPr>
          <a:xfrm>
            <a:off x="9968139" y="3779408"/>
            <a:ext cx="4441372" cy="143795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700D5FF-9D57-4A88-A39A-ABF37B7CAC31}"/>
              </a:ext>
            </a:extLst>
          </p:cNvPr>
          <p:cNvSpPr txBox="1"/>
          <p:nvPr/>
        </p:nvSpPr>
        <p:spPr>
          <a:xfrm>
            <a:off x="5601879" y="10949863"/>
            <a:ext cx="4441372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0447B9-2B5E-4C9D-A4BA-3AE490C617BA}"/>
              </a:ext>
            </a:extLst>
          </p:cNvPr>
          <p:cNvSpPr txBox="1"/>
          <p:nvPr/>
        </p:nvSpPr>
        <p:spPr>
          <a:xfrm>
            <a:off x="18674400" y="3779408"/>
            <a:ext cx="4441372" cy="143795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9BF4E53-9F1C-466A-83E7-F321C2ABAB35}"/>
              </a:ext>
            </a:extLst>
          </p:cNvPr>
          <p:cNvSpPr txBox="1"/>
          <p:nvPr/>
        </p:nvSpPr>
        <p:spPr>
          <a:xfrm>
            <a:off x="14322207" y="10949863"/>
            <a:ext cx="4441372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29FF46F-1758-43C3-88BD-9882C0CFCFF9}"/>
              </a:ext>
            </a:extLst>
          </p:cNvPr>
          <p:cNvSpPr txBox="1"/>
          <p:nvPr/>
        </p:nvSpPr>
        <p:spPr>
          <a:xfrm>
            <a:off x="6193953" y="7610076"/>
            <a:ext cx="3257018" cy="107721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NI" sz="3200" b="1" spc="-3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CHALLENGE 01</a:t>
            </a:r>
            <a:endParaRPr lang="en-US" sz="3200" b="1" spc="-30" dirty="0">
              <a:solidFill>
                <a:schemeClr val="bg1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28C5494-2E22-4167-9846-59A50F810B2D}"/>
              </a:ext>
            </a:extLst>
          </p:cNvPr>
          <p:cNvSpPr txBox="1"/>
          <p:nvPr/>
        </p:nvSpPr>
        <p:spPr>
          <a:xfrm>
            <a:off x="10560316" y="7610076"/>
            <a:ext cx="3257018" cy="107721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NI" sz="3200" b="1" spc="-3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CHALLENGE 02</a:t>
            </a:r>
            <a:endParaRPr lang="en-US" sz="3200" b="1" spc="-30" dirty="0">
              <a:solidFill>
                <a:schemeClr val="bg1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FE4A27A-2DB0-49BE-AF03-F730F8BD3E5F}"/>
              </a:ext>
            </a:extLst>
          </p:cNvPr>
          <p:cNvSpPr txBox="1"/>
          <p:nvPr/>
        </p:nvSpPr>
        <p:spPr>
          <a:xfrm>
            <a:off x="14921599" y="7610076"/>
            <a:ext cx="3257018" cy="107721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NI" sz="3200" b="1" spc="-3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CHALLENGE 03</a:t>
            </a:r>
            <a:endParaRPr lang="en-US" sz="3200" b="1" spc="-30" dirty="0">
              <a:solidFill>
                <a:schemeClr val="bg1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F8EF6F-1412-46F3-AE5F-78CE87774765}"/>
              </a:ext>
            </a:extLst>
          </p:cNvPr>
          <p:cNvSpPr txBox="1"/>
          <p:nvPr/>
        </p:nvSpPr>
        <p:spPr>
          <a:xfrm>
            <a:off x="19147977" y="7821572"/>
            <a:ext cx="3526828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NI" sz="3200" b="1" spc="-3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OPPORTUNITY</a:t>
            </a:r>
            <a:endParaRPr lang="en-US" sz="3200" b="1" spc="-30" dirty="0">
              <a:solidFill>
                <a:schemeClr val="bg1"/>
              </a:solidFill>
              <a:latin typeface="Montserrat" pitchFamily="2" charset="77"/>
              <a:cs typeface="Poppins" pitchFamily="2" charset="77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B91C820-B752-47E3-A431-57B5076798E7}"/>
              </a:ext>
            </a:extLst>
          </p:cNvPr>
          <p:cNvGrpSpPr/>
          <p:nvPr/>
        </p:nvGrpSpPr>
        <p:grpSpPr>
          <a:xfrm>
            <a:off x="2157896" y="3292816"/>
            <a:ext cx="20069578" cy="8758967"/>
            <a:chOff x="2157896" y="3292816"/>
            <a:chExt cx="20069578" cy="8758967"/>
          </a:xfrm>
        </p:grpSpPr>
        <p:sp>
          <p:nvSpPr>
            <p:cNvPr id="66" name="Freeform 2">
              <a:extLst>
                <a:ext uri="{FF2B5EF4-FFF2-40B4-BE49-F238E27FC236}">
                  <a16:creationId xmlns:a16="http://schemas.microsoft.com/office/drawing/2014/main" id="{C1F8F06D-7842-41D9-910C-ECA3F07D12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15394" y="3702006"/>
              <a:ext cx="1385841" cy="1250730"/>
            </a:xfrm>
            <a:custGeom>
              <a:avLst/>
              <a:gdLst>
                <a:gd name="T0" fmla="*/ 1580 w 1581"/>
                <a:gd name="T1" fmla="*/ 1427 h 1428"/>
                <a:gd name="T2" fmla="*/ 1580 w 1581"/>
                <a:gd name="T3" fmla="*/ 0 h 1428"/>
                <a:gd name="T4" fmla="*/ 0 w 1581"/>
                <a:gd name="T5" fmla="*/ 0 h 14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81" h="1428">
                  <a:moveTo>
                    <a:pt x="1580" y="1427"/>
                  </a:moveTo>
                  <a:lnTo>
                    <a:pt x="1580" y="0"/>
                  </a:lnTo>
                  <a:lnTo>
                    <a:pt x="0" y="0"/>
                  </a:lnTo>
                </a:path>
              </a:pathLst>
            </a:custGeom>
            <a:noFill/>
            <a:ln w="25400" cap="flat">
              <a:solidFill>
                <a:schemeClr val="accent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67" name="Freeform 3">
              <a:extLst>
                <a:ext uri="{FF2B5EF4-FFF2-40B4-BE49-F238E27FC236}">
                  <a16:creationId xmlns:a16="http://schemas.microsoft.com/office/drawing/2014/main" id="{F50EB26F-BD05-4C51-853F-325EE0A51D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0277" y="3702006"/>
              <a:ext cx="1385838" cy="1250730"/>
            </a:xfrm>
            <a:custGeom>
              <a:avLst/>
              <a:gdLst>
                <a:gd name="T0" fmla="*/ 0 w 1581"/>
                <a:gd name="T1" fmla="*/ 1427 h 1428"/>
                <a:gd name="T2" fmla="*/ 0 w 1581"/>
                <a:gd name="T3" fmla="*/ 0 h 1428"/>
                <a:gd name="T4" fmla="*/ 1580 w 1581"/>
                <a:gd name="T5" fmla="*/ 0 h 14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81" h="1428">
                  <a:moveTo>
                    <a:pt x="0" y="1427"/>
                  </a:moveTo>
                  <a:lnTo>
                    <a:pt x="0" y="0"/>
                  </a:lnTo>
                  <a:lnTo>
                    <a:pt x="1580" y="0"/>
                  </a:lnTo>
                </a:path>
              </a:pathLst>
            </a:custGeom>
            <a:noFill/>
            <a:ln w="25400" cap="flat">
              <a:solidFill>
                <a:schemeClr val="accent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72" name="Freeform 8">
              <a:extLst>
                <a:ext uri="{FF2B5EF4-FFF2-40B4-BE49-F238E27FC236}">
                  <a16:creationId xmlns:a16="http://schemas.microsoft.com/office/drawing/2014/main" id="{BA8FF8C1-7B1F-42E5-B1FF-A6D27FE58CC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3539875" y="3292816"/>
              <a:ext cx="6979381" cy="818379"/>
            </a:xfrm>
            <a:prstGeom prst="homePlate">
              <a:avLst>
                <a:gd name="adj" fmla="val 28895"/>
              </a:avLst>
            </a:prstGeom>
            <a:solidFill>
              <a:schemeClr val="accent6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73" name="Freeform 9">
              <a:extLst>
                <a:ext uri="{FF2B5EF4-FFF2-40B4-BE49-F238E27FC236}">
                  <a16:creationId xmlns:a16="http://schemas.microsoft.com/office/drawing/2014/main" id="{B51A1068-90B0-4908-B978-BF0066B8B9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7896" y="3702006"/>
              <a:ext cx="1385838" cy="8349777"/>
            </a:xfrm>
            <a:custGeom>
              <a:avLst/>
              <a:gdLst>
                <a:gd name="T0" fmla="*/ 1331 w 1581"/>
                <a:gd name="T1" fmla="*/ 9538 h 9539"/>
                <a:gd name="T2" fmla="*/ 0 w 1581"/>
                <a:gd name="T3" fmla="*/ 9538 h 9539"/>
                <a:gd name="T4" fmla="*/ 0 w 1581"/>
                <a:gd name="T5" fmla="*/ 0 h 9539"/>
                <a:gd name="T6" fmla="*/ 1580 w 1581"/>
                <a:gd name="T7" fmla="*/ 0 h 95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81" h="9539">
                  <a:moveTo>
                    <a:pt x="1331" y="9538"/>
                  </a:moveTo>
                  <a:lnTo>
                    <a:pt x="0" y="9538"/>
                  </a:lnTo>
                  <a:lnTo>
                    <a:pt x="0" y="0"/>
                  </a:lnTo>
                  <a:lnTo>
                    <a:pt x="1580" y="0"/>
                  </a:lnTo>
                </a:path>
              </a:pathLst>
            </a:custGeom>
            <a:noFill/>
            <a:ln w="25400" cap="flat">
              <a:solidFill>
                <a:schemeClr val="accent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74" name="Line 10">
              <a:extLst>
                <a:ext uri="{FF2B5EF4-FFF2-40B4-BE49-F238E27FC236}">
                  <a16:creationId xmlns:a16="http://schemas.microsoft.com/office/drawing/2014/main" id="{E9B9F985-C40A-4A55-8E1B-12863730D7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7896" y="9851425"/>
              <a:ext cx="1165804" cy="0"/>
            </a:xfrm>
            <a:prstGeom prst="line">
              <a:avLst/>
            </a:prstGeom>
            <a:noFill/>
            <a:ln w="25400" cap="flat">
              <a:solidFill>
                <a:schemeClr val="accent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75" name="Line 11">
              <a:extLst>
                <a:ext uri="{FF2B5EF4-FFF2-40B4-BE49-F238E27FC236}">
                  <a16:creationId xmlns:a16="http://schemas.microsoft.com/office/drawing/2014/main" id="{EDA2C4C3-8823-4857-ABE7-201E178049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7896" y="7651068"/>
              <a:ext cx="1165804" cy="0"/>
            </a:xfrm>
            <a:prstGeom prst="line">
              <a:avLst/>
            </a:prstGeom>
            <a:noFill/>
            <a:ln w="25400" cap="flat">
              <a:solidFill>
                <a:schemeClr val="accent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76" name="Line 12">
              <a:extLst>
                <a:ext uri="{FF2B5EF4-FFF2-40B4-BE49-F238E27FC236}">
                  <a16:creationId xmlns:a16="http://schemas.microsoft.com/office/drawing/2014/main" id="{07F21BE2-EA29-4F07-87F4-C1B2F2F13F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7896" y="5450710"/>
              <a:ext cx="1165804" cy="0"/>
            </a:xfrm>
            <a:prstGeom prst="line">
              <a:avLst/>
            </a:prstGeom>
            <a:noFill/>
            <a:ln w="25400" cap="flat">
              <a:solidFill>
                <a:schemeClr val="accent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77" name="Freeform 13">
              <a:extLst>
                <a:ext uri="{FF2B5EF4-FFF2-40B4-BE49-F238E27FC236}">
                  <a16:creationId xmlns:a16="http://schemas.microsoft.com/office/drawing/2014/main" id="{FCBB5901-7B86-4E85-8285-54A45AF148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62256" y="3292816"/>
              <a:ext cx="6979381" cy="818379"/>
            </a:xfrm>
            <a:prstGeom prst="homePlate">
              <a:avLst>
                <a:gd name="adj" fmla="val 30757"/>
              </a:avLst>
            </a:prstGeom>
            <a:solidFill>
              <a:schemeClr val="accent6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78" name="Freeform 14">
              <a:extLst>
                <a:ext uri="{FF2B5EF4-FFF2-40B4-BE49-F238E27FC236}">
                  <a16:creationId xmlns:a16="http://schemas.microsoft.com/office/drawing/2014/main" id="{42D2319B-B4AB-4C96-8C63-BB4128B8AA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37775" y="3702006"/>
              <a:ext cx="1385841" cy="8349777"/>
            </a:xfrm>
            <a:custGeom>
              <a:avLst/>
              <a:gdLst>
                <a:gd name="T0" fmla="*/ 248 w 1581"/>
                <a:gd name="T1" fmla="*/ 9538 h 9539"/>
                <a:gd name="T2" fmla="*/ 1580 w 1581"/>
                <a:gd name="T3" fmla="*/ 9538 h 9539"/>
                <a:gd name="T4" fmla="*/ 1580 w 1581"/>
                <a:gd name="T5" fmla="*/ 0 h 9539"/>
                <a:gd name="T6" fmla="*/ 0 w 1581"/>
                <a:gd name="T7" fmla="*/ 0 h 95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81" h="9539">
                  <a:moveTo>
                    <a:pt x="248" y="9538"/>
                  </a:moveTo>
                  <a:lnTo>
                    <a:pt x="1580" y="9538"/>
                  </a:lnTo>
                  <a:lnTo>
                    <a:pt x="1580" y="0"/>
                  </a:lnTo>
                  <a:lnTo>
                    <a:pt x="0" y="0"/>
                  </a:lnTo>
                </a:path>
              </a:pathLst>
            </a:custGeom>
            <a:noFill/>
            <a:ln w="25400" cap="flat">
              <a:solidFill>
                <a:schemeClr val="accent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79" name="Line 15">
              <a:extLst>
                <a:ext uri="{FF2B5EF4-FFF2-40B4-BE49-F238E27FC236}">
                  <a16:creationId xmlns:a16="http://schemas.microsoft.com/office/drawing/2014/main" id="{8AFF689E-3A5F-4970-BADD-A4F0A529FE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053950" y="9851425"/>
              <a:ext cx="1173524" cy="0"/>
            </a:xfrm>
            <a:prstGeom prst="line">
              <a:avLst/>
            </a:prstGeom>
            <a:noFill/>
            <a:ln w="25400" cap="flat">
              <a:solidFill>
                <a:schemeClr val="accent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80" name="Line 16">
              <a:extLst>
                <a:ext uri="{FF2B5EF4-FFF2-40B4-BE49-F238E27FC236}">
                  <a16:creationId xmlns:a16="http://schemas.microsoft.com/office/drawing/2014/main" id="{425D295A-E5BB-48F7-AB6D-F98DF259A8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053950" y="7651068"/>
              <a:ext cx="1173524" cy="0"/>
            </a:xfrm>
            <a:prstGeom prst="line">
              <a:avLst/>
            </a:prstGeom>
            <a:noFill/>
            <a:ln w="25400" cap="flat">
              <a:solidFill>
                <a:schemeClr val="accent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81" name="Line 17">
              <a:extLst>
                <a:ext uri="{FF2B5EF4-FFF2-40B4-BE49-F238E27FC236}">
                  <a16:creationId xmlns:a16="http://schemas.microsoft.com/office/drawing/2014/main" id="{AAAC0FE4-FAC1-4F1E-B9EC-CA75255763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053950" y="5450710"/>
              <a:ext cx="1173524" cy="0"/>
            </a:xfrm>
            <a:prstGeom prst="line">
              <a:avLst/>
            </a:prstGeom>
            <a:noFill/>
            <a:ln w="25400" cap="flat">
              <a:solidFill>
                <a:schemeClr val="accent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</p:grpSp>
      <p:sp>
        <p:nvSpPr>
          <p:cNvPr id="68" name="Freeform 4">
            <a:extLst>
              <a:ext uri="{FF2B5EF4-FFF2-40B4-BE49-F238E27FC236}">
                <a16:creationId xmlns:a16="http://schemas.microsoft.com/office/drawing/2014/main" id="{2E528FDC-C814-47D1-A321-7D96F3C75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2009" y="4531964"/>
            <a:ext cx="1837492" cy="1837492"/>
          </a:xfrm>
          <a:custGeom>
            <a:avLst/>
            <a:gdLst>
              <a:gd name="T0" fmla="*/ 1049 w 2097"/>
              <a:gd name="T1" fmla="*/ 0 h 2097"/>
              <a:gd name="T2" fmla="*/ 0 w 2097"/>
              <a:gd name="T3" fmla="*/ 1048 h 2097"/>
              <a:gd name="T4" fmla="*/ 1049 w 2097"/>
              <a:gd name="T5" fmla="*/ 2096 h 2097"/>
              <a:gd name="T6" fmla="*/ 2096 w 2097"/>
              <a:gd name="T7" fmla="*/ 1048 h 2097"/>
              <a:gd name="T8" fmla="*/ 1049 w 2097"/>
              <a:gd name="T9" fmla="*/ 0 h 2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7" h="2097">
                <a:moveTo>
                  <a:pt x="1049" y="0"/>
                </a:moveTo>
                <a:lnTo>
                  <a:pt x="0" y="1048"/>
                </a:lnTo>
                <a:lnTo>
                  <a:pt x="1049" y="2096"/>
                </a:lnTo>
                <a:lnTo>
                  <a:pt x="2096" y="1048"/>
                </a:lnTo>
                <a:lnTo>
                  <a:pt x="1049" y="0"/>
                </a:ln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69" name="Freeform 5">
            <a:extLst>
              <a:ext uri="{FF2B5EF4-FFF2-40B4-BE49-F238E27FC236}">
                <a16:creationId xmlns:a16="http://schemas.microsoft.com/office/drawing/2014/main" id="{8E538F8C-FF21-44EB-934A-A709C27AF4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2009" y="6732322"/>
            <a:ext cx="1837492" cy="1837492"/>
          </a:xfrm>
          <a:custGeom>
            <a:avLst/>
            <a:gdLst>
              <a:gd name="T0" fmla="*/ 1049 w 2097"/>
              <a:gd name="T1" fmla="*/ 0 h 2097"/>
              <a:gd name="T2" fmla="*/ 0 w 2097"/>
              <a:gd name="T3" fmla="*/ 1047 h 2097"/>
              <a:gd name="T4" fmla="*/ 1049 w 2097"/>
              <a:gd name="T5" fmla="*/ 2096 h 2097"/>
              <a:gd name="T6" fmla="*/ 2096 w 2097"/>
              <a:gd name="T7" fmla="*/ 1047 h 2097"/>
              <a:gd name="T8" fmla="*/ 1049 w 2097"/>
              <a:gd name="T9" fmla="*/ 0 h 20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7" h="2097">
                <a:moveTo>
                  <a:pt x="1049" y="0"/>
                </a:moveTo>
                <a:lnTo>
                  <a:pt x="0" y="1047"/>
                </a:lnTo>
                <a:lnTo>
                  <a:pt x="1049" y="2096"/>
                </a:lnTo>
                <a:lnTo>
                  <a:pt x="2096" y="1047"/>
                </a:lnTo>
                <a:lnTo>
                  <a:pt x="1049" y="0"/>
                </a:ln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70" name="Freeform 6">
            <a:extLst>
              <a:ext uri="{FF2B5EF4-FFF2-40B4-BE49-F238E27FC236}">
                <a16:creationId xmlns:a16="http://schemas.microsoft.com/office/drawing/2014/main" id="{B393CE99-8FC0-4AFB-B698-E6D31357E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2009" y="8932679"/>
            <a:ext cx="1837492" cy="1837492"/>
          </a:xfrm>
          <a:custGeom>
            <a:avLst/>
            <a:gdLst>
              <a:gd name="T0" fmla="*/ 1049 w 2097"/>
              <a:gd name="T1" fmla="*/ 0 h 2098"/>
              <a:gd name="T2" fmla="*/ 0 w 2097"/>
              <a:gd name="T3" fmla="*/ 1049 h 2098"/>
              <a:gd name="T4" fmla="*/ 1049 w 2097"/>
              <a:gd name="T5" fmla="*/ 2097 h 2098"/>
              <a:gd name="T6" fmla="*/ 2096 w 2097"/>
              <a:gd name="T7" fmla="*/ 1049 h 2098"/>
              <a:gd name="T8" fmla="*/ 1049 w 2097"/>
              <a:gd name="T9" fmla="*/ 0 h 20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7" h="2098">
                <a:moveTo>
                  <a:pt x="1049" y="0"/>
                </a:moveTo>
                <a:lnTo>
                  <a:pt x="0" y="1049"/>
                </a:lnTo>
                <a:lnTo>
                  <a:pt x="1049" y="2097"/>
                </a:lnTo>
                <a:lnTo>
                  <a:pt x="2096" y="1049"/>
                </a:lnTo>
                <a:lnTo>
                  <a:pt x="1049" y="0"/>
                </a:ln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71" name="Freeform 7">
            <a:extLst>
              <a:ext uri="{FF2B5EF4-FFF2-40B4-BE49-F238E27FC236}">
                <a16:creationId xmlns:a16="http://schemas.microsoft.com/office/drawing/2014/main" id="{46133597-2D73-4D3A-AAB5-6608D7194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2009" y="11133037"/>
            <a:ext cx="1837492" cy="1837492"/>
          </a:xfrm>
          <a:custGeom>
            <a:avLst/>
            <a:gdLst>
              <a:gd name="T0" fmla="*/ 1049 w 2097"/>
              <a:gd name="T1" fmla="*/ 0 h 2098"/>
              <a:gd name="T2" fmla="*/ 0 w 2097"/>
              <a:gd name="T3" fmla="*/ 1049 h 2098"/>
              <a:gd name="T4" fmla="*/ 1049 w 2097"/>
              <a:gd name="T5" fmla="*/ 2097 h 2098"/>
              <a:gd name="T6" fmla="*/ 2096 w 2097"/>
              <a:gd name="T7" fmla="*/ 1049 h 2098"/>
              <a:gd name="T8" fmla="*/ 1049 w 2097"/>
              <a:gd name="T9" fmla="*/ 0 h 20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7" h="2098">
                <a:moveTo>
                  <a:pt x="1049" y="0"/>
                </a:moveTo>
                <a:lnTo>
                  <a:pt x="0" y="1049"/>
                </a:lnTo>
                <a:lnTo>
                  <a:pt x="1049" y="2097"/>
                </a:lnTo>
                <a:lnTo>
                  <a:pt x="2096" y="1049"/>
                </a:lnTo>
                <a:lnTo>
                  <a:pt x="1049" y="0"/>
                </a:lnTo>
              </a:path>
            </a:pathLst>
          </a:custGeom>
          <a:solidFill>
            <a:schemeClr val="accent4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854C872-0C9D-49EA-AB70-330A48766EF9}"/>
              </a:ext>
            </a:extLst>
          </p:cNvPr>
          <p:cNvSpPr txBox="1"/>
          <p:nvPr/>
        </p:nvSpPr>
        <p:spPr>
          <a:xfrm>
            <a:off x="1520825" y="750700"/>
            <a:ext cx="21336000" cy="116955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7000" b="1" spc="-29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CHALLENGES SLIDE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57D43FD-BABF-4B2C-8392-20C010E86C8D}"/>
              </a:ext>
            </a:extLst>
          </p:cNvPr>
          <p:cNvSpPr txBox="1"/>
          <p:nvPr/>
        </p:nvSpPr>
        <p:spPr>
          <a:xfrm>
            <a:off x="1520827" y="1886522"/>
            <a:ext cx="213359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spc="-120" dirty="0">
                <a:latin typeface="Montserrat" pitchFamily="2" charset="77"/>
                <a:cs typeface="Poppins" pitchFamily="2" charset="77"/>
              </a:rPr>
              <a:t>Make a big impact with our professional slides and charts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FB690DC-CC85-43B0-B041-B4CF4CA95267}"/>
              </a:ext>
            </a:extLst>
          </p:cNvPr>
          <p:cNvSpPr txBox="1"/>
          <p:nvPr/>
        </p:nvSpPr>
        <p:spPr>
          <a:xfrm>
            <a:off x="3576106" y="4574882"/>
            <a:ext cx="7061028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 01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69E0D28-BE8C-4CEF-81FB-608CF3ED845E}"/>
              </a:ext>
            </a:extLst>
          </p:cNvPr>
          <p:cNvSpPr txBox="1"/>
          <p:nvPr/>
        </p:nvSpPr>
        <p:spPr>
          <a:xfrm>
            <a:off x="3576107" y="5256224"/>
            <a:ext cx="7061030" cy="976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B42127E-E53E-44DB-81A5-168DA0094948}"/>
              </a:ext>
            </a:extLst>
          </p:cNvPr>
          <p:cNvSpPr txBox="1"/>
          <p:nvPr/>
        </p:nvSpPr>
        <p:spPr>
          <a:xfrm>
            <a:off x="3576109" y="6783748"/>
            <a:ext cx="7061028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 02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B234817-1B8D-416E-AC9B-98D909E7FC6E}"/>
              </a:ext>
            </a:extLst>
          </p:cNvPr>
          <p:cNvSpPr txBox="1"/>
          <p:nvPr/>
        </p:nvSpPr>
        <p:spPr>
          <a:xfrm>
            <a:off x="3576110" y="7465090"/>
            <a:ext cx="7061030" cy="976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0455D47-AB82-458F-A1DC-81A28EB1900F}"/>
              </a:ext>
            </a:extLst>
          </p:cNvPr>
          <p:cNvSpPr txBox="1"/>
          <p:nvPr/>
        </p:nvSpPr>
        <p:spPr>
          <a:xfrm>
            <a:off x="3576103" y="8983455"/>
            <a:ext cx="7061028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 03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1ABF0CC-9242-4EB4-982B-82A703D45519}"/>
              </a:ext>
            </a:extLst>
          </p:cNvPr>
          <p:cNvSpPr txBox="1"/>
          <p:nvPr/>
        </p:nvSpPr>
        <p:spPr>
          <a:xfrm>
            <a:off x="3576104" y="9664797"/>
            <a:ext cx="7061030" cy="976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6F9A57E-844F-4AC4-9244-EDA23768A96F}"/>
              </a:ext>
            </a:extLst>
          </p:cNvPr>
          <p:cNvSpPr txBox="1"/>
          <p:nvPr/>
        </p:nvSpPr>
        <p:spPr>
          <a:xfrm>
            <a:off x="3576103" y="11177036"/>
            <a:ext cx="7061028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 04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86FEDBD-E2BA-46DC-B702-C8796DCF4020}"/>
              </a:ext>
            </a:extLst>
          </p:cNvPr>
          <p:cNvSpPr txBox="1"/>
          <p:nvPr/>
        </p:nvSpPr>
        <p:spPr>
          <a:xfrm>
            <a:off x="3576104" y="11858378"/>
            <a:ext cx="7061030" cy="976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477A2B1-FD93-42EF-8BA4-B15138FEA368}"/>
              </a:ext>
            </a:extLst>
          </p:cNvPr>
          <p:cNvSpPr txBox="1"/>
          <p:nvPr/>
        </p:nvSpPr>
        <p:spPr>
          <a:xfrm>
            <a:off x="13740506" y="4574882"/>
            <a:ext cx="7061028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SOLUTION 01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FAB4086-7C17-4C25-9EC1-23C4A895A6DC}"/>
              </a:ext>
            </a:extLst>
          </p:cNvPr>
          <p:cNvSpPr txBox="1"/>
          <p:nvPr/>
        </p:nvSpPr>
        <p:spPr>
          <a:xfrm>
            <a:off x="13740507" y="5256224"/>
            <a:ext cx="7061030" cy="976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3272BF2-3AB6-4F99-B52D-BEB24D914650}"/>
              </a:ext>
            </a:extLst>
          </p:cNvPr>
          <p:cNvSpPr txBox="1"/>
          <p:nvPr/>
        </p:nvSpPr>
        <p:spPr>
          <a:xfrm>
            <a:off x="13740509" y="6783748"/>
            <a:ext cx="7061028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SOLUTION 02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D76B558-E043-4E40-8097-B2339973BB6E}"/>
              </a:ext>
            </a:extLst>
          </p:cNvPr>
          <p:cNvSpPr txBox="1"/>
          <p:nvPr/>
        </p:nvSpPr>
        <p:spPr>
          <a:xfrm>
            <a:off x="13740510" y="7465090"/>
            <a:ext cx="7061030" cy="976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78CBB00-1E6E-4237-A9B1-02E3AC88CF1F}"/>
              </a:ext>
            </a:extLst>
          </p:cNvPr>
          <p:cNvSpPr txBox="1"/>
          <p:nvPr/>
        </p:nvSpPr>
        <p:spPr>
          <a:xfrm>
            <a:off x="13740503" y="8983455"/>
            <a:ext cx="7061028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SOLUTION 03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F65B4BB-ABB1-46AE-87F6-34A8C5858AFC}"/>
              </a:ext>
            </a:extLst>
          </p:cNvPr>
          <p:cNvSpPr txBox="1"/>
          <p:nvPr/>
        </p:nvSpPr>
        <p:spPr>
          <a:xfrm>
            <a:off x="13740504" y="9664797"/>
            <a:ext cx="7061030" cy="976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412AC18-1CD5-4D03-A4B1-A83F463EF44C}"/>
              </a:ext>
            </a:extLst>
          </p:cNvPr>
          <p:cNvSpPr txBox="1"/>
          <p:nvPr/>
        </p:nvSpPr>
        <p:spPr>
          <a:xfrm>
            <a:off x="13740503" y="11177036"/>
            <a:ext cx="7061028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SOLUTION 04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93760C1-55BC-43C4-8E7E-BE18CDDE0176}"/>
              </a:ext>
            </a:extLst>
          </p:cNvPr>
          <p:cNvSpPr txBox="1"/>
          <p:nvPr/>
        </p:nvSpPr>
        <p:spPr>
          <a:xfrm>
            <a:off x="13740504" y="11858378"/>
            <a:ext cx="7061030" cy="976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2E16D41-5F41-4E14-8FC8-1D94F605AB95}"/>
              </a:ext>
            </a:extLst>
          </p:cNvPr>
          <p:cNvSpPr txBox="1"/>
          <p:nvPr/>
        </p:nvSpPr>
        <p:spPr>
          <a:xfrm>
            <a:off x="11538541" y="4874853"/>
            <a:ext cx="1263992" cy="116955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NI" sz="7000" b="1" spc="-29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A</a:t>
            </a:r>
            <a:endParaRPr lang="en-US" sz="7000" b="1" spc="-290" dirty="0">
              <a:solidFill>
                <a:schemeClr val="bg1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FD56F4E-70FA-466D-B041-8B28DCC8FB26}"/>
              </a:ext>
            </a:extLst>
          </p:cNvPr>
          <p:cNvSpPr txBox="1"/>
          <p:nvPr/>
        </p:nvSpPr>
        <p:spPr>
          <a:xfrm>
            <a:off x="11538541" y="7057814"/>
            <a:ext cx="1263992" cy="116955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NI" sz="7000" b="1" spc="-29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B</a:t>
            </a:r>
            <a:endParaRPr lang="en-US" sz="7000" b="1" spc="-290" dirty="0">
              <a:solidFill>
                <a:schemeClr val="bg1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F1EC2A5-DFB7-4499-927D-40F0C5B16F7B}"/>
              </a:ext>
            </a:extLst>
          </p:cNvPr>
          <p:cNvSpPr txBox="1"/>
          <p:nvPr/>
        </p:nvSpPr>
        <p:spPr>
          <a:xfrm>
            <a:off x="11538541" y="9284544"/>
            <a:ext cx="1263992" cy="116955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NI" sz="7000" b="1" spc="-29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C</a:t>
            </a:r>
            <a:endParaRPr lang="en-US" sz="7000" b="1" spc="-290" dirty="0">
              <a:solidFill>
                <a:schemeClr val="bg1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5180907-FF7B-4064-B415-602E6B38EDD2}"/>
              </a:ext>
            </a:extLst>
          </p:cNvPr>
          <p:cNvSpPr txBox="1"/>
          <p:nvPr/>
        </p:nvSpPr>
        <p:spPr>
          <a:xfrm>
            <a:off x="11538541" y="11487484"/>
            <a:ext cx="1263992" cy="116955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NI" sz="7000" b="1" spc="-29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D</a:t>
            </a:r>
            <a:endParaRPr lang="en-US" sz="7000" b="1" spc="-290" dirty="0">
              <a:solidFill>
                <a:schemeClr val="bg1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FAAACD8-7323-45D9-AD38-7B14324DEA3A}"/>
              </a:ext>
            </a:extLst>
          </p:cNvPr>
          <p:cNvSpPr txBox="1"/>
          <p:nvPr/>
        </p:nvSpPr>
        <p:spPr>
          <a:xfrm>
            <a:off x="4822178" y="3407324"/>
            <a:ext cx="4660318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NI" sz="3200" b="1" spc="-3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CHALLENGES</a:t>
            </a:r>
            <a:endParaRPr lang="en-US" sz="3200" b="1" spc="-30" dirty="0">
              <a:solidFill>
                <a:schemeClr val="bg1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ED47D0C-4D00-461E-9ACD-C336BD3D81CD}"/>
              </a:ext>
            </a:extLst>
          </p:cNvPr>
          <p:cNvSpPr txBox="1"/>
          <p:nvPr/>
        </p:nvSpPr>
        <p:spPr>
          <a:xfrm>
            <a:off x="14895154" y="3407324"/>
            <a:ext cx="4660318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NI" sz="3200" b="1" spc="-3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SOLUTIONS</a:t>
            </a:r>
            <a:endParaRPr lang="en-US" sz="3200" b="1" spc="-30" dirty="0">
              <a:solidFill>
                <a:schemeClr val="bg1"/>
              </a:solidFill>
              <a:latin typeface="Montserrat" pitchFamily="2" charset="77"/>
              <a:cs typeface="Poppins" pitchFamily="2" charset="77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Freeform 7">
            <a:extLst>
              <a:ext uri="{FF2B5EF4-FFF2-40B4-BE49-F238E27FC236}">
                <a16:creationId xmlns:a16="http://schemas.microsoft.com/office/drawing/2014/main" id="{4679FFDC-A75A-4896-AA31-DDF6B01EA9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7115" y="3290656"/>
            <a:ext cx="1489113" cy="1740682"/>
          </a:xfrm>
          <a:custGeom>
            <a:avLst/>
            <a:gdLst>
              <a:gd name="T0" fmla="*/ 1617 w 1618"/>
              <a:gd name="T1" fmla="*/ 808 h 1893"/>
              <a:gd name="T2" fmla="*/ 1617 w 1618"/>
              <a:gd name="T3" fmla="*/ 808 h 1893"/>
              <a:gd name="T4" fmla="*/ 809 w 1618"/>
              <a:gd name="T5" fmla="*/ 0 h 1893"/>
              <a:gd name="T6" fmla="*/ 809 w 1618"/>
              <a:gd name="T7" fmla="*/ 0 h 1893"/>
              <a:gd name="T8" fmla="*/ 0 w 1618"/>
              <a:gd name="T9" fmla="*/ 808 h 1893"/>
              <a:gd name="T10" fmla="*/ 0 w 1618"/>
              <a:gd name="T11" fmla="*/ 808 h 1893"/>
              <a:gd name="T12" fmla="*/ 639 w 1618"/>
              <a:gd name="T13" fmla="*/ 1599 h 1893"/>
              <a:gd name="T14" fmla="*/ 809 w 1618"/>
              <a:gd name="T15" fmla="*/ 1892 h 1893"/>
              <a:gd name="T16" fmla="*/ 978 w 1618"/>
              <a:gd name="T17" fmla="*/ 1599 h 1893"/>
              <a:gd name="T18" fmla="*/ 978 w 1618"/>
              <a:gd name="T19" fmla="*/ 1599 h 1893"/>
              <a:gd name="T20" fmla="*/ 1617 w 1618"/>
              <a:gd name="T21" fmla="*/ 808 h 18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618" h="1893">
                <a:moveTo>
                  <a:pt x="1617" y="808"/>
                </a:moveTo>
                <a:lnTo>
                  <a:pt x="1617" y="808"/>
                </a:lnTo>
                <a:cubicBezTo>
                  <a:pt x="1617" y="362"/>
                  <a:pt x="1255" y="0"/>
                  <a:pt x="809" y="0"/>
                </a:cubicBezTo>
                <a:lnTo>
                  <a:pt x="809" y="0"/>
                </a:lnTo>
                <a:cubicBezTo>
                  <a:pt x="362" y="0"/>
                  <a:pt x="0" y="362"/>
                  <a:pt x="0" y="808"/>
                </a:cubicBezTo>
                <a:lnTo>
                  <a:pt x="0" y="808"/>
                </a:lnTo>
                <a:cubicBezTo>
                  <a:pt x="0" y="1197"/>
                  <a:pt x="273" y="1521"/>
                  <a:pt x="639" y="1599"/>
                </a:cubicBezTo>
                <a:lnTo>
                  <a:pt x="809" y="1892"/>
                </a:lnTo>
                <a:lnTo>
                  <a:pt x="978" y="1599"/>
                </a:lnTo>
                <a:lnTo>
                  <a:pt x="978" y="1599"/>
                </a:lnTo>
                <a:cubicBezTo>
                  <a:pt x="1342" y="1521"/>
                  <a:pt x="1617" y="1197"/>
                  <a:pt x="1617" y="808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39" name="Freeform 9">
            <a:extLst>
              <a:ext uri="{FF2B5EF4-FFF2-40B4-BE49-F238E27FC236}">
                <a16:creationId xmlns:a16="http://schemas.microsoft.com/office/drawing/2014/main" id="{62177D44-0775-45D3-89E0-7445558CA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4896" y="5084085"/>
            <a:ext cx="1489115" cy="1740682"/>
          </a:xfrm>
          <a:custGeom>
            <a:avLst/>
            <a:gdLst>
              <a:gd name="T0" fmla="*/ 1617 w 1618"/>
              <a:gd name="T1" fmla="*/ 808 h 1893"/>
              <a:gd name="T2" fmla="*/ 1617 w 1618"/>
              <a:gd name="T3" fmla="*/ 808 h 1893"/>
              <a:gd name="T4" fmla="*/ 808 w 1618"/>
              <a:gd name="T5" fmla="*/ 0 h 1893"/>
              <a:gd name="T6" fmla="*/ 808 w 1618"/>
              <a:gd name="T7" fmla="*/ 0 h 1893"/>
              <a:gd name="T8" fmla="*/ 0 w 1618"/>
              <a:gd name="T9" fmla="*/ 808 h 1893"/>
              <a:gd name="T10" fmla="*/ 0 w 1618"/>
              <a:gd name="T11" fmla="*/ 808 h 1893"/>
              <a:gd name="T12" fmla="*/ 639 w 1618"/>
              <a:gd name="T13" fmla="*/ 1599 h 1893"/>
              <a:gd name="T14" fmla="*/ 808 w 1618"/>
              <a:gd name="T15" fmla="*/ 1892 h 1893"/>
              <a:gd name="T16" fmla="*/ 978 w 1618"/>
              <a:gd name="T17" fmla="*/ 1599 h 1893"/>
              <a:gd name="T18" fmla="*/ 978 w 1618"/>
              <a:gd name="T19" fmla="*/ 1599 h 1893"/>
              <a:gd name="T20" fmla="*/ 1617 w 1618"/>
              <a:gd name="T21" fmla="*/ 808 h 18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618" h="1893">
                <a:moveTo>
                  <a:pt x="1617" y="808"/>
                </a:moveTo>
                <a:lnTo>
                  <a:pt x="1617" y="808"/>
                </a:lnTo>
                <a:cubicBezTo>
                  <a:pt x="1617" y="362"/>
                  <a:pt x="1254" y="0"/>
                  <a:pt x="808" y="0"/>
                </a:cubicBezTo>
                <a:lnTo>
                  <a:pt x="808" y="0"/>
                </a:lnTo>
                <a:cubicBezTo>
                  <a:pt x="362" y="0"/>
                  <a:pt x="0" y="362"/>
                  <a:pt x="0" y="808"/>
                </a:cubicBezTo>
                <a:lnTo>
                  <a:pt x="0" y="808"/>
                </a:lnTo>
                <a:cubicBezTo>
                  <a:pt x="0" y="1197"/>
                  <a:pt x="274" y="1521"/>
                  <a:pt x="639" y="1599"/>
                </a:cubicBezTo>
                <a:lnTo>
                  <a:pt x="808" y="1892"/>
                </a:lnTo>
                <a:lnTo>
                  <a:pt x="978" y="1599"/>
                </a:lnTo>
                <a:lnTo>
                  <a:pt x="978" y="1599"/>
                </a:lnTo>
                <a:cubicBezTo>
                  <a:pt x="1343" y="1521"/>
                  <a:pt x="1617" y="1197"/>
                  <a:pt x="1617" y="808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40" name="Freeform 11">
            <a:extLst>
              <a:ext uri="{FF2B5EF4-FFF2-40B4-BE49-F238E27FC236}">
                <a16:creationId xmlns:a16="http://schemas.microsoft.com/office/drawing/2014/main" id="{612F94EB-DF3D-4783-A761-C537BC471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66735" y="6881573"/>
            <a:ext cx="1489115" cy="1740680"/>
          </a:xfrm>
          <a:custGeom>
            <a:avLst/>
            <a:gdLst>
              <a:gd name="T0" fmla="*/ 1616 w 1617"/>
              <a:gd name="T1" fmla="*/ 809 h 1893"/>
              <a:gd name="T2" fmla="*/ 1616 w 1617"/>
              <a:gd name="T3" fmla="*/ 809 h 1893"/>
              <a:gd name="T4" fmla="*/ 807 w 1617"/>
              <a:gd name="T5" fmla="*/ 0 h 1893"/>
              <a:gd name="T6" fmla="*/ 807 w 1617"/>
              <a:gd name="T7" fmla="*/ 0 h 1893"/>
              <a:gd name="T8" fmla="*/ 0 w 1617"/>
              <a:gd name="T9" fmla="*/ 809 h 1893"/>
              <a:gd name="T10" fmla="*/ 0 w 1617"/>
              <a:gd name="T11" fmla="*/ 809 h 1893"/>
              <a:gd name="T12" fmla="*/ 639 w 1617"/>
              <a:gd name="T13" fmla="*/ 1598 h 1893"/>
              <a:gd name="T14" fmla="*/ 807 w 1617"/>
              <a:gd name="T15" fmla="*/ 1892 h 1893"/>
              <a:gd name="T16" fmla="*/ 977 w 1617"/>
              <a:gd name="T17" fmla="*/ 1598 h 1893"/>
              <a:gd name="T18" fmla="*/ 977 w 1617"/>
              <a:gd name="T19" fmla="*/ 1598 h 1893"/>
              <a:gd name="T20" fmla="*/ 1616 w 1617"/>
              <a:gd name="T21" fmla="*/ 809 h 18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617" h="1893">
                <a:moveTo>
                  <a:pt x="1616" y="809"/>
                </a:moveTo>
                <a:lnTo>
                  <a:pt x="1616" y="809"/>
                </a:lnTo>
                <a:cubicBezTo>
                  <a:pt x="1616" y="362"/>
                  <a:pt x="1254" y="0"/>
                  <a:pt x="807" y="0"/>
                </a:cubicBezTo>
                <a:lnTo>
                  <a:pt x="807" y="0"/>
                </a:lnTo>
                <a:cubicBezTo>
                  <a:pt x="361" y="0"/>
                  <a:pt x="0" y="362"/>
                  <a:pt x="0" y="809"/>
                </a:cubicBezTo>
                <a:lnTo>
                  <a:pt x="0" y="809"/>
                </a:lnTo>
                <a:cubicBezTo>
                  <a:pt x="0" y="1197"/>
                  <a:pt x="273" y="1520"/>
                  <a:pt x="639" y="1598"/>
                </a:cubicBezTo>
                <a:lnTo>
                  <a:pt x="807" y="1892"/>
                </a:lnTo>
                <a:lnTo>
                  <a:pt x="977" y="1598"/>
                </a:lnTo>
                <a:lnTo>
                  <a:pt x="977" y="1598"/>
                </a:lnTo>
                <a:cubicBezTo>
                  <a:pt x="1342" y="1520"/>
                  <a:pt x="1616" y="1197"/>
                  <a:pt x="1616" y="809"/>
                </a:cubicBez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91F17A0-6CAC-4C16-B21B-E134E68F6386}"/>
              </a:ext>
            </a:extLst>
          </p:cNvPr>
          <p:cNvGrpSpPr/>
          <p:nvPr/>
        </p:nvGrpSpPr>
        <p:grpSpPr>
          <a:xfrm>
            <a:off x="0" y="3643662"/>
            <a:ext cx="14842451" cy="9324208"/>
            <a:chOff x="0" y="3643662"/>
            <a:chExt cx="14842451" cy="9324208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77061FF8-9C3B-4E34-A6E2-DC9BF8077637}"/>
                </a:ext>
              </a:extLst>
            </p:cNvPr>
            <p:cNvGrpSpPr/>
            <p:nvPr/>
          </p:nvGrpSpPr>
          <p:grpSpPr>
            <a:xfrm>
              <a:off x="0" y="3643662"/>
              <a:ext cx="13199149" cy="9324208"/>
              <a:chOff x="0" y="3643662"/>
              <a:chExt cx="13199149" cy="9324208"/>
            </a:xfrm>
          </p:grpSpPr>
          <p:sp>
            <p:nvSpPr>
              <p:cNvPr id="63" name="Freeform 2">
                <a:extLst>
                  <a:ext uri="{FF2B5EF4-FFF2-40B4-BE49-F238E27FC236}">
                    <a16:creationId xmlns:a16="http://schemas.microsoft.com/office/drawing/2014/main" id="{131FD772-CFED-440D-AA00-31BBD4A72D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3643662"/>
                <a:ext cx="13199149" cy="9324208"/>
              </a:xfrm>
              <a:custGeom>
                <a:avLst/>
                <a:gdLst>
                  <a:gd name="T0" fmla="*/ 0 w 14347"/>
                  <a:gd name="T1" fmla="*/ 3225 h 10132"/>
                  <a:gd name="T2" fmla="*/ 1 w 14347"/>
                  <a:gd name="T3" fmla="*/ 3412 h 10132"/>
                  <a:gd name="T4" fmla="*/ 1638 w 14347"/>
                  <a:gd name="T5" fmla="*/ 4361 h 10132"/>
                  <a:gd name="T6" fmla="*/ 2538 w 14347"/>
                  <a:gd name="T7" fmla="*/ 4884 h 10132"/>
                  <a:gd name="T8" fmla="*/ 4995 w 14347"/>
                  <a:gd name="T9" fmla="*/ 6312 h 10132"/>
                  <a:gd name="T10" fmla="*/ 5894 w 14347"/>
                  <a:gd name="T11" fmla="*/ 6835 h 10132"/>
                  <a:gd name="T12" fmla="*/ 8352 w 14347"/>
                  <a:gd name="T13" fmla="*/ 8263 h 10132"/>
                  <a:gd name="T14" fmla="*/ 9252 w 14347"/>
                  <a:gd name="T15" fmla="*/ 8786 h 10132"/>
                  <a:gd name="T16" fmla="*/ 10572 w 14347"/>
                  <a:gd name="T17" fmla="*/ 9553 h 10132"/>
                  <a:gd name="T18" fmla="*/ 9892 w 14347"/>
                  <a:gd name="T19" fmla="*/ 9945 h 10132"/>
                  <a:gd name="T20" fmla="*/ 9893 w 14347"/>
                  <a:gd name="T21" fmla="*/ 10131 h 10132"/>
                  <a:gd name="T22" fmla="*/ 14030 w 14347"/>
                  <a:gd name="T23" fmla="*/ 9956 h 10132"/>
                  <a:gd name="T24" fmla="*/ 14346 w 14347"/>
                  <a:gd name="T25" fmla="*/ 7560 h 10132"/>
                  <a:gd name="T26" fmla="*/ 14345 w 14347"/>
                  <a:gd name="T27" fmla="*/ 7373 h 10132"/>
                  <a:gd name="T28" fmla="*/ 13505 w 14347"/>
                  <a:gd name="T29" fmla="*/ 7858 h 10132"/>
                  <a:gd name="T30" fmla="*/ 11788 w 14347"/>
                  <a:gd name="T31" fmla="*/ 6860 h 10132"/>
                  <a:gd name="T32" fmla="*/ 11126 w 14347"/>
                  <a:gd name="T33" fmla="*/ 6475 h 10132"/>
                  <a:gd name="T34" fmla="*/ 0 w 14347"/>
                  <a:gd name="T35" fmla="*/ 0 h 10132"/>
                  <a:gd name="T36" fmla="*/ 0 w 14347"/>
                  <a:gd name="T37" fmla="*/ 3225 h 10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4347" h="10132">
                    <a:moveTo>
                      <a:pt x="0" y="3225"/>
                    </a:moveTo>
                    <a:lnTo>
                      <a:pt x="1" y="3412"/>
                    </a:lnTo>
                    <a:lnTo>
                      <a:pt x="1638" y="4361"/>
                    </a:lnTo>
                    <a:lnTo>
                      <a:pt x="2538" y="4884"/>
                    </a:lnTo>
                    <a:lnTo>
                      <a:pt x="4995" y="6312"/>
                    </a:lnTo>
                    <a:lnTo>
                      <a:pt x="5894" y="6835"/>
                    </a:lnTo>
                    <a:lnTo>
                      <a:pt x="8352" y="8263"/>
                    </a:lnTo>
                    <a:lnTo>
                      <a:pt x="9252" y="8786"/>
                    </a:lnTo>
                    <a:lnTo>
                      <a:pt x="10572" y="9553"/>
                    </a:lnTo>
                    <a:lnTo>
                      <a:pt x="9892" y="9945"/>
                    </a:lnTo>
                    <a:lnTo>
                      <a:pt x="9893" y="10131"/>
                    </a:lnTo>
                    <a:lnTo>
                      <a:pt x="14030" y="9956"/>
                    </a:lnTo>
                    <a:lnTo>
                      <a:pt x="14346" y="7560"/>
                    </a:lnTo>
                    <a:lnTo>
                      <a:pt x="14345" y="7373"/>
                    </a:lnTo>
                    <a:lnTo>
                      <a:pt x="13505" y="7858"/>
                    </a:lnTo>
                    <a:lnTo>
                      <a:pt x="11788" y="6860"/>
                    </a:lnTo>
                    <a:lnTo>
                      <a:pt x="11126" y="6475"/>
                    </a:lnTo>
                    <a:lnTo>
                      <a:pt x="0" y="0"/>
                    </a:lnTo>
                    <a:lnTo>
                      <a:pt x="0" y="3225"/>
                    </a:lnTo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64" name="Freeform 3">
                <a:extLst>
                  <a:ext uri="{FF2B5EF4-FFF2-40B4-BE49-F238E27FC236}">
                    <a16:creationId xmlns:a16="http://schemas.microsoft.com/office/drawing/2014/main" id="{FC134494-3462-4548-95FA-16595D5EE2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07007" y="10427855"/>
                <a:ext cx="292142" cy="2377714"/>
              </a:xfrm>
              <a:custGeom>
                <a:avLst/>
                <a:gdLst>
                  <a:gd name="T0" fmla="*/ 0 w 318"/>
                  <a:gd name="T1" fmla="*/ 2396 h 2584"/>
                  <a:gd name="T2" fmla="*/ 1 w 318"/>
                  <a:gd name="T3" fmla="*/ 2583 h 2584"/>
                  <a:gd name="T4" fmla="*/ 317 w 318"/>
                  <a:gd name="T5" fmla="*/ 187 h 2584"/>
                  <a:gd name="T6" fmla="*/ 316 w 318"/>
                  <a:gd name="T7" fmla="*/ 0 h 2584"/>
                  <a:gd name="T8" fmla="*/ 0 w 318"/>
                  <a:gd name="T9" fmla="*/ 2396 h 25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8" h="2584">
                    <a:moveTo>
                      <a:pt x="0" y="2396"/>
                    </a:moveTo>
                    <a:lnTo>
                      <a:pt x="1" y="2583"/>
                    </a:lnTo>
                    <a:lnTo>
                      <a:pt x="317" y="187"/>
                    </a:lnTo>
                    <a:lnTo>
                      <a:pt x="316" y="0"/>
                    </a:lnTo>
                    <a:lnTo>
                      <a:pt x="0" y="2396"/>
                    </a:lnTo>
                  </a:path>
                </a:pathLst>
              </a:custGeom>
              <a:solidFill>
                <a:srgbClr val="111340">
                  <a:alpha val="36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65" name="Freeform 4">
                <a:extLst>
                  <a:ext uri="{FF2B5EF4-FFF2-40B4-BE49-F238E27FC236}">
                    <a16:creationId xmlns:a16="http://schemas.microsoft.com/office/drawing/2014/main" id="{7AEAA370-6DBE-44D5-8319-0E70EB543A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01042" y="12631094"/>
                <a:ext cx="3810023" cy="332718"/>
              </a:xfrm>
              <a:custGeom>
                <a:avLst/>
                <a:gdLst>
                  <a:gd name="T0" fmla="*/ 0 w 4139"/>
                  <a:gd name="T1" fmla="*/ 176 h 363"/>
                  <a:gd name="T2" fmla="*/ 1 w 4139"/>
                  <a:gd name="T3" fmla="*/ 362 h 363"/>
                  <a:gd name="T4" fmla="*/ 4138 w 4139"/>
                  <a:gd name="T5" fmla="*/ 187 h 363"/>
                  <a:gd name="T6" fmla="*/ 4137 w 4139"/>
                  <a:gd name="T7" fmla="*/ 0 h 363"/>
                  <a:gd name="T8" fmla="*/ 0 w 4139"/>
                  <a:gd name="T9" fmla="*/ 176 h 3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139" h="363">
                    <a:moveTo>
                      <a:pt x="0" y="176"/>
                    </a:moveTo>
                    <a:lnTo>
                      <a:pt x="1" y="362"/>
                    </a:lnTo>
                    <a:lnTo>
                      <a:pt x="4138" y="187"/>
                    </a:lnTo>
                    <a:lnTo>
                      <a:pt x="4137" y="0"/>
                    </a:lnTo>
                    <a:lnTo>
                      <a:pt x="0" y="176"/>
                    </a:lnTo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66" name="Freeform 5">
                <a:extLst>
                  <a:ext uri="{FF2B5EF4-FFF2-40B4-BE49-F238E27FC236}">
                    <a16:creationId xmlns:a16="http://schemas.microsoft.com/office/drawing/2014/main" id="{A911543E-8C5E-4194-A4B5-90968A50C1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3650497"/>
                <a:ext cx="13199149" cy="9149733"/>
              </a:xfrm>
              <a:custGeom>
                <a:avLst/>
                <a:gdLst>
                  <a:gd name="T0" fmla="*/ 13505 w 14346"/>
                  <a:gd name="T1" fmla="*/ 7858 h 9946"/>
                  <a:gd name="T2" fmla="*/ 11788 w 14346"/>
                  <a:gd name="T3" fmla="*/ 6860 h 9946"/>
                  <a:gd name="T4" fmla="*/ 11126 w 14346"/>
                  <a:gd name="T5" fmla="*/ 6475 h 9946"/>
                  <a:gd name="T6" fmla="*/ 0 w 14346"/>
                  <a:gd name="T7" fmla="*/ 0 h 9946"/>
                  <a:gd name="T8" fmla="*/ 0 w 14346"/>
                  <a:gd name="T9" fmla="*/ 3225 h 9946"/>
                  <a:gd name="T10" fmla="*/ 1638 w 14346"/>
                  <a:gd name="T11" fmla="*/ 4175 h 9946"/>
                  <a:gd name="T12" fmla="*/ 2537 w 14346"/>
                  <a:gd name="T13" fmla="*/ 4698 h 9946"/>
                  <a:gd name="T14" fmla="*/ 4994 w 14346"/>
                  <a:gd name="T15" fmla="*/ 6126 h 9946"/>
                  <a:gd name="T16" fmla="*/ 5894 w 14346"/>
                  <a:gd name="T17" fmla="*/ 6649 h 9946"/>
                  <a:gd name="T18" fmla="*/ 8352 w 14346"/>
                  <a:gd name="T19" fmla="*/ 8077 h 9946"/>
                  <a:gd name="T20" fmla="*/ 9251 w 14346"/>
                  <a:gd name="T21" fmla="*/ 8599 h 9946"/>
                  <a:gd name="T22" fmla="*/ 10732 w 14346"/>
                  <a:gd name="T23" fmla="*/ 9461 h 9946"/>
                  <a:gd name="T24" fmla="*/ 9892 w 14346"/>
                  <a:gd name="T25" fmla="*/ 9945 h 9946"/>
                  <a:gd name="T26" fmla="*/ 14029 w 14346"/>
                  <a:gd name="T27" fmla="*/ 9769 h 9946"/>
                  <a:gd name="T28" fmla="*/ 14345 w 14346"/>
                  <a:gd name="T29" fmla="*/ 7373 h 9946"/>
                  <a:gd name="T30" fmla="*/ 13505 w 14346"/>
                  <a:gd name="T31" fmla="*/ 7858 h 99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4346" h="9946">
                    <a:moveTo>
                      <a:pt x="13505" y="7858"/>
                    </a:moveTo>
                    <a:lnTo>
                      <a:pt x="11788" y="6860"/>
                    </a:lnTo>
                    <a:lnTo>
                      <a:pt x="11126" y="6475"/>
                    </a:lnTo>
                    <a:lnTo>
                      <a:pt x="0" y="0"/>
                    </a:lnTo>
                    <a:lnTo>
                      <a:pt x="0" y="3225"/>
                    </a:lnTo>
                    <a:lnTo>
                      <a:pt x="1638" y="4175"/>
                    </a:lnTo>
                    <a:lnTo>
                      <a:pt x="2537" y="4698"/>
                    </a:lnTo>
                    <a:lnTo>
                      <a:pt x="4994" y="6126"/>
                    </a:lnTo>
                    <a:lnTo>
                      <a:pt x="5894" y="6649"/>
                    </a:lnTo>
                    <a:lnTo>
                      <a:pt x="8352" y="8077"/>
                    </a:lnTo>
                    <a:lnTo>
                      <a:pt x="9251" y="8599"/>
                    </a:lnTo>
                    <a:lnTo>
                      <a:pt x="10732" y="9461"/>
                    </a:lnTo>
                    <a:lnTo>
                      <a:pt x="9892" y="9945"/>
                    </a:lnTo>
                    <a:lnTo>
                      <a:pt x="14029" y="9769"/>
                    </a:lnTo>
                    <a:lnTo>
                      <a:pt x="14345" y="7373"/>
                    </a:lnTo>
                    <a:lnTo>
                      <a:pt x="13505" y="7858"/>
                    </a:lnTo>
                  </a:path>
                </a:pathLst>
              </a:custGeom>
              <a:solidFill>
                <a:schemeClr val="accent6">
                  <a:alpha val="2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67" name="Freeform 6">
                <a:extLst>
                  <a:ext uri="{FF2B5EF4-FFF2-40B4-BE49-F238E27FC236}">
                    <a16:creationId xmlns:a16="http://schemas.microsoft.com/office/drawing/2014/main" id="{B91F997E-5142-49E9-875C-06557FB30F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6609717"/>
                <a:ext cx="9876032" cy="5822559"/>
              </a:xfrm>
              <a:custGeom>
                <a:avLst/>
                <a:gdLst>
                  <a:gd name="T0" fmla="*/ 1 w 10733"/>
                  <a:gd name="T1" fmla="*/ 187 h 6329"/>
                  <a:gd name="T2" fmla="*/ 1638 w 10733"/>
                  <a:gd name="T3" fmla="*/ 1136 h 6329"/>
                  <a:gd name="T4" fmla="*/ 2538 w 10733"/>
                  <a:gd name="T5" fmla="*/ 1659 h 6329"/>
                  <a:gd name="T6" fmla="*/ 4995 w 10733"/>
                  <a:gd name="T7" fmla="*/ 3087 h 6329"/>
                  <a:gd name="T8" fmla="*/ 5894 w 10733"/>
                  <a:gd name="T9" fmla="*/ 3610 h 6329"/>
                  <a:gd name="T10" fmla="*/ 8352 w 10733"/>
                  <a:gd name="T11" fmla="*/ 5038 h 6329"/>
                  <a:gd name="T12" fmla="*/ 9252 w 10733"/>
                  <a:gd name="T13" fmla="*/ 5561 h 6329"/>
                  <a:gd name="T14" fmla="*/ 10572 w 10733"/>
                  <a:gd name="T15" fmla="*/ 6328 h 6329"/>
                  <a:gd name="T16" fmla="*/ 10732 w 10733"/>
                  <a:gd name="T17" fmla="*/ 6236 h 6329"/>
                  <a:gd name="T18" fmla="*/ 9251 w 10733"/>
                  <a:gd name="T19" fmla="*/ 5374 h 6329"/>
                  <a:gd name="T20" fmla="*/ 8352 w 10733"/>
                  <a:gd name="T21" fmla="*/ 4852 h 6329"/>
                  <a:gd name="T22" fmla="*/ 5894 w 10733"/>
                  <a:gd name="T23" fmla="*/ 3424 h 6329"/>
                  <a:gd name="T24" fmla="*/ 4994 w 10733"/>
                  <a:gd name="T25" fmla="*/ 2901 h 6329"/>
                  <a:gd name="T26" fmla="*/ 2537 w 10733"/>
                  <a:gd name="T27" fmla="*/ 1473 h 6329"/>
                  <a:gd name="T28" fmla="*/ 1638 w 10733"/>
                  <a:gd name="T29" fmla="*/ 950 h 6329"/>
                  <a:gd name="T30" fmla="*/ 0 w 10733"/>
                  <a:gd name="T31" fmla="*/ 0 h 6329"/>
                  <a:gd name="T32" fmla="*/ 1 w 10733"/>
                  <a:gd name="T33" fmla="*/ 187 h 63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0733" h="6329">
                    <a:moveTo>
                      <a:pt x="1" y="187"/>
                    </a:moveTo>
                    <a:lnTo>
                      <a:pt x="1638" y="1136"/>
                    </a:lnTo>
                    <a:lnTo>
                      <a:pt x="2538" y="1659"/>
                    </a:lnTo>
                    <a:lnTo>
                      <a:pt x="4995" y="3087"/>
                    </a:lnTo>
                    <a:lnTo>
                      <a:pt x="5894" y="3610"/>
                    </a:lnTo>
                    <a:lnTo>
                      <a:pt x="8352" y="5038"/>
                    </a:lnTo>
                    <a:lnTo>
                      <a:pt x="9252" y="5561"/>
                    </a:lnTo>
                    <a:lnTo>
                      <a:pt x="10572" y="6328"/>
                    </a:lnTo>
                    <a:lnTo>
                      <a:pt x="10732" y="6236"/>
                    </a:lnTo>
                    <a:lnTo>
                      <a:pt x="9251" y="5374"/>
                    </a:lnTo>
                    <a:lnTo>
                      <a:pt x="8352" y="4852"/>
                    </a:lnTo>
                    <a:lnTo>
                      <a:pt x="5894" y="3424"/>
                    </a:lnTo>
                    <a:lnTo>
                      <a:pt x="4994" y="2901"/>
                    </a:lnTo>
                    <a:lnTo>
                      <a:pt x="2537" y="1473"/>
                    </a:lnTo>
                    <a:lnTo>
                      <a:pt x="1638" y="950"/>
                    </a:lnTo>
                    <a:lnTo>
                      <a:pt x="0" y="0"/>
                    </a:lnTo>
                    <a:lnTo>
                      <a:pt x="1" y="187"/>
                    </a:lnTo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95C85B0D-B78F-47AE-98D7-464769E88184}"/>
                </a:ext>
              </a:extLst>
            </p:cNvPr>
            <p:cNvGrpSpPr/>
            <p:nvPr/>
          </p:nvGrpSpPr>
          <p:grpSpPr>
            <a:xfrm>
              <a:off x="7680906" y="8743978"/>
              <a:ext cx="3383982" cy="2811871"/>
              <a:chOff x="7680906" y="8743978"/>
              <a:chExt cx="3383982" cy="2811871"/>
            </a:xfrm>
          </p:grpSpPr>
          <p:sp>
            <p:nvSpPr>
              <p:cNvPr id="60" name="Freeform 13">
                <a:extLst>
                  <a:ext uri="{FF2B5EF4-FFF2-40B4-BE49-F238E27FC236}">
                    <a16:creationId xmlns:a16="http://schemas.microsoft.com/office/drawing/2014/main" id="{244D3A2E-B2A6-45F9-92F1-B7B5648A6C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0906" y="8743978"/>
                <a:ext cx="3383981" cy="2811871"/>
              </a:xfrm>
              <a:custGeom>
                <a:avLst/>
                <a:gdLst>
                  <a:gd name="T0" fmla="*/ 3673 w 3678"/>
                  <a:gd name="T1" fmla="*/ 523 h 3056"/>
                  <a:gd name="T2" fmla="*/ 2774 w 3678"/>
                  <a:gd name="T3" fmla="*/ 0 h 3056"/>
                  <a:gd name="T4" fmla="*/ 0 w 3678"/>
                  <a:gd name="T5" fmla="*/ 1603 h 3056"/>
                  <a:gd name="T6" fmla="*/ 3 w 3678"/>
                  <a:gd name="T7" fmla="*/ 2533 h 3056"/>
                  <a:gd name="T8" fmla="*/ 902 w 3678"/>
                  <a:gd name="T9" fmla="*/ 3055 h 3056"/>
                  <a:gd name="T10" fmla="*/ 3677 w 3678"/>
                  <a:gd name="T11" fmla="*/ 1454 h 3056"/>
                  <a:gd name="T12" fmla="*/ 3673 w 3678"/>
                  <a:gd name="T13" fmla="*/ 523 h 30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78" h="3056">
                    <a:moveTo>
                      <a:pt x="3673" y="523"/>
                    </a:moveTo>
                    <a:lnTo>
                      <a:pt x="2774" y="0"/>
                    </a:lnTo>
                    <a:lnTo>
                      <a:pt x="0" y="1603"/>
                    </a:lnTo>
                    <a:lnTo>
                      <a:pt x="3" y="2533"/>
                    </a:lnTo>
                    <a:lnTo>
                      <a:pt x="902" y="3055"/>
                    </a:lnTo>
                    <a:lnTo>
                      <a:pt x="3677" y="1454"/>
                    </a:lnTo>
                    <a:lnTo>
                      <a:pt x="3673" y="523"/>
                    </a:lnTo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61" name="Freeform 14">
                <a:extLst>
                  <a:ext uri="{FF2B5EF4-FFF2-40B4-BE49-F238E27FC236}">
                    <a16:creationId xmlns:a16="http://schemas.microsoft.com/office/drawing/2014/main" id="{31B8270B-0D71-41B5-B69F-523D2B106C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0906" y="10220920"/>
                <a:ext cx="831795" cy="1334929"/>
              </a:xfrm>
              <a:custGeom>
                <a:avLst/>
                <a:gdLst>
                  <a:gd name="T0" fmla="*/ 0 w 903"/>
                  <a:gd name="T1" fmla="*/ 0 h 1453"/>
                  <a:gd name="T2" fmla="*/ 3 w 903"/>
                  <a:gd name="T3" fmla="*/ 930 h 1453"/>
                  <a:gd name="T4" fmla="*/ 902 w 903"/>
                  <a:gd name="T5" fmla="*/ 1452 h 1453"/>
                  <a:gd name="T6" fmla="*/ 900 w 903"/>
                  <a:gd name="T7" fmla="*/ 522 h 1453"/>
                  <a:gd name="T8" fmla="*/ 0 w 903"/>
                  <a:gd name="T9" fmla="*/ 0 h 14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03" h="1453">
                    <a:moveTo>
                      <a:pt x="0" y="0"/>
                    </a:moveTo>
                    <a:lnTo>
                      <a:pt x="3" y="930"/>
                    </a:lnTo>
                    <a:lnTo>
                      <a:pt x="902" y="1452"/>
                    </a:lnTo>
                    <a:lnTo>
                      <a:pt x="900" y="522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111340">
                  <a:alpha val="10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62" name="Freeform 15">
                <a:extLst>
                  <a:ext uri="{FF2B5EF4-FFF2-40B4-BE49-F238E27FC236}">
                    <a16:creationId xmlns:a16="http://schemas.microsoft.com/office/drawing/2014/main" id="{90016ED2-F303-4411-AB9D-F8CE399BC2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08643" y="9226826"/>
                <a:ext cx="2556245" cy="2329023"/>
              </a:xfrm>
              <a:custGeom>
                <a:avLst/>
                <a:gdLst>
                  <a:gd name="T0" fmla="*/ 0 w 2778"/>
                  <a:gd name="T1" fmla="*/ 1602 h 2533"/>
                  <a:gd name="T2" fmla="*/ 2 w 2778"/>
                  <a:gd name="T3" fmla="*/ 2532 h 2533"/>
                  <a:gd name="T4" fmla="*/ 2777 w 2778"/>
                  <a:gd name="T5" fmla="*/ 931 h 2533"/>
                  <a:gd name="T6" fmla="*/ 2773 w 2778"/>
                  <a:gd name="T7" fmla="*/ 0 h 2533"/>
                  <a:gd name="T8" fmla="*/ 0 w 2778"/>
                  <a:gd name="T9" fmla="*/ 1602 h 25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78" h="2533">
                    <a:moveTo>
                      <a:pt x="0" y="1602"/>
                    </a:moveTo>
                    <a:lnTo>
                      <a:pt x="2" y="2532"/>
                    </a:lnTo>
                    <a:lnTo>
                      <a:pt x="2777" y="931"/>
                    </a:lnTo>
                    <a:lnTo>
                      <a:pt x="2773" y="0"/>
                    </a:lnTo>
                    <a:lnTo>
                      <a:pt x="0" y="1602"/>
                    </a:lnTo>
                  </a:path>
                </a:pathLst>
              </a:custGeom>
              <a:solidFill>
                <a:srgbClr val="111340">
                  <a:alpha val="25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B2490EF5-E43E-45F1-9095-4D331E595CB5}"/>
                </a:ext>
              </a:extLst>
            </p:cNvPr>
            <p:cNvGrpSpPr/>
            <p:nvPr/>
          </p:nvGrpSpPr>
          <p:grpSpPr>
            <a:xfrm>
              <a:off x="4593126" y="6950549"/>
              <a:ext cx="3383981" cy="2815927"/>
              <a:chOff x="4593126" y="6950549"/>
              <a:chExt cx="3383981" cy="2815927"/>
            </a:xfrm>
          </p:grpSpPr>
          <p:sp>
            <p:nvSpPr>
              <p:cNvPr id="57" name="Freeform 16">
                <a:extLst>
                  <a:ext uri="{FF2B5EF4-FFF2-40B4-BE49-F238E27FC236}">
                    <a16:creationId xmlns:a16="http://schemas.microsoft.com/office/drawing/2014/main" id="{F09A35C7-B52E-4E9D-94A4-40C37CA87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3126" y="6950549"/>
                <a:ext cx="3383981" cy="2811871"/>
              </a:xfrm>
              <a:custGeom>
                <a:avLst/>
                <a:gdLst>
                  <a:gd name="T0" fmla="*/ 3673 w 3677"/>
                  <a:gd name="T1" fmla="*/ 522 h 3056"/>
                  <a:gd name="T2" fmla="*/ 2774 w 3677"/>
                  <a:gd name="T3" fmla="*/ 0 h 3056"/>
                  <a:gd name="T4" fmla="*/ 0 w 3677"/>
                  <a:gd name="T5" fmla="*/ 1601 h 3056"/>
                  <a:gd name="T6" fmla="*/ 2 w 3677"/>
                  <a:gd name="T7" fmla="*/ 2532 h 3056"/>
                  <a:gd name="T8" fmla="*/ 902 w 3677"/>
                  <a:gd name="T9" fmla="*/ 3055 h 3056"/>
                  <a:gd name="T10" fmla="*/ 3676 w 3677"/>
                  <a:gd name="T11" fmla="*/ 1453 h 3056"/>
                  <a:gd name="T12" fmla="*/ 3673 w 3677"/>
                  <a:gd name="T13" fmla="*/ 522 h 30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77" h="3056">
                    <a:moveTo>
                      <a:pt x="3673" y="522"/>
                    </a:moveTo>
                    <a:lnTo>
                      <a:pt x="2774" y="0"/>
                    </a:lnTo>
                    <a:lnTo>
                      <a:pt x="0" y="1601"/>
                    </a:lnTo>
                    <a:lnTo>
                      <a:pt x="2" y="2532"/>
                    </a:lnTo>
                    <a:lnTo>
                      <a:pt x="902" y="3055"/>
                    </a:lnTo>
                    <a:lnTo>
                      <a:pt x="3676" y="1453"/>
                    </a:lnTo>
                    <a:lnTo>
                      <a:pt x="3673" y="522"/>
                    </a:ln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58" name="Freeform 17">
                <a:extLst>
                  <a:ext uri="{FF2B5EF4-FFF2-40B4-BE49-F238E27FC236}">
                    <a16:creationId xmlns:a16="http://schemas.microsoft.com/office/drawing/2014/main" id="{40353CBA-7959-435F-ABF6-D098ED26AC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3126" y="8423435"/>
                <a:ext cx="831793" cy="1338985"/>
              </a:xfrm>
              <a:custGeom>
                <a:avLst/>
                <a:gdLst>
                  <a:gd name="T0" fmla="*/ 0 w 903"/>
                  <a:gd name="T1" fmla="*/ 0 h 1455"/>
                  <a:gd name="T2" fmla="*/ 2 w 903"/>
                  <a:gd name="T3" fmla="*/ 931 h 1455"/>
                  <a:gd name="T4" fmla="*/ 902 w 903"/>
                  <a:gd name="T5" fmla="*/ 1454 h 1455"/>
                  <a:gd name="T6" fmla="*/ 899 w 903"/>
                  <a:gd name="T7" fmla="*/ 523 h 1455"/>
                  <a:gd name="T8" fmla="*/ 0 w 903"/>
                  <a:gd name="T9" fmla="*/ 0 h 14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03" h="1455">
                    <a:moveTo>
                      <a:pt x="0" y="0"/>
                    </a:moveTo>
                    <a:lnTo>
                      <a:pt x="2" y="931"/>
                    </a:lnTo>
                    <a:lnTo>
                      <a:pt x="902" y="1454"/>
                    </a:lnTo>
                    <a:lnTo>
                      <a:pt x="899" y="523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111340">
                  <a:alpha val="10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59" name="Freeform 18">
                <a:extLst>
                  <a:ext uri="{FF2B5EF4-FFF2-40B4-BE49-F238E27FC236}">
                    <a16:creationId xmlns:a16="http://schemas.microsoft.com/office/drawing/2014/main" id="{2C808A46-4836-4794-8BF7-3740AA4AD4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20862" y="7433397"/>
                <a:ext cx="2556245" cy="2333079"/>
              </a:xfrm>
              <a:custGeom>
                <a:avLst/>
                <a:gdLst>
                  <a:gd name="T0" fmla="*/ 0 w 2778"/>
                  <a:gd name="T1" fmla="*/ 1602 h 2534"/>
                  <a:gd name="T2" fmla="*/ 3 w 2778"/>
                  <a:gd name="T3" fmla="*/ 2533 h 2534"/>
                  <a:gd name="T4" fmla="*/ 2777 w 2778"/>
                  <a:gd name="T5" fmla="*/ 931 h 2534"/>
                  <a:gd name="T6" fmla="*/ 2774 w 2778"/>
                  <a:gd name="T7" fmla="*/ 0 h 2534"/>
                  <a:gd name="T8" fmla="*/ 0 w 2778"/>
                  <a:gd name="T9" fmla="*/ 1602 h 25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78" h="2534">
                    <a:moveTo>
                      <a:pt x="0" y="1602"/>
                    </a:moveTo>
                    <a:lnTo>
                      <a:pt x="3" y="2533"/>
                    </a:lnTo>
                    <a:lnTo>
                      <a:pt x="2777" y="931"/>
                    </a:lnTo>
                    <a:lnTo>
                      <a:pt x="2774" y="0"/>
                    </a:lnTo>
                    <a:lnTo>
                      <a:pt x="0" y="1602"/>
                    </a:lnTo>
                  </a:path>
                </a:pathLst>
              </a:custGeom>
              <a:solidFill>
                <a:srgbClr val="111340">
                  <a:alpha val="25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F6EE0E2C-44F9-4BB2-8AC3-865F9656FA83}"/>
                </a:ext>
              </a:extLst>
            </p:cNvPr>
            <p:cNvGrpSpPr/>
            <p:nvPr/>
          </p:nvGrpSpPr>
          <p:grpSpPr>
            <a:xfrm>
              <a:off x="1505343" y="5157120"/>
              <a:ext cx="3383981" cy="2811871"/>
              <a:chOff x="1505343" y="5157120"/>
              <a:chExt cx="3383981" cy="2811871"/>
            </a:xfrm>
          </p:grpSpPr>
          <p:sp>
            <p:nvSpPr>
              <p:cNvPr id="54" name="Freeform 19">
                <a:extLst>
                  <a:ext uri="{FF2B5EF4-FFF2-40B4-BE49-F238E27FC236}">
                    <a16:creationId xmlns:a16="http://schemas.microsoft.com/office/drawing/2014/main" id="{27F23319-44DF-488C-80C1-53EC13F0D0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05343" y="5157120"/>
                <a:ext cx="3383981" cy="2811871"/>
              </a:xfrm>
              <a:custGeom>
                <a:avLst/>
                <a:gdLst>
                  <a:gd name="T0" fmla="*/ 3674 w 3678"/>
                  <a:gd name="T1" fmla="*/ 524 h 3056"/>
                  <a:gd name="T2" fmla="*/ 2775 w 3678"/>
                  <a:gd name="T3" fmla="*/ 0 h 3056"/>
                  <a:gd name="T4" fmla="*/ 0 w 3678"/>
                  <a:gd name="T5" fmla="*/ 1602 h 3056"/>
                  <a:gd name="T6" fmla="*/ 3 w 3678"/>
                  <a:gd name="T7" fmla="*/ 2532 h 3056"/>
                  <a:gd name="T8" fmla="*/ 903 w 3678"/>
                  <a:gd name="T9" fmla="*/ 3055 h 3056"/>
                  <a:gd name="T10" fmla="*/ 3677 w 3678"/>
                  <a:gd name="T11" fmla="*/ 1454 h 3056"/>
                  <a:gd name="T12" fmla="*/ 3674 w 3678"/>
                  <a:gd name="T13" fmla="*/ 524 h 30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678" h="3056">
                    <a:moveTo>
                      <a:pt x="3674" y="524"/>
                    </a:moveTo>
                    <a:lnTo>
                      <a:pt x="2775" y="0"/>
                    </a:lnTo>
                    <a:lnTo>
                      <a:pt x="0" y="1602"/>
                    </a:lnTo>
                    <a:lnTo>
                      <a:pt x="3" y="2532"/>
                    </a:lnTo>
                    <a:lnTo>
                      <a:pt x="903" y="3055"/>
                    </a:lnTo>
                    <a:lnTo>
                      <a:pt x="3677" y="1454"/>
                    </a:lnTo>
                    <a:lnTo>
                      <a:pt x="3674" y="524"/>
                    </a:ln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55" name="Freeform 20">
                <a:extLst>
                  <a:ext uri="{FF2B5EF4-FFF2-40B4-BE49-F238E27FC236}">
                    <a16:creationId xmlns:a16="http://schemas.microsoft.com/office/drawing/2014/main" id="{18DD2CAE-2801-405A-A01E-FFE610441E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05343" y="6630006"/>
                <a:ext cx="831795" cy="1338985"/>
              </a:xfrm>
              <a:custGeom>
                <a:avLst/>
                <a:gdLst>
                  <a:gd name="T0" fmla="*/ 0 w 904"/>
                  <a:gd name="T1" fmla="*/ 0 h 1454"/>
                  <a:gd name="T2" fmla="*/ 3 w 904"/>
                  <a:gd name="T3" fmla="*/ 930 h 1454"/>
                  <a:gd name="T4" fmla="*/ 903 w 904"/>
                  <a:gd name="T5" fmla="*/ 1453 h 1454"/>
                  <a:gd name="T6" fmla="*/ 900 w 904"/>
                  <a:gd name="T7" fmla="*/ 522 h 1454"/>
                  <a:gd name="T8" fmla="*/ 0 w 904"/>
                  <a:gd name="T9" fmla="*/ 0 h 1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04" h="1454">
                    <a:moveTo>
                      <a:pt x="0" y="0"/>
                    </a:moveTo>
                    <a:lnTo>
                      <a:pt x="3" y="930"/>
                    </a:lnTo>
                    <a:lnTo>
                      <a:pt x="903" y="1453"/>
                    </a:lnTo>
                    <a:lnTo>
                      <a:pt x="900" y="522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111340">
                  <a:alpha val="10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56" name="Freeform 21">
                <a:extLst>
                  <a:ext uri="{FF2B5EF4-FFF2-40B4-BE49-F238E27FC236}">
                    <a16:creationId xmlns:a16="http://schemas.microsoft.com/office/drawing/2014/main" id="{86638BA2-F301-4908-A076-409C5FC024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33079" y="5639968"/>
                <a:ext cx="2556245" cy="2329023"/>
              </a:xfrm>
              <a:custGeom>
                <a:avLst/>
                <a:gdLst>
                  <a:gd name="T0" fmla="*/ 0 w 2778"/>
                  <a:gd name="T1" fmla="*/ 1600 h 2532"/>
                  <a:gd name="T2" fmla="*/ 3 w 2778"/>
                  <a:gd name="T3" fmla="*/ 2531 h 2532"/>
                  <a:gd name="T4" fmla="*/ 2777 w 2778"/>
                  <a:gd name="T5" fmla="*/ 930 h 2532"/>
                  <a:gd name="T6" fmla="*/ 2774 w 2778"/>
                  <a:gd name="T7" fmla="*/ 0 h 2532"/>
                  <a:gd name="T8" fmla="*/ 0 w 2778"/>
                  <a:gd name="T9" fmla="*/ 1600 h 25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78" h="2532">
                    <a:moveTo>
                      <a:pt x="0" y="1600"/>
                    </a:moveTo>
                    <a:lnTo>
                      <a:pt x="3" y="2531"/>
                    </a:lnTo>
                    <a:lnTo>
                      <a:pt x="2777" y="930"/>
                    </a:lnTo>
                    <a:lnTo>
                      <a:pt x="2774" y="0"/>
                    </a:lnTo>
                    <a:lnTo>
                      <a:pt x="0" y="1600"/>
                    </a:lnTo>
                  </a:path>
                </a:pathLst>
              </a:custGeom>
              <a:solidFill>
                <a:srgbClr val="111340">
                  <a:alpha val="25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E22F749D-B6F6-4ABB-A5DB-9A33D451218C}"/>
                </a:ext>
              </a:extLst>
            </p:cNvPr>
            <p:cNvGrpSpPr/>
            <p:nvPr/>
          </p:nvGrpSpPr>
          <p:grpSpPr>
            <a:xfrm>
              <a:off x="12115789" y="4739196"/>
              <a:ext cx="2726662" cy="7530779"/>
              <a:chOff x="12115789" y="4739196"/>
              <a:chExt cx="2726662" cy="7530779"/>
            </a:xfrm>
          </p:grpSpPr>
          <p:sp>
            <p:nvSpPr>
              <p:cNvPr id="47" name="Freeform 22">
                <a:extLst>
                  <a:ext uri="{FF2B5EF4-FFF2-40B4-BE49-F238E27FC236}">
                    <a16:creationId xmlns:a16="http://schemas.microsoft.com/office/drawing/2014/main" id="{66ED6B2E-7593-4C73-B0B1-5461A920BB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15789" y="12075213"/>
                <a:ext cx="608630" cy="194762"/>
              </a:xfrm>
              <a:custGeom>
                <a:avLst/>
                <a:gdLst>
                  <a:gd name="T0" fmla="*/ 661 w 662"/>
                  <a:gd name="T1" fmla="*/ 105 h 211"/>
                  <a:gd name="T2" fmla="*/ 661 w 662"/>
                  <a:gd name="T3" fmla="*/ 105 h 211"/>
                  <a:gd name="T4" fmla="*/ 331 w 662"/>
                  <a:gd name="T5" fmla="*/ 210 h 211"/>
                  <a:gd name="T6" fmla="*/ 331 w 662"/>
                  <a:gd name="T7" fmla="*/ 210 h 211"/>
                  <a:gd name="T8" fmla="*/ 0 w 662"/>
                  <a:gd name="T9" fmla="*/ 105 h 211"/>
                  <a:gd name="T10" fmla="*/ 0 w 662"/>
                  <a:gd name="T11" fmla="*/ 105 h 211"/>
                  <a:gd name="T12" fmla="*/ 331 w 662"/>
                  <a:gd name="T13" fmla="*/ 0 h 211"/>
                  <a:gd name="T14" fmla="*/ 331 w 662"/>
                  <a:gd name="T15" fmla="*/ 0 h 211"/>
                  <a:gd name="T16" fmla="*/ 661 w 662"/>
                  <a:gd name="T17" fmla="*/ 105 h 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62" h="211">
                    <a:moveTo>
                      <a:pt x="661" y="105"/>
                    </a:moveTo>
                    <a:lnTo>
                      <a:pt x="661" y="105"/>
                    </a:lnTo>
                    <a:cubicBezTo>
                      <a:pt x="661" y="163"/>
                      <a:pt x="513" y="210"/>
                      <a:pt x="331" y="210"/>
                    </a:cubicBezTo>
                    <a:lnTo>
                      <a:pt x="331" y="210"/>
                    </a:lnTo>
                    <a:cubicBezTo>
                      <a:pt x="148" y="210"/>
                      <a:pt x="0" y="163"/>
                      <a:pt x="0" y="105"/>
                    </a:cubicBezTo>
                    <a:lnTo>
                      <a:pt x="0" y="105"/>
                    </a:lnTo>
                    <a:cubicBezTo>
                      <a:pt x="0" y="47"/>
                      <a:pt x="148" y="0"/>
                      <a:pt x="331" y="0"/>
                    </a:cubicBezTo>
                    <a:lnTo>
                      <a:pt x="331" y="0"/>
                    </a:lnTo>
                    <a:cubicBezTo>
                      <a:pt x="513" y="0"/>
                      <a:pt x="661" y="47"/>
                      <a:pt x="661" y="105"/>
                    </a:cubicBezTo>
                  </a:path>
                </a:pathLst>
              </a:custGeom>
              <a:solidFill>
                <a:srgbClr val="111340">
                  <a:alpha val="15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48" name="Freeform 23">
                <a:extLst>
                  <a:ext uri="{FF2B5EF4-FFF2-40B4-BE49-F238E27FC236}">
                    <a16:creationId xmlns:a16="http://schemas.microsoft.com/office/drawing/2014/main" id="{C850C4F2-C9AE-4206-A06D-5BA7B36E8C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55290" y="5339711"/>
                <a:ext cx="787161" cy="1184799"/>
              </a:xfrm>
              <a:custGeom>
                <a:avLst/>
                <a:gdLst>
                  <a:gd name="T0" fmla="*/ 147 w 855"/>
                  <a:gd name="T1" fmla="*/ 1114 h 1288"/>
                  <a:gd name="T2" fmla="*/ 147 w 855"/>
                  <a:gd name="T3" fmla="*/ 1114 h 1288"/>
                  <a:gd name="T4" fmla="*/ 854 w 855"/>
                  <a:gd name="T5" fmla="*/ 922 h 1288"/>
                  <a:gd name="T6" fmla="*/ 854 w 855"/>
                  <a:gd name="T7" fmla="*/ 922 h 1288"/>
                  <a:gd name="T8" fmla="*/ 822 w 855"/>
                  <a:gd name="T9" fmla="*/ 0 h 1288"/>
                  <a:gd name="T10" fmla="*/ 822 w 855"/>
                  <a:gd name="T11" fmla="*/ 0 h 1288"/>
                  <a:gd name="T12" fmla="*/ 115 w 855"/>
                  <a:gd name="T13" fmla="*/ 210 h 1288"/>
                  <a:gd name="T14" fmla="*/ 115 w 855"/>
                  <a:gd name="T15" fmla="*/ 210 h 1288"/>
                  <a:gd name="T16" fmla="*/ 147 w 855"/>
                  <a:gd name="T17" fmla="*/ 1114 h 1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55" h="1288">
                    <a:moveTo>
                      <a:pt x="147" y="1114"/>
                    </a:moveTo>
                    <a:lnTo>
                      <a:pt x="147" y="1114"/>
                    </a:lnTo>
                    <a:cubicBezTo>
                      <a:pt x="147" y="1114"/>
                      <a:pt x="322" y="1287"/>
                      <a:pt x="854" y="922"/>
                    </a:cubicBezTo>
                    <a:lnTo>
                      <a:pt x="854" y="922"/>
                    </a:lnTo>
                    <a:cubicBezTo>
                      <a:pt x="854" y="922"/>
                      <a:pt x="761" y="452"/>
                      <a:pt x="822" y="0"/>
                    </a:cubicBezTo>
                    <a:lnTo>
                      <a:pt x="822" y="0"/>
                    </a:lnTo>
                    <a:cubicBezTo>
                      <a:pt x="822" y="0"/>
                      <a:pt x="532" y="330"/>
                      <a:pt x="115" y="210"/>
                    </a:cubicBezTo>
                    <a:lnTo>
                      <a:pt x="115" y="210"/>
                    </a:lnTo>
                    <a:cubicBezTo>
                      <a:pt x="115" y="210"/>
                      <a:pt x="0" y="1000"/>
                      <a:pt x="147" y="1114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49" name="Freeform 24">
                <a:extLst>
                  <a:ext uri="{FF2B5EF4-FFF2-40B4-BE49-F238E27FC236}">
                    <a16:creationId xmlns:a16="http://schemas.microsoft.com/office/drawing/2014/main" id="{342A72DC-FB3D-457A-83D2-6BD5072838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55290" y="5339711"/>
                <a:ext cx="787161" cy="1184799"/>
              </a:xfrm>
              <a:custGeom>
                <a:avLst/>
                <a:gdLst>
                  <a:gd name="T0" fmla="*/ 147 w 855"/>
                  <a:gd name="T1" fmla="*/ 1114 h 1288"/>
                  <a:gd name="T2" fmla="*/ 147 w 855"/>
                  <a:gd name="T3" fmla="*/ 1114 h 1288"/>
                  <a:gd name="T4" fmla="*/ 854 w 855"/>
                  <a:gd name="T5" fmla="*/ 922 h 1288"/>
                  <a:gd name="T6" fmla="*/ 854 w 855"/>
                  <a:gd name="T7" fmla="*/ 922 h 1288"/>
                  <a:gd name="T8" fmla="*/ 822 w 855"/>
                  <a:gd name="T9" fmla="*/ 0 h 1288"/>
                  <a:gd name="T10" fmla="*/ 822 w 855"/>
                  <a:gd name="T11" fmla="*/ 0 h 1288"/>
                  <a:gd name="T12" fmla="*/ 115 w 855"/>
                  <a:gd name="T13" fmla="*/ 210 h 1288"/>
                  <a:gd name="T14" fmla="*/ 115 w 855"/>
                  <a:gd name="T15" fmla="*/ 210 h 1288"/>
                  <a:gd name="T16" fmla="*/ 147 w 855"/>
                  <a:gd name="T17" fmla="*/ 1114 h 1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55" h="1288">
                    <a:moveTo>
                      <a:pt x="147" y="1114"/>
                    </a:moveTo>
                    <a:lnTo>
                      <a:pt x="147" y="1114"/>
                    </a:lnTo>
                    <a:cubicBezTo>
                      <a:pt x="147" y="1114"/>
                      <a:pt x="322" y="1287"/>
                      <a:pt x="854" y="922"/>
                    </a:cubicBezTo>
                    <a:lnTo>
                      <a:pt x="854" y="922"/>
                    </a:lnTo>
                    <a:cubicBezTo>
                      <a:pt x="854" y="922"/>
                      <a:pt x="761" y="452"/>
                      <a:pt x="822" y="0"/>
                    </a:cubicBezTo>
                    <a:lnTo>
                      <a:pt x="822" y="0"/>
                    </a:lnTo>
                    <a:cubicBezTo>
                      <a:pt x="822" y="0"/>
                      <a:pt x="532" y="330"/>
                      <a:pt x="115" y="210"/>
                    </a:cubicBezTo>
                    <a:lnTo>
                      <a:pt x="115" y="210"/>
                    </a:lnTo>
                    <a:cubicBezTo>
                      <a:pt x="115" y="210"/>
                      <a:pt x="0" y="1000"/>
                      <a:pt x="147" y="1114"/>
                    </a:cubicBezTo>
                  </a:path>
                </a:pathLst>
              </a:custGeom>
              <a:solidFill>
                <a:srgbClr val="111340">
                  <a:alpha val="20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50" name="Freeform 25">
                <a:extLst>
                  <a:ext uri="{FF2B5EF4-FFF2-40B4-BE49-F238E27FC236}">
                    <a16:creationId xmlns:a16="http://schemas.microsoft.com/office/drawing/2014/main" id="{ED7012D3-67EE-4D11-9224-F10A06BDE0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22829" y="5859075"/>
                <a:ext cx="357063" cy="503134"/>
              </a:xfrm>
              <a:custGeom>
                <a:avLst/>
                <a:gdLst>
                  <a:gd name="T0" fmla="*/ 388 w 389"/>
                  <a:gd name="T1" fmla="*/ 98 h 548"/>
                  <a:gd name="T2" fmla="*/ 388 w 389"/>
                  <a:gd name="T3" fmla="*/ 98 h 548"/>
                  <a:gd name="T4" fmla="*/ 181 w 389"/>
                  <a:gd name="T5" fmla="*/ 547 h 548"/>
                  <a:gd name="T6" fmla="*/ 181 w 389"/>
                  <a:gd name="T7" fmla="*/ 547 h 548"/>
                  <a:gd name="T8" fmla="*/ 72 w 389"/>
                  <a:gd name="T9" fmla="*/ 60 h 548"/>
                  <a:gd name="T10" fmla="*/ 72 w 389"/>
                  <a:gd name="T11" fmla="*/ 60 h 548"/>
                  <a:gd name="T12" fmla="*/ 388 w 389"/>
                  <a:gd name="T13" fmla="*/ 98 h 5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89" h="548">
                    <a:moveTo>
                      <a:pt x="388" y="98"/>
                    </a:moveTo>
                    <a:lnTo>
                      <a:pt x="388" y="98"/>
                    </a:lnTo>
                    <a:cubicBezTo>
                      <a:pt x="388" y="98"/>
                      <a:pt x="90" y="282"/>
                      <a:pt x="181" y="547"/>
                    </a:cubicBezTo>
                    <a:lnTo>
                      <a:pt x="181" y="547"/>
                    </a:lnTo>
                    <a:cubicBezTo>
                      <a:pt x="181" y="547"/>
                      <a:pt x="0" y="465"/>
                      <a:pt x="72" y="60"/>
                    </a:cubicBezTo>
                    <a:lnTo>
                      <a:pt x="72" y="60"/>
                    </a:lnTo>
                    <a:cubicBezTo>
                      <a:pt x="72" y="60"/>
                      <a:pt x="238" y="0"/>
                      <a:pt x="388" y="98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51" name="Freeform 26">
                <a:extLst>
                  <a:ext uri="{FF2B5EF4-FFF2-40B4-BE49-F238E27FC236}">
                    <a16:creationId xmlns:a16="http://schemas.microsoft.com/office/drawing/2014/main" id="{BC8A67D5-65CE-4431-83E3-2564967EC5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22829" y="5859075"/>
                <a:ext cx="357063" cy="503134"/>
              </a:xfrm>
              <a:custGeom>
                <a:avLst/>
                <a:gdLst>
                  <a:gd name="T0" fmla="*/ 388 w 389"/>
                  <a:gd name="T1" fmla="*/ 98 h 548"/>
                  <a:gd name="T2" fmla="*/ 388 w 389"/>
                  <a:gd name="T3" fmla="*/ 98 h 548"/>
                  <a:gd name="T4" fmla="*/ 181 w 389"/>
                  <a:gd name="T5" fmla="*/ 547 h 548"/>
                  <a:gd name="T6" fmla="*/ 181 w 389"/>
                  <a:gd name="T7" fmla="*/ 547 h 548"/>
                  <a:gd name="T8" fmla="*/ 72 w 389"/>
                  <a:gd name="T9" fmla="*/ 60 h 548"/>
                  <a:gd name="T10" fmla="*/ 72 w 389"/>
                  <a:gd name="T11" fmla="*/ 60 h 548"/>
                  <a:gd name="T12" fmla="*/ 388 w 389"/>
                  <a:gd name="T13" fmla="*/ 98 h 5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389" h="548">
                    <a:moveTo>
                      <a:pt x="388" y="98"/>
                    </a:moveTo>
                    <a:lnTo>
                      <a:pt x="388" y="98"/>
                    </a:lnTo>
                    <a:cubicBezTo>
                      <a:pt x="388" y="98"/>
                      <a:pt x="90" y="282"/>
                      <a:pt x="181" y="547"/>
                    </a:cubicBezTo>
                    <a:lnTo>
                      <a:pt x="181" y="547"/>
                    </a:lnTo>
                    <a:cubicBezTo>
                      <a:pt x="181" y="547"/>
                      <a:pt x="0" y="465"/>
                      <a:pt x="72" y="60"/>
                    </a:cubicBezTo>
                    <a:lnTo>
                      <a:pt x="72" y="60"/>
                    </a:lnTo>
                    <a:cubicBezTo>
                      <a:pt x="72" y="60"/>
                      <a:pt x="238" y="0"/>
                      <a:pt x="388" y="98"/>
                    </a:cubicBezTo>
                  </a:path>
                </a:pathLst>
              </a:custGeom>
              <a:solidFill>
                <a:srgbClr val="111340">
                  <a:alpha val="40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52" name="Freeform 27">
                <a:extLst>
                  <a:ext uri="{FF2B5EF4-FFF2-40B4-BE49-F238E27FC236}">
                    <a16:creationId xmlns:a16="http://schemas.microsoft.com/office/drawing/2014/main" id="{19743B12-4F69-42F2-972F-40ABF25849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20103" y="4739196"/>
                <a:ext cx="1976019" cy="1302466"/>
              </a:xfrm>
              <a:custGeom>
                <a:avLst/>
                <a:gdLst>
                  <a:gd name="T0" fmla="*/ 13 w 2147"/>
                  <a:gd name="T1" fmla="*/ 147 h 1416"/>
                  <a:gd name="T2" fmla="*/ 13 w 2147"/>
                  <a:gd name="T3" fmla="*/ 147 h 1416"/>
                  <a:gd name="T4" fmla="*/ 1347 w 2147"/>
                  <a:gd name="T5" fmla="*/ 170 h 1416"/>
                  <a:gd name="T6" fmla="*/ 1347 w 2147"/>
                  <a:gd name="T7" fmla="*/ 170 h 1416"/>
                  <a:gd name="T8" fmla="*/ 2062 w 2147"/>
                  <a:gd name="T9" fmla="*/ 97 h 1416"/>
                  <a:gd name="T10" fmla="*/ 2062 w 2147"/>
                  <a:gd name="T11" fmla="*/ 97 h 1416"/>
                  <a:gd name="T12" fmla="*/ 2075 w 2147"/>
                  <a:gd name="T13" fmla="*/ 770 h 1416"/>
                  <a:gd name="T14" fmla="*/ 2075 w 2147"/>
                  <a:gd name="T15" fmla="*/ 770 h 1416"/>
                  <a:gd name="T16" fmla="*/ 2129 w 2147"/>
                  <a:gd name="T17" fmla="*/ 1315 h 1416"/>
                  <a:gd name="T18" fmla="*/ 2129 w 2147"/>
                  <a:gd name="T19" fmla="*/ 1315 h 1416"/>
                  <a:gd name="T20" fmla="*/ 1469 w 2147"/>
                  <a:gd name="T21" fmla="*/ 1282 h 1416"/>
                  <a:gd name="T22" fmla="*/ 1469 w 2147"/>
                  <a:gd name="T23" fmla="*/ 1282 h 1416"/>
                  <a:gd name="T24" fmla="*/ 13 w 2147"/>
                  <a:gd name="T25" fmla="*/ 1364 h 1416"/>
                  <a:gd name="T26" fmla="*/ 13 w 2147"/>
                  <a:gd name="T27" fmla="*/ 1364 h 1416"/>
                  <a:gd name="T28" fmla="*/ 32 w 2147"/>
                  <a:gd name="T29" fmla="*/ 1214 h 1416"/>
                  <a:gd name="T30" fmla="*/ 32 w 2147"/>
                  <a:gd name="T31" fmla="*/ 1214 h 1416"/>
                  <a:gd name="T32" fmla="*/ 330 w 2147"/>
                  <a:gd name="T33" fmla="*/ 743 h 1416"/>
                  <a:gd name="T34" fmla="*/ 330 w 2147"/>
                  <a:gd name="T35" fmla="*/ 743 h 1416"/>
                  <a:gd name="T36" fmla="*/ 13 w 2147"/>
                  <a:gd name="T37" fmla="*/ 147 h 14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147" h="1416">
                    <a:moveTo>
                      <a:pt x="13" y="147"/>
                    </a:moveTo>
                    <a:lnTo>
                      <a:pt x="13" y="147"/>
                    </a:lnTo>
                    <a:cubicBezTo>
                      <a:pt x="13" y="147"/>
                      <a:pt x="634" y="339"/>
                      <a:pt x="1347" y="170"/>
                    </a:cubicBezTo>
                    <a:lnTo>
                      <a:pt x="1347" y="170"/>
                    </a:lnTo>
                    <a:cubicBezTo>
                      <a:pt x="2060" y="0"/>
                      <a:pt x="2062" y="97"/>
                      <a:pt x="2062" y="97"/>
                    </a:cubicBezTo>
                    <a:lnTo>
                      <a:pt x="2062" y="97"/>
                    </a:lnTo>
                    <a:cubicBezTo>
                      <a:pt x="2062" y="97"/>
                      <a:pt x="2006" y="445"/>
                      <a:pt x="2075" y="770"/>
                    </a:cubicBezTo>
                    <a:lnTo>
                      <a:pt x="2075" y="770"/>
                    </a:lnTo>
                    <a:cubicBezTo>
                      <a:pt x="2146" y="1104"/>
                      <a:pt x="2129" y="1315"/>
                      <a:pt x="2129" y="1315"/>
                    </a:cubicBezTo>
                    <a:lnTo>
                      <a:pt x="2129" y="1315"/>
                    </a:lnTo>
                    <a:cubicBezTo>
                      <a:pt x="2129" y="1315"/>
                      <a:pt x="1842" y="1253"/>
                      <a:pt x="1469" y="1282"/>
                    </a:cubicBezTo>
                    <a:lnTo>
                      <a:pt x="1469" y="1282"/>
                    </a:lnTo>
                    <a:cubicBezTo>
                      <a:pt x="1120" y="1311"/>
                      <a:pt x="741" y="1415"/>
                      <a:pt x="13" y="1364"/>
                    </a:cubicBezTo>
                    <a:lnTo>
                      <a:pt x="13" y="1364"/>
                    </a:lnTo>
                    <a:cubicBezTo>
                      <a:pt x="13" y="1364"/>
                      <a:pt x="0" y="1265"/>
                      <a:pt x="32" y="1214"/>
                    </a:cubicBezTo>
                    <a:lnTo>
                      <a:pt x="32" y="1214"/>
                    </a:lnTo>
                    <a:cubicBezTo>
                      <a:pt x="113" y="1086"/>
                      <a:pt x="350" y="937"/>
                      <a:pt x="330" y="743"/>
                    </a:cubicBezTo>
                    <a:lnTo>
                      <a:pt x="330" y="743"/>
                    </a:lnTo>
                    <a:cubicBezTo>
                      <a:pt x="309" y="544"/>
                      <a:pt x="38" y="351"/>
                      <a:pt x="13" y="147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53" name="Freeform 28">
                <a:extLst>
                  <a:ext uri="{FF2B5EF4-FFF2-40B4-BE49-F238E27FC236}">
                    <a16:creationId xmlns:a16="http://schemas.microsoft.com/office/drawing/2014/main" id="{995EAB7E-8542-413B-8A2A-9BE15DEA9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87643" y="4844692"/>
                <a:ext cx="64921" cy="7323843"/>
              </a:xfrm>
              <a:custGeom>
                <a:avLst/>
                <a:gdLst>
                  <a:gd name="T0" fmla="*/ 36 w 71"/>
                  <a:gd name="T1" fmla="*/ 7960 h 7961"/>
                  <a:gd name="T2" fmla="*/ 36 w 71"/>
                  <a:gd name="T3" fmla="*/ 7960 h 7961"/>
                  <a:gd name="T4" fmla="*/ 36 w 71"/>
                  <a:gd name="T5" fmla="*/ 7960 h 7961"/>
                  <a:gd name="T6" fmla="*/ 0 w 71"/>
                  <a:gd name="T7" fmla="*/ 7924 h 7961"/>
                  <a:gd name="T8" fmla="*/ 0 w 71"/>
                  <a:gd name="T9" fmla="*/ 35 h 7961"/>
                  <a:gd name="T10" fmla="*/ 0 w 71"/>
                  <a:gd name="T11" fmla="*/ 35 h 7961"/>
                  <a:gd name="T12" fmla="*/ 36 w 71"/>
                  <a:gd name="T13" fmla="*/ 0 h 7961"/>
                  <a:gd name="T14" fmla="*/ 36 w 71"/>
                  <a:gd name="T15" fmla="*/ 0 h 7961"/>
                  <a:gd name="T16" fmla="*/ 70 w 71"/>
                  <a:gd name="T17" fmla="*/ 35 h 7961"/>
                  <a:gd name="T18" fmla="*/ 70 w 71"/>
                  <a:gd name="T19" fmla="*/ 7924 h 7961"/>
                  <a:gd name="T20" fmla="*/ 70 w 71"/>
                  <a:gd name="T21" fmla="*/ 7924 h 7961"/>
                  <a:gd name="T22" fmla="*/ 36 w 71"/>
                  <a:gd name="T23" fmla="*/ 7960 h 79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1" h="7961">
                    <a:moveTo>
                      <a:pt x="36" y="7960"/>
                    </a:moveTo>
                    <a:lnTo>
                      <a:pt x="36" y="7960"/>
                    </a:lnTo>
                    <a:lnTo>
                      <a:pt x="36" y="7960"/>
                    </a:lnTo>
                    <a:cubicBezTo>
                      <a:pt x="16" y="7960"/>
                      <a:pt x="0" y="7944"/>
                      <a:pt x="0" y="7924"/>
                    </a:cubicBezTo>
                    <a:lnTo>
                      <a:pt x="0" y="35"/>
                    </a:lnTo>
                    <a:lnTo>
                      <a:pt x="0" y="35"/>
                    </a:lnTo>
                    <a:cubicBezTo>
                      <a:pt x="0" y="16"/>
                      <a:pt x="16" y="0"/>
                      <a:pt x="36" y="0"/>
                    </a:cubicBezTo>
                    <a:lnTo>
                      <a:pt x="36" y="0"/>
                    </a:lnTo>
                    <a:cubicBezTo>
                      <a:pt x="55" y="0"/>
                      <a:pt x="70" y="16"/>
                      <a:pt x="70" y="35"/>
                    </a:cubicBezTo>
                    <a:lnTo>
                      <a:pt x="70" y="7924"/>
                    </a:lnTo>
                    <a:lnTo>
                      <a:pt x="70" y="7924"/>
                    </a:lnTo>
                    <a:cubicBezTo>
                      <a:pt x="70" y="7944"/>
                      <a:pt x="55" y="7960"/>
                      <a:pt x="36" y="7960"/>
                    </a:cubicBezTo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</p:grp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CDB94E1A-284E-40EE-AAF4-01534353F8FE}"/>
              </a:ext>
            </a:extLst>
          </p:cNvPr>
          <p:cNvSpPr txBox="1"/>
          <p:nvPr/>
        </p:nvSpPr>
        <p:spPr>
          <a:xfrm>
            <a:off x="1414778" y="750700"/>
            <a:ext cx="21548094" cy="116955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7000" b="1" spc="-29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CHALLENGES SLIDE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9306781-28D7-401B-B5F6-ED921902CA18}"/>
              </a:ext>
            </a:extLst>
          </p:cNvPr>
          <p:cNvSpPr txBox="1"/>
          <p:nvPr/>
        </p:nvSpPr>
        <p:spPr>
          <a:xfrm>
            <a:off x="1414780" y="1886522"/>
            <a:ext cx="215480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spc="-120" dirty="0">
                <a:latin typeface="Montserrat" pitchFamily="2" charset="77"/>
                <a:cs typeface="Poppins" pitchFamily="2" charset="77"/>
              </a:rPr>
              <a:t>Make a big impact with our professional slides and charts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048F8BA-517D-45E9-8961-BB75024C2F33}"/>
              </a:ext>
            </a:extLst>
          </p:cNvPr>
          <p:cNvSpPr txBox="1"/>
          <p:nvPr/>
        </p:nvSpPr>
        <p:spPr>
          <a:xfrm>
            <a:off x="16369500" y="3341893"/>
            <a:ext cx="7061028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accent1"/>
                </a:solidFill>
                <a:latin typeface="Montserrat" pitchFamily="2" charset="77"/>
                <a:cs typeface="Poppins" pitchFamily="2" charset="77"/>
              </a:rPr>
              <a:t>CHALLENGE 01</a:t>
            </a:r>
            <a:endParaRPr lang="en-US" sz="3200" b="1" spc="-30" dirty="0">
              <a:solidFill>
                <a:schemeClr val="accent1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147D6D3-A92A-47C6-93F1-21D104D935A1}"/>
              </a:ext>
            </a:extLst>
          </p:cNvPr>
          <p:cNvSpPr txBox="1"/>
          <p:nvPr/>
        </p:nvSpPr>
        <p:spPr>
          <a:xfrm>
            <a:off x="16369501" y="4023235"/>
            <a:ext cx="7061030" cy="976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786D377-ECB0-4E8C-ACFA-FC2087A822F2}"/>
              </a:ext>
            </a:extLst>
          </p:cNvPr>
          <p:cNvSpPr txBox="1"/>
          <p:nvPr/>
        </p:nvSpPr>
        <p:spPr>
          <a:xfrm>
            <a:off x="16369503" y="5951905"/>
            <a:ext cx="7061028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accent2"/>
                </a:solidFill>
                <a:latin typeface="Montserrat" pitchFamily="2" charset="77"/>
                <a:cs typeface="Poppins" pitchFamily="2" charset="77"/>
              </a:rPr>
              <a:t>CHALLENGE 02</a:t>
            </a:r>
            <a:endParaRPr lang="en-US" sz="3200" b="1" spc="-30" dirty="0">
              <a:solidFill>
                <a:schemeClr val="accent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2D1B8DE-DCB2-47DD-BFA7-4D8439F7F490}"/>
              </a:ext>
            </a:extLst>
          </p:cNvPr>
          <p:cNvSpPr txBox="1"/>
          <p:nvPr/>
        </p:nvSpPr>
        <p:spPr>
          <a:xfrm>
            <a:off x="16369504" y="6633247"/>
            <a:ext cx="7061030" cy="976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C5B8B29-E776-42E1-A1CC-612E6C09A814}"/>
              </a:ext>
            </a:extLst>
          </p:cNvPr>
          <p:cNvSpPr txBox="1"/>
          <p:nvPr/>
        </p:nvSpPr>
        <p:spPr>
          <a:xfrm>
            <a:off x="16369497" y="8563905"/>
            <a:ext cx="7061028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accent3"/>
                </a:solidFill>
                <a:latin typeface="Montserrat" pitchFamily="2" charset="77"/>
                <a:cs typeface="Poppins" pitchFamily="2" charset="77"/>
              </a:rPr>
              <a:t>CHALLENGE 03</a:t>
            </a:r>
            <a:endParaRPr lang="en-US" sz="3200" b="1" spc="-30" dirty="0">
              <a:solidFill>
                <a:schemeClr val="accent3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10DEAEE-F000-4952-890F-5307C068DE94}"/>
              </a:ext>
            </a:extLst>
          </p:cNvPr>
          <p:cNvSpPr txBox="1"/>
          <p:nvPr/>
        </p:nvSpPr>
        <p:spPr>
          <a:xfrm>
            <a:off x="16369498" y="9245247"/>
            <a:ext cx="7061030" cy="976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8784B71-F320-46DB-8DC8-1F0230296ED4}"/>
              </a:ext>
            </a:extLst>
          </p:cNvPr>
          <p:cNvSpPr txBox="1"/>
          <p:nvPr/>
        </p:nvSpPr>
        <p:spPr>
          <a:xfrm>
            <a:off x="16369497" y="11173917"/>
            <a:ext cx="7061028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accent4"/>
                </a:solidFill>
                <a:latin typeface="Montserrat" pitchFamily="2" charset="77"/>
                <a:cs typeface="Poppins" pitchFamily="2" charset="77"/>
              </a:rPr>
              <a:t>OPPORTUNITY</a:t>
            </a:r>
            <a:endParaRPr lang="en-US" sz="3200" b="1" spc="-30" dirty="0">
              <a:solidFill>
                <a:schemeClr val="accent4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7B48D83-60A8-4C48-8185-2AD90B3FDF46}"/>
              </a:ext>
            </a:extLst>
          </p:cNvPr>
          <p:cNvSpPr txBox="1"/>
          <p:nvPr/>
        </p:nvSpPr>
        <p:spPr>
          <a:xfrm>
            <a:off x="16369498" y="11855259"/>
            <a:ext cx="7061030" cy="976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C81BEDD-9E5A-41AF-88B6-C612E50D4319}"/>
              </a:ext>
            </a:extLst>
          </p:cNvPr>
          <p:cNvSpPr txBox="1"/>
          <p:nvPr/>
        </p:nvSpPr>
        <p:spPr>
          <a:xfrm>
            <a:off x="3981522" y="3446079"/>
            <a:ext cx="1263992" cy="116955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NI" sz="7000" b="1" spc="-29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A</a:t>
            </a:r>
            <a:endParaRPr lang="en-US" sz="7000" b="1" spc="-290" dirty="0">
              <a:solidFill>
                <a:schemeClr val="bg1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CD57485-ABFA-41BD-B6CB-08EA7523C219}"/>
              </a:ext>
            </a:extLst>
          </p:cNvPr>
          <p:cNvSpPr txBox="1"/>
          <p:nvPr/>
        </p:nvSpPr>
        <p:spPr>
          <a:xfrm>
            <a:off x="7067622" y="5243701"/>
            <a:ext cx="1263992" cy="116955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NI" sz="7000" b="1" spc="-29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B</a:t>
            </a:r>
            <a:endParaRPr lang="en-US" sz="7000" b="1" spc="-290" dirty="0">
              <a:solidFill>
                <a:schemeClr val="bg1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A0A31E9-D776-4D45-971F-355B256888A7}"/>
              </a:ext>
            </a:extLst>
          </p:cNvPr>
          <p:cNvSpPr txBox="1"/>
          <p:nvPr/>
        </p:nvSpPr>
        <p:spPr>
          <a:xfrm>
            <a:off x="10151350" y="7036956"/>
            <a:ext cx="1263992" cy="116955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NI" sz="7000" b="1" spc="-29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C</a:t>
            </a:r>
            <a:endParaRPr lang="en-US" sz="7000" b="1" spc="-290" dirty="0">
              <a:solidFill>
                <a:schemeClr val="bg1"/>
              </a:solidFill>
              <a:latin typeface="Montserrat" pitchFamily="2" charset="77"/>
              <a:cs typeface="Poppins" pitchFamily="2" charset="77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48">
            <a:extLst>
              <a:ext uri="{FF2B5EF4-FFF2-40B4-BE49-F238E27FC236}">
                <a16:creationId xmlns:a16="http://schemas.microsoft.com/office/drawing/2014/main" id="{0BEDD325-5496-41D0-A497-28ED5FF9AB51}"/>
              </a:ext>
            </a:extLst>
          </p:cNvPr>
          <p:cNvGrpSpPr/>
          <p:nvPr/>
        </p:nvGrpSpPr>
        <p:grpSpPr>
          <a:xfrm>
            <a:off x="7576571" y="6972331"/>
            <a:ext cx="9228430" cy="2316263"/>
            <a:chOff x="7576571" y="6972331"/>
            <a:chExt cx="9228430" cy="2316263"/>
          </a:xfrm>
        </p:grpSpPr>
        <p:sp>
          <p:nvSpPr>
            <p:cNvPr id="50" name="Line 15">
              <a:extLst>
                <a:ext uri="{FF2B5EF4-FFF2-40B4-BE49-F238E27FC236}">
                  <a16:creationId xmlns:a16="http://schemas.microsoft.com/office/drawing/2014/main" id="{FF843ECD-5588-41DF-8928-5CA1EB3E19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241260" y="6972331"/>
              <a:ext cx="1895127" cy="2316263"/>
            </a:xfrm>
            <a:prstGeom prst="line">
              <a:avLst/>
            </a:prstGeom>
            <a:noFill/>
            <a:ln w="12700" cap="flat">
              <a:solidFill>
                <a:schemeClr val="accent6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51" name="Freeform 2">
              <a:extLst>
                <a:ext uri="{FF2B5EF4-FFF2-40B4-BE49-F238E27FC236}">
                  <a16:creationId xmlns:a16="http://schemas.microsoft.com/office/drawing/2014/main" id="{A5D77079-4C60-4C8B-8A33-BB9E6D0666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31610" y="7427475"/>
              <a:ext cx="4520047" cy="1400743"/>
            </a:xfrm>
            <a:custGeom>
              <a:avLst/>
              <a:gdLst>
                <a:gd name="T0" fmla="*/ 5080 w 5081"/>
                <a:gd name="T1" fmla="*/ 0 h 1576"/>
                <a:gd name="T2" fmla="*/ 787 w 5081"/>
                <a:gd name="T3" fmla="*/ 0 h 1576"/>
                <a:gd name="T4" fmla="*/ 787 w 5081"/>
                <a:gd name="T5" fmla="*/ 0 h 1576"/>
                <a:gd name="T6" fmla="*/ 0 w 5081"/>
                <a:gd name="T7" fmla="*/ 788 h 1576"/>
                <a:gd name="T8" fmla="*/ 0 w 5081"/>
                <a:gd name="T9" fmla="*/ 788 h 1576"/>
                <a:gd name="T10" fmla="*/ 0 w 5081"/>
                <a:gd name="T11" fmla="*/ 788 h 1576"/>
                <a:gd name="T12" fmla="*/ 787 w 5081"/>
                <a:gd name="T13" fmla="*/ 1575 h 1576"/>
                <a:gd name="T14" fmla="*/ 3798 w 5081"/>
                <a:gd name="T15" fmla="*/ 1575 h 1576"/>
                <a:gd name="T16" fmla="*/ 5080 w 5081"/>
                <a:gd name="T17" fmla="*/ 0 h 1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81" h="1576">
                  <a:moveTo>
                    <a:pt x="5080" y="0"/>
                  </a:moveTo>
                  <a:lnTo>
                    <a:pt x="787" y="0"/>
                  </a:lnTo>
                  <a:lnTo>
                    <a:pt x="787" y="0"/>
                  </a:lnTo>
                  <a:cubicBezTo>
                    <a:pt x="352" y="0"/>
                    <a:pt x="0" y="353"/>
                    <a:pt x="0" y="788"/>
                  </a:cubicBezTo>
                  <a:lnTo>
                    <a:pt x="0" y="788"/>
                  </a:lnTo>
                  <a:lnTo>
                    <a:pt x="0" y="788"/>
                  </a:lnTo>
                  <a:cubicBezTo>
                    <a:pt x="0" y="1222"/>
                    <a:pt x="352" y="1575"/>
                    <a:pt x="787" y="1575"/>
                  </a:cubicBezTo>
                  <a:lnTo>
                    <a:pt x="3798" y="1575"/>
                  </a:lnTo>
                  <a:lnTo>
                    <a:pt x="5080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52" name="Freeform 3">
              <a:extLst>
                <a:ext uri="{FF2B5EF4-FFF2-40B4-BE49-F238E27FC236}">
                  <a16:creationId xmlns:a16="http://schemas.microsoft.com/office/drawing/2014/main" id="{C7A26A9A-D1FB-448D-BEF8-4F0884A80B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29918" y="7427475"/>
              <a:ext cx="4520047" cy="1400743"/>
            </a:xfrm>
            <a:custGeom>
              <a:avLst/>
              <a:gdLst>
                <a:gd name="T0" fmla="*/ 4293 w 5081"/>
                <a:gd name="T1" fmla="*/ 0 h 1576"/>
                <a:gd name="T2" fmla="*/ 1282 w 5081"/>
                <a:gd name="T3" fmla="*/ 0 h 1576"/>
                <a:gd name="T4" fmla="*/ 0 w 5081"/>
                <a:gd name="T5" fmla="*/ 1575 h 1576"/>
                <a:gd name="T6" fmla="*/ 4293 w 5081"/>
                <a:gd name="T7" fmla="*/ 1575 h 1576"/>
                <a:gd name="T8" fmla="*/ 4293 w 5081"/>
                <a:gd name="T9" fmla="*/ 1575 h 1576"/>
                <a:gd name="T10" fmla="*/ 5080 w 5081"/>
                <a:gd name="T11" fmla="*/ 788 h 1576"/>
                <a:gd name="T12" fmla="*/ 5080 w 5081"/>
                <a:gd name="T13" fmla="*/ 788 h 1576"/>
                <a:gd name="T14" fmla="*/ 5080 w 5081"/>
                <a:gd name="T15" fmla="*/ 788 h 1576"/>
                <a:gd name="T16" fmla="*/ 4293 w 5081"/>
                <a:gd name="T17" fmla="*/ 0 h 1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81" h="1576">
                  <a:moveTo>
                    <a:pt x="4293" y="0"/>
                  </a:moveTo>
                  <a:lnTo>
                    <a:pt x="1282" y="0"/>
                  </a:lnTo>
                  <a:lnTo>
                    <a:pt x="0" y="1575"/>
                  </a:lnTo>
                  <a:lnTo>
                    <a:pt x="4293" y="1575"/>
                  </a:lnTo>
                  <a:lnTo>
                    <a:pt x="4293" y="1575"/>
                  </a:lnTo>
                  <a:cubicBezTo>
                    <a:pt x="4728" y="1575"/>
                    <a:pt x="5080" y="1222"/>
                    <a:pt x="5080" y="788"/>
                  </a:cubicBezTo>
                  <a:lnTo>
                    <a:pt x="5080" y="788"/>
                  </a:lnTo>
                  <a:lnTo>
                    <a:pt x="5080" y="788"/>
                  </a:lnTo>
                  <a:cubicBezTo>
                    <a:pt x="5080" y="353"/>
                    <a:pt x="4728" y="0"/>
                    <a:pt x="4293" y="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53" name="Freeform 4">
              <a:extLst>
                <a:ext uri="{FF2B5EF4-FFF2-40B4-BE49-F238E27FC236}">
                  <a16:creationId xmlns:a16="http://schemas.microsoft.com/office/drawing/2014/main" id="{C2E30C53-BFB4-476C-A44D-B0AEA0373D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30023" y="7176361"/>
              <a:ext cx="4574978" cy="1910817"/>
            </a:xfrm>
            <a:custGeom>
              <a:avLst/>
              <a:gdLst>
                <a:gd name="T0" fmla="*/ 1703 w 5141"/>
                <a:gd name="T1" fmla="*/ 0 h 2146"/>
                <a:gd name="T2" fmla="*/ 4067 w 5141"/>
                <a:gd name="T3" fmla="*/ 0 h 2146"/>
                <a:gd name="T4" fmla="*/ 4067 w 5141"/>
                <a:gd name="T5" fmla="*/ 0 h 2146"/>
                <a:gd name="T6" fmla="*/ 5140 w 5141"/>
                <a:gd name="T7" fmla="*/ 1073 h 2146"/>
                <a:gd name="T8" fmla="*/ 5140 w 5141"/>
                <a:gd name="T9" fmla="*/ 1073 h 2146"/>
                <a:gd name="T10" fmla="*/ 4067 w 5141"/>
                <a:gd name="T11" fmla="*/ 2145 h 2146"/>
                <a:gd name="T12" fmla="*/ 0 w 5141"/>
                <a:gd name="T13" fmla="*/ 2145 h 2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41" h="2146">
                  <a:moveTo>
                    <a:pt x="1703" y="0"/>
                  </a:moveTo>
                  <a:lnTo>
                    <a:pt x="4067" y="0"/>
                  </a:lnTo>
                  <a:lnTo>
                    <a:pt x="4067" y="0"/>
                  </a:lnTo>
                  <a:cubicBezTo>
                    <a:pt x="4659" y="0"/>
                    <a:pt x="5140" y="481"/>
                    <a:pt x="5140" y="1073"/>
                  </a:cubicBezTo>
                  <a:lnTo>
                    <a:pt x="5140" y="1073"/>
                  </a:lnTo>
                  <a:cubicBezTo>
                    <a:pt x="5140" y="1664"/>
                    <a:pt x="4659" y="2145"/>
                    <a:pt x="4067" y="2145"/>
                  </a:cubicBezTo>
                  <a:lnTo>
                    <a:pt x="0" y="2145"/>
                  </a:lnTo>
                </a:path>
              </a:pathLst>
            </a:custGeom>
            <a:noFill/>
            <a:ln w="38100" cap="flat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54" name="Freeform 5">
              <a:extLst>
                <a:ext uri="{FF2B5EF4-FFF2-40B4-BE49-F238E27FC236}">
                  <a16:creationId xmlns:a16="http://schemas.microsoft.com/office/drawing/2014/main" id="{71E1E728-7E83-4177-B65C-FAEEB706C4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190786" y="8930233"/>
              <a:ext cx="192260" cy="313892"/>
            </a:xfrm>
            <a:custGeom>
              <a:avLst/>
              <a:gdLst>
                <a:gd name="T0" fmla="*/ 187 w 217"/>
                <a:gd name="T1" fmla="*/ 0 h 351"/>
                <a:gd name="T2" fmla="*/ 216 w 217"/>
                <a:gd name="T3" fmla="*/ 31 h 351"/>
                <a:gd name="T4" fmla="*/ 62 w 217"/>
                <a:gd name="T5" fmla="*/ 175 h 351"/>
                <a:gd name="T6" fmla="*/ 216 w 217"/>
                <a:gd name="T7" fmla="*/ 319 h 351"/>
                <a:gd name="T8" fmla="*/ 187 w 217"/>
                <a:gd name="T9" fmla="*/ 350 h 351"/>
                <a:gd name="T10" fmla="*/ 0 w 217"/>
                <a:gd name="T11" fmla="*/ 175 h 351"/>
                <a:gd name="T12" fmla="*/ 187 w 217"/>
                <a:gd name="T13" fmla="*/ 0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7" h="351">
                  <a:moveTo>
                    <a:pt x="187" y="0"/>
                  </a:moveTo>
                  <a:lnTo>
                    <a:pt x="216" y="31"/>
                  </a:lnTo>
                  <a:lnTo>
                    <a:pt x="62" y="175"/>
                  </a:lnTo>
                  <a:lnTo>
                    <a:pt x="216" y="319"/>
                  </a:lnTo>
                  <a:lnTo>
                    <a:pt x="187" y="350"/>
                  </a:lnTo>
                  <a:lnTo>
                    <a:pt x="0" y="175"/>
                  </a:lnTo>
                  <a:lnTo>
                    <a:pt x="187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55" name="Freeform 6">
              <a:extLst>
                <a:ext uri="{FF2B5EF4-FFF2-40B4-BE49-F238E27FC236}">
                  <a16:creationId xmlns:a16="http://schemas.microsoft.com/office/drawing/2014/main" id="{62A00A09-F6F9-4DBA-9128-81A1C714DC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6571" y="7176361"/>
              <a:ext cx="4574978" cy="1910817"/>
            </a:xfrm>
            <a:custGeom>
              <a:avLst/>
              <a:gdLst>
                <a:gd name="T0" fmla="*/ 3437 w 5141"/>
                <a:gd name="T1" fmla="*/ 2145 h 2146"/>
                <a:gd name="T2" fmla="*/ 1073 w 5141"/>
                <a:gd name="T3" fmla="*/ 2145 h 2146"/>
                <a:gd name="T4" fmla="*/ 1073 w 5141"/>
                <a:gd name="T5" fmla="*/ 2145 h 2146"/>
                <a:gd name="T6" fmla="*/ 0 w 5141"/>
                <a:gd name="T7" fmla="*/ 1073 h 2146"/>
                <a:gd name="T8" fmla="*/ 0 w 5141"/>
                <a:gd name="T9" fmla="*/ 1073 h 2146"/>
                <a:gd name="T10" fmla="*/ 1073 w 5141"/>
                <a:gd name="T11" fmla="*/ 0 h 2146"/>
                <a:gd name="T12" fmla="*/ 5140 w 5141"/>
                <a:gd name="T13" fmla="*/ 0 h 2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41" h="2146">
                  <a:moveTo>
                    <a:pt x="3437" y="2145"/>
                  </a:moveTo>
                  <a:lnTo>
                    <a:pt x="1073" y="2145"/>
                  </a:lnTo>
                  <a:lnTo>
                    <a:pt x="1073" y="2145"/>
                  </a:lnTo>
                  <a:cubicBezTo>
                    <a:pt x="481" y="2145"/>
                    <a:pt x="0" y="1664"/>
                    <a:pt x="0" y="1073"/>
                  </a:cubicBezTo>
                  <a:lnTo>
                    <a:pt x="0" y="1073"/>
                  </a:lnTo>
                  <a:cubicBezTo>
                    <a:pt x="0" y="481"/>
                    <a:pt x="481" y="0"/>
                    <a:pt x="1073" y="0"/>
                  </a:cubicBezTo>
                  <a:lnTo>
                    <a:pt x="5140" y="0"/>
                  </a:lnTo>
                </a:path>
              </a:pathLst>
            </a:custGeom>
            <a:noFill/>
            <a:ln w="38100" cap="flat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56" name="Freeform 7">
              <a:extLst>
                <a:ext uri="{FF2B5EF4-FFF2-40B4-BE49-F238E27FC236}">
                  <a16:creationId xmlns:a16="http://schemas.microsoft.com/office/drawing/2014/main" id="{5ED953FD-C30E-4E50-9708-056533DC57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98528" y="7019415"/>
              <a:ext cx="192258" cy="313892"/>
            </a:xfrm>
            <a:custGeom>
              <a:avLst/>
              <a:gdLst>
                <a:gd name="T0" fmla="*/ 29 w 218"/>
                <a:gd name="T1" fmla="*/ 350 h 351"/>
                <a:gd name="T2" fmla="*/ 0 w 218"/>
                <a:gd name="T3" fmla="*/ 319 h 351"/>
                <a:gd name="T4" fmla="*/ 155 w 218"/>
                <a:gd name="T5" fmla="*/ 175 h 351"/>
                <a:gd name="T6" fmla="*/ 0 w 218"/>
                <a:gd name="T7" fmla="*/ 31 h 351"/>
                <a:gd name="T8" fmla="*/ 29 w 218"/>
                <a:gd name="T9" fmla="*/ 0 h 351"/>
                <a:gd name="T10" fmla="*/ 217 w 218"/>
                <a:gd name="T11" fmla="*/ 175 h 351"/>
                <a:gd name="T12" fmla="*/ 29 w 218"/>
                <a:gd name="T13" fmla="*/ 350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8" h="351">
                  <a:moveTo>
                    <a:pt x="29" y="350"/>
                  </a:moveTo>
                  <a:lnTo>
                    <a:pt x="0" y="319"/>
                  </a:lnTo>
                  <a:lnTo>
                    <a:pt x="155" y="175"/>
                  </a:lnTo>
                  <a:lnTo>
                    <a:pt x="0" y="31"/>
                  </a:lnTo>
                  <a:lnTo>
                    <a:pt x="29" y="0"/>
                  </a:lnTo>
                  <a:lnTo>
                    <a:pt x="217" y="175"/>
                  </a:lnTo>
                  <a:lnTo>
                    <a:pt x="29" y="35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3622353B-C672-48D2-83E3-A903485693A8}"/>
              </a:ext>
            </a:extLst>
          </p:cNvPr>
          <p:cNvGrpSpPr/>
          <p:nvPr/>
        </p:nvGrpSpPr>
        <p:grpSpPr>
          <a:xfrm>
            <a:off x="6030652" y="3456739"/>
            <a:ext cx="4888871" cy="2832877"/>
            <a:chOff x="6030652" y="3456739"/>
            <a:chExt cx="4888871" cy="2832877"/>
          </a:xfrm>
        </p:grpSpPr>
        <p:sp>
          <p:nvSpPr>
            <p:cNvPr id="58" name="Freeform 9">
              <a:extLst>
                <a:ext uri="{FF2B5EF4-FFF2-40B4-BE49-F238E27FC236}">
                  <a16:creationId xmlns:a16="http://schemas.microsoft.com/office/drawing/2014/main" id="{D705E3FB-6871-4524-A685-94D33A78AE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0652" y="3456739"/>
              <a:ext cx="4888871" cy="2832877"/>
            </a:xfrm>
            <a:prstGeom prst="roundRect">
              <a:avLst>
                <a:gd name="adj" fmla="val 14694"/>
              </a:avLst>
            </a:prstGeom>
            <a:solidFill>
              <a:schemeClr val="accent1">
                <a:alpha val="10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59" name="Freeform 17">
              <a:extLst>
                <a:ext uri="{FF2B5EF4-FFF2-40B4-BE49-F238E27FC236}">
                  <a16:creationId xmlns:a16="http://schemas.microsoft.com/office/drawing/2014/main" id="{30ABCAC8-C4F2-44DC-B67F-04154481AE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0652" y="3456739"/>
              <a:ext cx="623862" cy="718027"/>
            </a:xfrm>
            <a:custGeom>
              <a:avLst/>
              <a:gdLst>
                <a:gd name="T0" fmla="*/ 444 w 699"/>
                <a:gd name="T1" fmla="*/ 0 h 806"/>
                <a:gd name="T2" fmla="*/ 444 w 699"/>
                <a:gd name="T3" fmla="*/ 0 h 806"/>
                <a:gd name="T4" fmla="*/ 0 w 699"/>
                <a:gd name="T5" fmla="*/ 443 h 806"/>
                <a:gd name="T6" fmla="*/ 0 w 699"/>
                <a:gd name="T7" fmla="*/ 805 h 806"/>
                <a:gd name="T8" fmla="*/ 255 w 699"/>
                <a:gd name="T9" fmla="*/ 805 h 806"/>
                <a:gd name="T10" fmla="*/ 255 w 699"/>
                <a:gd name="T11" fmla="*/ 805 h 806"/>
                <a:gd name="T12" fmla="*/ 698 w 699"/>
                <a:gd name="T13" fmla="*/ 361 h 806"/>
                <a:gd name="T14" fmla="*/ 698 w 699"/>
                <a:gd name="T15" fmla="*/ 0 h 806"/>
                <a:gd name="T16" fmla="*/ 444 w 699"/>
                <a:gd name="T17" fmla="*/ 0 h 8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9" h="806">
                  <a:moveTo>
                    <a:pt x="444" y="0"/>
                  </a:moveTo>
                  <a:lnTo>
                    <a:pt x="444" y="0"/>
                  </a:lnTo>
                  <a:cubicBezTo>
                    <a:pt x="199" y="0"/>
                    <a:pt x="0" y="198"/>
                    <a:pt x="0" y="443"/>
                  </a:cubicBezTo>
                  <a:lnTo>
                    <a:pt x="0" y="805"/>
                  </a:lnTo>
                  <a:lnTo>
                    <a:pt x="255" y="805"/>
                  </a:lnTo>
                  <a:lnTo>
                    <a:pt x="255" y="805"/>
                  </a:lnTo>
                  <a:cubicBezTo>
                    <a:pt x="500" y="805"/>
                    <a:pt x="698" y="606"/>
                    <a:pt x="698" y="361"/>
                  </a:cubicBezTo>
                  <a:lnTo>
                    <a:pt x="698" y="0"/>
                  </a:lnTo>
                  <a:lnTo>
                    <a:pt x="444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B66663B0-A10D-4941-9E35-48C0A76EE18B}"/>
              </a:ext>
            </a:extLst>
          </p:cNvPr>
          <p:cNvGrpSpPr/>
          <p:nvPr/>
        </p:nvGrpSpPr>
        <p:grpSpPr>
          <a:xfrm>
            <a:off x="6030652" y="9973924"/>
            <a:ext cx="4888871" cy="2832877"/>
            <a:chOff x="6030652" y="9973924"/>
            <a:chExt cx="4888871" cy="2832877"/>
          </a:xfrm>
        </p:grpSpPr>
        <p:sp>
          <p:nvSpPr>
            <p:cNvPr id="61" name="Freeform 8">
              <a:extLst>
                <a:ext uri="{FF2B5EF4-FFF2-40B4-BE49-F238E27FC236}">
                  <a16:creationId xmlns:a16="http://schemas.microsoft.com/office/drawing/2014/main" id="{53127F58-629E-41D0-B7F0-B17F7349F5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0652" y="9973924"/>
              <a:ext cx="4888871" cy="2832877"/>
            </a:xfrm>
            <a:prstGeom prst="roundRect">
              <a:avLst>
                <a:gd name="adj" fmla="val 14515"/>
              </a:avLst>
            </a:prstGeom>
            <a:solidFill>
              <a:schemeClr val="accent1">
                <a:alpha val="10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62" name="Freeform 18">
              <a:extLst>
                <a:ext uri="{FF2B5EF4-FFF2-40B4-BE49-F238E27FC236}">
                  <a16:creationId xmlns:a16="http://schemas.microsoft.com/office/drawing/2014/main" id="{DB43080A-C938-4DC8-A345-9D9C5E019B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30652" y="9973924"/>
              <a:ext cx="623862" cy="718030"/>
            </a:xfrm>
            <a:custGeom>
              <a:avLst/>
              <a:gdLst>
                <a:gd name="T0" fmla="*/ 444 w 699"/>
                <a:gd name="T1" fmla="*/ 0 h 806"/>
                <a:gd name="T2" fmla="*/ 444 w 699"/>
                <a:gd name="T3" fmla="*/ 0 h 806"/>
                <a:gd name="T4" fmla="*/ 0 w 699"/>
                <a:gd name="T5" fmla="*/ 443 h 806"/>
                <a:gd name="T6" fmla="*/ 0 w 699"/>
                <a:gd name="T7" fmla="*/ 805 h 806"/>
                <a:gd name="T8" fmla="*/ 255 w 699"/>
                <a:gd name="T9" fmla="*/ 805 h 806"/>
                <a:gd name="T10" fmla="*/ 255 w 699"/>
                <a:gd name="T11" fmla="*/ 805 h 806"/>
                <a:gd name="T12" fmla="*/ 698 w 699"/>
                <a:gd name="T13" fmla="*/ 361 h 806"/>
                <a:gd name="T14" fmla="*/ 698 w 699"/>
                <a:gd name="T15" fmla="*/ 0 h 806"/>
                <a:gd name="T16" fmla="*/ 444 w 699"/>
                <a:gd name="T17" fmla="*/ 0 h 8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9" h="806">
                  <a:moveTo>
                    <a:pt x="444" y="0"/>
                  </a:moveTo>
                  <a:lnTo>
                    <a:pt x="444" y="0"/>
                  </a:lnTo>
                  <a:cubicBezTo>
                    <a:pt x="199" y="0"/>
                    <a:pt x="0" y="199"/>
                    <a:pt x="0" y="443"/>
                  </a:cubicBezTo>
                  <a:lnTo>
                    <a:pt x="0" y="805"/>
                  </a:lnTo>
                  <a:lnTo>
                    <a:pt x="255" y="805"/>
                  </a:lnTo>
                  <a:lnTo>
                    <a:pt x="255" y="805"/>
                  </a:lnTo>
                  <a:cubicBezTo>
                    <a:pt x="500" y="805"/>
                    <a:pt x="698" y="606"/>
                    <a:pt x="698" y="361"/>
                  </a:cubicBezTo>
                  <a:lnTo>
                    <a:pt x="698" y="0"/>
                  </a:lnTo>
                  <a:lnTo>
                    <a:pt x="444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57573085-92C6-432C-9F9C-3DBFC0E6E498}"/>
              </a:ext>
            </a:extLst>
          </p:cNvPr>
          <p:cNvGrpSpPr/>
          <p:nvPr/>
        </p:nvGrpSpPr>
        <p:grpSpPr>
          <a:xfrm>
            <a:off x="13458127" y="9970001"/>
            <a:ext cx="4888871" cy="2832877"/>
            <a:chOff x="13458127" y="9970001"/>
            <a:chExt cx="4888871" cy="2832877"/>
          </a:xfrm>
        </p:grpSpPr>
        <p:sp>
          <p:nvSpPr>
            <p:cNvPr id="64" name="Freeform 12">
              <a:extLst>
                <a:ext uri="{FF2B5EF4-FFF2-40B4-BE49-F238E27FC236}">
                  <a16:creationId xmlns:a16="http://schemas.microsoft.com/office/drawing/2014/main" id="{529671CF-0B4D-484E-B1F4-3B91B5C068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58127" y="9970001"/>
              <a:ext cx="4888871" cy="2832877"/>
            </a:xfrm>
            <a:prstGeom prst="roundRect">
              <a:avLst>
                <a:gd name="adj" fmla="val 12901"/>
              </a:avLst>
            </a:prstGeom>
            <a:solidFill>
              <a:schemeClr val="accent2">
                <a:alpha val="10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65" name="Freeform 19">
              <a:extLst>
                <a:ext uri="{FF2B5EF4-FFF2-40B4-BE49-F238E27FC236}">
                  <a16:creationId xmlns:a16="http://schemas.microsoft.com/office/drawing/2014/main" id="{11D573F5-9C09-4A4E-9A41-75883CDB22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58127" y="9973924"/>
              <a:ext cx="619937" cy="718030"/>
            </a:xfrm>
            <a:custGeom>
              <a:avLst/>
              <a:gdLst>
                <a:gd name="T0" fmla="*/ 444 w 698"/>
                <a:gd name="T1" fmla="*/ 0 h 806"/>
                <a:gd name="T2" fmla="*/ 444 w 698"/>
                <a:gd name="T3" fmla="*/ 0 h 806"/>
                <a:gd name="T4" fmla="*/ 0 w 698"/>
                <a:gd name="T5" fmla="*/ 443 h 806"/>
                <a:gd name="T6" fmla="*/ 0 w 698"/>
                <a:gd name="T7" fmla="*/ 805 h 806"/>
                <a:gd name="T8" fmla="*/ 254 w 698"/>
                <a:gd name="T9" fmla="*/ 805 h 806"/>
                <a:gd name="T10" fmla="*/ 254 w 698"/>
                <a:gd name="T11" fmla="*/ 805 h 806"/>
                <a:gd name="T12" fmla="*/ 697 w 698"/>
                <a:gd name="T13" fmla="*/ 361 h 806"/>
                <a:gd name="T14" fmla="*/ 697 w 698"/>
                <a:gd name="T15" fmla="*/ 0 h 806"/>
                <a:gd name="T16" fmla="*/ 444 w 698"/>
                <a:gd name="T17" fmla="*/ 0 h 8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8" h="806">
                  <a:moveTo>
                    <a:pt x="444" y="0"/>
                  </a:moveTo>
                  <a:lnTo>
                    <a:pt x="444" y="0"/>
                  </a:lnTo>
                  <a:cubicBezTo>
                    <a:pt x="199" y="0"/>
                    <a:pt x="0" y="199"/>
                    <a:pt x="0" y="443"/>
                  </a:cubicBezTo>
                  <a:lnTo>
                    <a:pt x="0" y="805"/>
                  </a:lnTo>
                  <a:lnTo>
                    <a:pt x="254" y="805"/>
                  </a:lnTo>
                  <a:lnTo>
                    <a:pt x="254" y="805"/>
                  </a:lnTo>
                  <a:cubicBezTo>
                    <a:pt x="499" y="805"/>
                    <a:pt x="697" y="606"/>
                    <a:pt x="697" y="361"/>
                  </a:cubicBezTo>
                  <a:lnTo>
                    <a:pt x="697" y="0"/>
                  </a:lnTo>
                  <a:lnTo>
                    <a:pt x="444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6AA2B823-AE4F-4710-9FB7-BD28B95569B5}"/>
              </a:ext>
            </a:extLst>
          </p:cNvPr>
          <p:cNvGrpSpPr/>
          <p:nvPr/>
        </p:nvGrpSpPr>
        <p:grpSpPr>
          <a:xfrm>
            <a:off x="13458127" y="3456739"/>
            <a:ext cx="4888871" cy="2832877"/>
            <a:chOff x="13458127" y="3456739"/>
            <a:chExt cx="4888871" cy="2832877"/>
          </a:xfrm>
        </p:grpSpPr>
        <p:sp>
          <p:nvSpPr>
            <p:cNvPr id="67" name="Freeform 13">
              <a:extLst>
                <a:ext uri="{FF2B5EF4-FFF2-40B4-BE49-F238E27FC236}">
                  <a16:creationId xmlns:a16="http://schemas.microsoft.com/office/drawing/2014/main" id="{6C9D7EF5-B61C-4994-B78B-20A8B02FF6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58127" y="3456739"/>
              <a:ext cx="4888871" cy="2832877"/>
            </a:xfrm>
            <a:prstGeom prst="roundRect">
              <a:avLst>
                <a:gd name="adj" fmla="val 12363"/>
              </a:avLst>
            </a:prstGeom>
            <a:solidFill>
              <a:schemeClr val="accent2">
                <a:alpha val="10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68" name="Freeform 20">
              <a:extLst>
                <a:ext uri="{FF2B5EF4-FFF2-40B4-BE49-F238E27FC236}">
                  <a16:creationId xmlns:a16="http://schemas.microsoft.com/office/drawing/2014/main" id="{BD1E21B4-E25D-4A71-89E0-0A409FE760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58127" y="3456739"/>
              <a:ext cx="619937" cy="718027"/>
            </a:xfrm>
            <a:custGeom>
              <a:avLst/>
              <a:gdLst>
                <a:gd name="T0" fmla="*/ 444 w 698"/>
                <a:gd name="T1" fmla="*/ 0 h 806"/>
                <a:gd name="T2" fmla="*/ 444 w 698"/>
                <a:gd name="T3" fmla="*/ 0 h 806"/>
                <a:gd name="T4" fmla="*/ 0 w 698"/>
                <a:gd name="T5" fmla="*/ 443 h 806"/>
                <a:gd name="T6" fmla="*/ 0 w 698"/>
                <a:gd name="T7" fmla="*/ 805 h 806"/>
                <a:gd name="T8" fmla="*/ 254 w 698"/>
                <a:gd name="T9" fmla="*/ 805 h 806"/>
                <a:gd name="T10" fmla="*/ 254 w 698"/>
                <a:gd name="T11" fmla="*/ 805 h 806"/>
                <a:gd name="T12" fmla="*/ 697 w 698"/>
                <a:gd name="T13" fmla="*/ 361 h 806"/>
                <a:gd name="T14" fmla="*/ 697 w 698"/>
                <a:gd name="T15" fmla="*/ 0 h 806"/>
                <a:gd name="T16" fmla="*/ 444 w 698"/>
                <a:gd name="T17" fmla="*/ 0 h 8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8" h="806">
                  <a:moveTo>
                    <a:pt x="444" y="0"/>
                  </a:moveTo>
                  <a:lnTo>
                    <a:pt x="444" y="0"/>
                  </a:lnTo>
                  <a:cubicBezTo>
                    <a:pt x="199" y="0"/>
                    <a:pt x="0" y="198"/>
                    <a:pt x="0" y="443"/>
                  </a:cubicBezTo>
                  <a:lnTo>
                    <a:pt x="0" y="805"/>
                  </a:lnTo>
                  <a:lnTo>
                    <a:pt x="254" y="805"/>
                  </a:lnTo>
                  <a:lnTo>
                    <a:pt x="254" y="805"/>
                  </a:lnTo>
                  <a:cubicBezTo>
                    <a:pt x="499" y="805"/>
                    <a:pt x="697" y="606"/>
                    <a:pt x="697" y="361"/>
                  </a:cubicBezTo>
                  <a:lnTo>
                    <a:pt x="697" y="0"/>
                  </a:lnTo>
                  <a:lnTo>
                    <a:pt x="444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56BBD441-16AA-426E-BA9C-18D28951771A}"/>
              </a:ext>
            </a:extLst>
          </p:cNvPr>
          <p:cNvGrpSpPr/>
          <p:nvPr/>
        </p:nvGrpSpPr>
        <p:grpSpPr>
          <a:xfrm>
            <a:off x="17986022" y="6713370"/>
            <a:ext cx="4888871" cy="2832877"/>
            <a:chOff x="17986022" y="6713370"/>
            <a:chExt cx="4888871" cy="2832877"/>
          </a:xfrm>
        </p:grpSpPr>
        <p:sp>
          <p:nvSpPr>
            <p:cNvPr id="70" name="Freeform 11">
              <a:extLst>
                <a:ext uri="{FF2B5EF4-FFF2-40B4-BE49-F238E27FC236}">
                  <a16:creationId xmlns:a16="http://schemas.microsoft.com/office/drawing/2014/main" id="{96DE1D73-C314-462E-81A6-AD18C6107A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86022" y="6713370"/>
              <a:ext cx="4888871" cy="2832877"/>
            </a:xfrm>
            <a:prstGeom prst="roundRect">
              <a:avLst>
                <a:gd name="adj" fmla="val 14515"/>
              </a:avLst>
            </a:prstGeom>
            <a:solidFill>
              <a:schemeClr val="accent2">
                <a:alpha val="10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71" name="Freeform 21">
              <a:extLst>
                <a:ext uri="{FF2B5EF4-FFF2-40B4-BE49-F238E27FC236}">
                  <a16:creationId xmlns:a16="http://schemas.microsoft.com/office/drawing/2014/main" id="{927089C8-73D9-4EDA-81B9-6238A715C4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986022" y="6713370"/>
              <a:ext cx="619937" cy="718027"/>
            </a:xfrm>
            <a:custGeom>
              <a:avLst/>
              <a:gdLst>
                <a:gd name="T0" fmla="*/ 443 w 698"/>
                <a:gd name="T1" fmla="*/ 0 h 805"/>
                <a:gd name="T2" fmla="*/ 443 w 698"/>
                <a:gd name="T3" fmla="*/ 0 h 805"/>
                <a:gd name="T4" fmla="*/ 0 w 698"/>
                <a:gd name="T5" fmla="*/ 443 h 805"/>
                <a:gd name="T6" fmla="*/ 0 w 698"/>
                <a:gd name="T7" fmla="*/ 804 h 805"/>
                <a:gd name="T8" fmla="*/ 253 w 698"/>
                <a:gd name="T9" fmla="*/ 804 h 805"/>
                <a:gd name="T10" fmla="*/ 253 w 698"/>
                <a:gd name="T11" fmla="*/ 804 h 805"/>
                <a:gd name="T12" fmla="*/ 697 w 698"/>
                <a:gd name="T13" fmla="*/ 361 h 805"/>
                <a:gd name="T14" fmla="*/ 697 w 698"/>
                <a:gd name="T15" fmla="*/ 0 h 805"/>
                <a:gd name="T16" fmla="*/ 443 w 698"/>
                <a:gd name="T17" fmla="*/ 0 h 8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8" h="805">
                  <a:moveTo>
                    <a:pt x="443" y="0"/>
                  </a:moveTo>
                  <a:lnTo>
                    <a:pt x="443" y="0"/>
                  </a:lnTo>
                  <a:cubicBezTo>
                    <a:pt x="198" y="0"/>
                    <a:pt x="0" y="198"/>
                    <a:pt x="0" y="443"/>
                  </a:cubicBezTo>
                  <a:lnTo>
                    <a:pt x="0" y="804"/>
                  </a:lnTo>
                  <a:lnTo>
                    <a:pt x="253" y="804"/>
                  </a:lnTo>
                  <a:lnTo>
                    <a:pt x="253" y="804"/>
                  </a:lnTo>
                  <a:cubicBezTo>
                    <a:pt x="498" y="804"/>
                    <a:pt x="697" y="606"/>
                    <a:pt x="697" y="361"/>
                  </a:cubicBezTo>
                  <a:lnTo>
                    <a:pt x="697" y="0"/>
                  </a:lnTo>
                  <a:lnTo>
                    <a:pt x="443" y="0"/>
                  </a:ln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DA90A1D1-9B73-4972-8DE7-62B3AACFE0D8}"/>
              </a:ext>
            </a:extLst>
          </p:cNvPr>
          <p:cNvGrpSpPr/>
          <p:nvPr/>
        </p:nvGrpSpPr>
        <p:grpSpPr>
          <a:xfrm>
            <a:off x="1506682" y="6713370"/>
            <a:ext cx="4888871" cy="2832877"/>
            <a:chOff x="1506682" y="6713370"/>
            <a:chExt cx="4888871" cy="2832877"/>
          </a:xfrm>
        </p:grpSpPr>
        <p:sp>
          <p:nvSpPr>
            <p:cNvPr id="73" name="Freeform 10">
              <a:extLst>
                <a:ext uri="{FF2B5EF4-FFF2-40B4-BE49-F238E27FC236}">
                  <a16:creationId xmlns:a16="http://schemas.microsoft.com/office/drawing/2014/main" id="{FFFFA5C9-AB27-4451-9AA5-8738F2DBB1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6682" y="6713370"/>
              <a:ext cx="4888871" cy="2832877"/>
            </a:xfrm>
            <a:prstGeom prst="roundRect">
              <a:avLst>
                <a:gd name="adj" fmla="val 13708"/>
              </a:avLst>
            </a:prstGeom>
            <a:solidFill>
              <a:schemeClr val="accent1">
                <a:alpha val="10000"/>
              </a:schemeClr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74" name="Freeform 17">
              <a:extLst>
                <a:ext uri="{FF2B5EF4-FFF2-40B4-BE49-F238E27FC236}">
                  <a16:creationId xmlns:a16="http://schemas.microsoft.com/office/drawing/2014/main" id="{6024C945-503A-415B-B9B6-C3812DE9FE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6682" y="6713370"/>
              <a:ext cx="623862" cy="718027"/>
            </a:xfrm>
            <a:custGeom>
              <a:avLst/>
              <a:gdLst>
                <a:gd name="T0" fmla="*/ 444 w 699"/>
                <a:gd name="T1" fmla="*/ 0 h 806"/>
                <a:gd name="T2" fmla="*/ 444 w 699"/>
                <a:gd name="T3" fmla="*/ 0 h 806"/>
                <a:gd name="T4" fmla="*/ 0 w 699"/>
                <a:gd name="T5" fmla="*/ 443 h 806"/>
                <a:gd name="T6" fmla="*/ 0 w 699"/>
                <a:gd name="T7" fmla="*/ 805 h 806"/>
                <a:gd name="T8" fmla="*/ 255 w 699"/>
                <a:gd name="T9" fmla="*/ 805 h 806"/>
                <a:gd name="T10" fmla="*/ 255 w 699"/>
                <a:gd name="T11" fmla="*/ 805 h 806"/>
                <a:gd name="T12" fmla="*/ 698 w 699"/>
                <a:gd name="T13" fmla="*/ 361 h 806"/>
                <a:gd name="T14" fmla="*/ 698 w 699"/>
                <a:gd name="T15" fmla="*/ 0 h 806"/>
                <a:gd name="T16" fmla="*/ 444 w 699"/>
                <a:gd name="T17" fmla="*/ 0 h 8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99" h="806">
                  <a:moveTo>
                    <a:pt x="444" y="0"/>
                  </a:moveTo>
                  <a:lnTo>
                    <a:pt x="444" y="0"/>
                  </a:lnTo>
                  <a:cubicBezTo>
                    <a:pt x="199" y="0"/>
                    <a:pt x="0" y="198"/>
                    <a:pt x="0" y="443"/>
                  </a:cubicBezTo>
                  <a:lnTo>
                    <a:pt x="0" y="805"/>
                  </a:lnTo>
                  <a:lnTo>
                    <a:pt x="255" y="805"/>
                  </a:lnTo>
                  <a:lnTo>
                    <a:pt x="255" y="805"/>
                  </a:lnTo>
                  <a:cubicBezTo>
                    <a:pt x="500" y="805"/>
                    <a:pt x="698" y="606"/>
                    <a:pt x="698" y="361"/>
                  </a:cubicBezTo>
                  <a:lnTo>
                    <a:pt x="698" y="0"/>
                  </a:lnTo>
                  <a:lnTo>
                    <a:pt x="444" y="0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9E102B83-80B0-4AA3-A1CC-6CA486EBCDFB}"/>
              </a:ext>
            </a:extLst>
          </p:cNvPr>
          <p:cNvSpPr txBox="1"/>
          <p:nvPr/>
        </p:nvSpPr>
        <p:spPr>
          <a:xfrm>
            <a:off x="1520825" y="750700"/>
            <a:ext cx="21336000" cy="116955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7000" b="1" spc="-29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CHALLENGES SLIDE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91A8027-32D6-4BBF-8E91-F7061BC5EE38}"/>
              </a:ext>
            </a:extLst>
          </p:cNvPr>
          <p:cNvSpPr txBox="1"/>
          <p:nvPr/>
        </p:nvSpPr>
        <p:spPr>
          <a:xfrm>
            <a:off x="1520827" y="1886522"/>
            <a:ext cx="213359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spc="-120" dirty="0">
                <a:latin typeface="Montserrat" pitchFamily="2" charset="77"/>
                <a:cs typeface="Poppins" pitchFamily="2" charset="77"/>
              </a:rPr>
              <a:t>Make a big impact with our professional slides and charts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D841A36-13FE-4443-8C82-CC891A369455}"/>
              </a:ext>
            </a:extLst>
          </p:cNvPr>
          <p:cNvSpPr txBox="1"/>
          <p:nvPr/>
        </p:nvSpPr>
        <p:spPr>
          <a:xfrm>
            <a:off x="6309360" y="4127259"/>
            <a:ext cx="4329572" cy="143795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71161D6-5F7A-4402-8D1C-7C38E220556D}"/>
              </a:ext>
            </a:extLst>
          </p:cNvPr>
          <p:cNvSpPr txBox="1"/>
          <p:nvPr/>
        </p:nvSpPr>
        <p:spPr>
          <a:xfrm>
            <a:off x="13738720" y="4127259"/>
            <a:ext cx="4329572" cy="143795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536EAA9-2CD9-4344-9CE9-8ED2178CD3D4}"/>
              </a:ext>
            </a:extLst>
          </p:cNvPr>
          <p:cNvSpPr txBox="1"/>
          <p:nvPr/>
        </p:nvSpPr>
        <p:spPr>
          <a:xfrm>
            <a:off x="6309360" y="10649979"/>
            <a:ext cx="4329572" cy="143795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08FF4A7-62CE-464D-92EE-C273592E0687}"/>
              </a:ext>
            </a:extLst>
          </p:cNvPr>
          <p:cNvSpPr txBox="1"/>
          <p:nvPr/>
        </p:nvSpPr>
        <p:spPr>
          <a:xfrm>
            <a:off x="13738720" y="10649979"/>
            <a:ext cx="4329572" cy="143795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6B19D38-F4C0-4287-9F99-7747F73A5A31}"/>
              </a:ext>
            </a:extLst>
          </p:cNvPr>
          <p:cNvSpPr txBox="1"/>
          <p:nvPr/>
        </p:nvSpPr>
        <p:spPr>
          <a:xfrm>
            <a:off x="1788855" y="7383080"/>
            <a:ext cx="4329572" cy="143795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4881406-8575-4A43-87F1-EDFA53F9CF3F}"/>
              </a:ext>
            </a:extLst>
          </p:cNvPr>
          <p:cNvSpPr txBox="1"/>
          <p:nvPr/>
        </p:nvSpPr>
        <p:spPr>
          <a:xfrm>
            <a:off x="18259223" y="7383080"/>
            <a:ext cx="4329572" cy="143795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1E2E2E2-E4A5-4506-82BD-F88FF9A8B2E4}"/>
              </a:ext>
            </a:extLst>
          </p:cNvPr>
          <p:cNvSpPr txBox="1"/>
          <p:nvPr/>
        </p:nvSpPr>
        <p:spPr>
          <a:xfrm>
            <a:off x="8092440" y="7827632"/>
            <a:ext cx="3441118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NI" sz="3200" b="1" spc="-3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CHALLENGES</a:t>
            </a:r>
            <a:endParaRPr lang="en-US" sz="3200" b="1" spc="-30" dirty="0">
              <a:solidFill>
                <a:schemeClr val="bg1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B1303AB-ACE2-41A6-91FC-C50D085A64B8}"/>
              </a:ext>
            </a:extLst>
          </p:cNvPr>
          <p:cNvSpPr txBox="1"/>
          <p:nvPr/>
        </p:nvSpPr>
        <p:spPr>
          <a:xfrm>
            <a:off x="12833932" y="7827632"/>
            <a:ext cx="3441118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NI" sz="3200" b="1" spc="-3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SOLUTIONS</a:t>
            </a:r>
            <a:endParaRPr lang="en-US" sz="3200" b="1" spc="-30" dirty="0">
              <a:solidFill>
                <a:schemeClr val="bg1"/>
              </a:solidFill>
              <a:latin typeface="Montserrat" pitchFamily="2" charset="77"/>
              <a:cs typeface="Poppins" pitchFamily="2" charset="77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>
            <a:extLst>
              <a:ext uri="{FF2B5EF4-FFF2-40B4-BE49-F238E27FC236}">
                <a16:creationId xmlns:a16="http://schemas.microsoft.com/office/drawing/2014/main" id="{EA0B243C-8102-417E-B5FB-C83E9B590647}"/>
              </a:ext>
            </a:extLst>
          </p:cNvPr>
          <p:cNvGrpSpPr/>
          <p:nvPr/>
        </p:nvGrpSpPr>
        <p:grpSpPr>
          <a:xfrm>
            <a:off x="8298775" y="4240451"/>
            <a:ext cx="7780100" cy="7780102"/>
            <a:chOff x="8298775" y="4240451"/>
            <a:chExt cx="7780100" cy="7780102"/>
          </a:xfrm>
        </p:grpSpPr>
        <p:sp>
          <p:nvSpPr>
            <p:cNvPr id="74" name="Freeform 2">
              <a:extLst>
                <a:ext uri="{FF2B5EF4-FFF2-40B4-BE49-F238E27FC236}">
                  <a16:creationId xmlns:a16="http://schemas.microsoft.com/office/drawing/2014/main" id="{53AB70E3-203D-4302-A961-0C2A9F7240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85772" y="4719344"/>
              <a:ext cx="6806105" cy="6806103"/>
            </a:xfrm>
            <a:custGeom>
              <a:avLst/>
              <a:gdLst>
                <a:gd name="T0" fmla="*/ 7579 w 7580"/>
                <a:gd name="T1" fmla="*/ 3789 h 7580"/>
                <a:gd name="T2" fmla="*/ 7579 w 7580"/>
                <a:gd name="T3" fmla="*/ 3789 h 7580"/>
                <a:gd name="T4" fmla="*/ 3790 w 7580"/>
                <a:gd name="T5" fmla="*/ 7579 h 7580"/>
                <a:gd name="T6" fmla="*/ 3790 w 7580"/>
                <a:gd name="T7" fmla="*/ 7579 h 7580"/>
                <a:gd name="T8" fmla="*/ 0 w 7580"/>
                <a:gd name="T9" fmla="*/ 3789 h 7580"/>
                <a:gd name="T10" fmla="*/ 0 w 7580"/>
                <a:gd name="T11" fmla="*/ 3789 h 7580"/>
                <a:gd name="T12" fmla="*/ 3790 w 7580"/>
                <a:gd name="T13" fmla="*/ 0 h 7580"/>
                <a:gd name="T14" fmla="*/ 3790 w 7580"/>
                <a:gd name="T15" fmla="*/ 0 h 7580"/>
                <a:gd name="T16" fmla="*/ 7579 w 7580"/>
                <a:gd name="T17" fmla="*/ 3789 h 7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580" h="7580">
                  <a:moveTo>
                    <a:pt x="7579" y="3789"/>
                  </a:moveTo>
                  <a:lnTo>
                    <a:pt x="7579" y="3789"/>
                  </a:lnTo>
                  <a:cubicBezTo>
                    <a:pt x="7579" y="5882"/>
                    <a:pt x="5882" y="7579"/>
                    <a:pt x="3790" y="7579"/>
                  </a:cubicBezTo>
                  <a:lnTo>
                    <a:pt x="3790" y="7579"/>
                  </a:lnTo>
                  <a:cubicBezTo>
                    <a:pt x="1697" y="7579"/>
                    <a:pt x="0" y="5882"/>
                    <a:pt x="0" y="3789"/>
                  </a:cubicBezTo>
                  <a:lnTo>
                    <a:pt x="0" y="3789"/>
                  </a:lnTo>
                  <a:cubicBezTo>
                    <a:pt x="0" y="1698"/>
                    <a:pt x="1697" y="0"/>
                    <a:pt x="3790" y="0"/>
                  </a:cubicBezTo>
                  <a:lnTo>
                    <a:pt x="3790" y="0"/>
                  </a:lnTo>
                  <a:cubicBezTo>
                    <a:pt x="5882" y="0"/>
                    <a:pt x="7579" y="1698"/>
                    <a:pt x="7579" y="3789"/>
                  </a:cubicBezTo>
                </a:path>
              </a:pathLst>
            </a:custGeom>
            <a:noFill/>
            <a:ln w="2413000" cap="flat">
              <a:solidFill>
                <a:schemeClr val="accent6">
                  <a:alpha val="15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75" name="Freeform 3">
              <a:extLst>
                <a:ext uri="{FF2B5EF4-FFF2-40B4-BE49-F238E27FC236}">
                  <a16:creationId xmlns:a16="http://schemas.microsoft.com/office/drawing/2014/main" id="{6AB34E33-0987-40A0-8948-01C823E1BD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8775" y="4240451"/>
              <a:ext cx="2969504" cy="2969504"/>
            </a:xfrm>
            <a:custGeom>
              <a:avLst/>
              <a:gdLst>
                <a:gd name="T0" fmla="*/ 3306 w 3307"/>
                <a:gd name="T1" fmla="*/ 1653 h 3306"/>
                <a:gd name="T2" fmla="*/ 3306 w 3307"/>
                <a:gd name="T3" fmla="*/ 1653 h 3306"/>
                <a:gd name="T4" fmla="*/ 1653 w 3307"/>
                <a:gd name="T5" fmla="*/ 3305 h 3306"/>
                <a:gd name="T6" fmla="*/ 1653 w 3307"/>
                <a:gd name="T7" fmla="*/ 3305 h 3306"/>
                <a:gd name="T8" fmla="*/ 0 w 3307"/>
                <a:gd name="T9" fmla="*/ 1653 h 3306"/>
                <a:gd name="T10" fmla="*/ 0 w 3307"/>
                <a:gd name="T11" fmla="*/ 1653 h 3306"/>
                <a:gd name="T12" fmla="*/ 1653 w 3307"/>
                <a:gd name="T13" fmla="*/ 0 h 3306"/>
                <a:gd name="T14" fmla="*/ 1653 w 3307"/>
                <a:gd name="T15" fmla="*/ 0 h 3306"/>
                <a:gd name="T16" fmla="*/ 3306 w 3307"/>
                <a:gd name="T17" fmla="*/ 1653 h 3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307" h="3306">
                  <a:moveTo>
                    <a:pt x="3306" y="1653"/>
                  </a:moveTo>
                  <a:lnTo>
                    <a:pt x="3306" y="1653"/>
                  </a:lnTo>
                  <a:cubicBezTo>
                    <a:pt x="3306" y="2566"/>
                    <a:pt x="2566" y="3305"/>
                    <a:pt x="1653" y="3305"/>
                  </a:cubicBezTo>
                  <a:lnTo>
                    <a:pt x="1653" y="3305"/>
                  </a:lnTo>
                  <a:cubicBezTo>
                    <a:pt x="740" y="3305"/>
                    <a:pt x="0" y="2566"/>
                    <a:pt x="0" y="1653"/>
                  </a:cubicBezTo>
                  <a:lnTo>
                    <a:pt x="0" y="1653"/>
                  </a:lnTo>
                  <a:cubicBezTo>
                    <a:pt x="0" y="740"/>
                    <a:pt x="740" y="0"/>
                    <a:pt x="1653" y="0"/>
                  </a:cubicBezTo>
                  <a:lnTo>
                    <a:pt x="1653" y="0"/>
                  </a:lnTo>
                  <a:cubicBezTo>
                    <a:pt x="2566" y="0"/>
                    <a:pt x="3306" y="740"/>
                    <a:pt x="3306" y="1653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76" name="Freeform 4">
              <a:extLst>
                <a:ext uri="{FF2B5EF4-FFF2-40B4-BE49-F238E27FC236}">
                  <a16:creationId xmlns:a16="http://schemas.microsoft.com/office/drawing/2014/main" id="{C1C62CF2-6A11-4932-8A87-F5346B85D0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98775" y="9051049"/>
              <a:ext cx="2969504" cy="2969504"/>
            </a:xfrm>
            <a:custGeom>
              <a:avLst/>
              <a:gdLst>
                <a:gd name="T0" fmla="*/ 3306 w 3307"/>
                <a:gd name="T1" fmla="*/ 1653 h 3307"/>
                <a:gd name="T2" fmla="*/ 3306 w 3307"/>
                <a:gd name="T3" fmla="*/ 1653 h 3307"/>
                <a:gd name="T4" fmla="*/ 1653 w 3307"/>
                <a:gd name="T5" fmla="*/ 3306 h 3307"/>
                <a:gd name="T6" fmla="*/ 1653 w 3307"/>
                <a:gd name="T7" fmla="*/ 3306 h 3307"/>
                <a:gd name="T8" fmla="*/ 0 w 3307"/>
                <a:gd name="T9" fmla="*/ 1653 h 3307"/>
                <a:gd name="T10" fmla="*/ 0 w 3307"/>
                <a:gd name="T11" fmla="*/ 1653 h 3307"/>
                <a:gd name="T12" fmla="*/ 1653 w 3307"/>
                <a:gd name="T13" fmla="*/ 0 h 3307"/>
                <a:gd name="T14" fmla="*/ 1653 w 3307"/>
                <a:gd name="T15" fmla="*/ 0 h 3307"/>
                <a:gd name="T16" fmla="*/ 3306 w 3307"/>
                <a:gd name="T17" fmla="*/ 1653 h 3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307" h="3307">
                  <a:moveTo>
                    <a:pt x="3306" y="1653"/>
                  </a:moveTo>
                  <a:lnTo>
                    <a:pt x="3306" y="1653"/>
                  </a:lnTo>
                  <a:cubicBezTo>
                    <a:pt x="3306" y="2566"/>
                    <a:pt x="2566" y="3306"/>
                    <a:pt x="1653" y="3306"/>
                  </a:cubicBezTo>
                  <a:lnTo>
                    <a:pt x="1653" y="3306"/>
                  </a:lnTo>
                  <a:cubicBezTo>
                    <a:pt x="740" y="3306"/>
                    <a:pt x="0" y="2566"/>
                    <a:pt x="0" y="1653"/>
                  </a:cubicBezTo>
                  <a:lnTo>
                    <a:pt x="0" y="1653"/>
                  </a:lnTo>
                  <a:cubicBezTo>
                    <a:pt x="0" y="740"/>
                    <a:pt x="740" y="0"/>
                    <a:pt x="1653" y="0"/>
                  </a:cubicBezTo>
                  <a:lnTo>
                    <a:pt x="1653" y="0"/>
                  </a:lnTo>
                  <a:cubicBezTo>
                    <a:pt x="2566" y="0"/>
                    <a:pt x="3306" y="740"/>
                    <a:pt x="3306" y="1653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77" name="Freeform 5">
              <a:extLst>
                <a:ext uri="{FF2B5EF4-FFF2-40B4-BE49-F238E27FC236}">
                  <a16:creationId xmlns:a16="http://schemas.microsoft.com/office/drawing/2014/main" id="{AF26DC29-C5A6-4D99-8039-53FB3A2D60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09371" y="9051049"/>
              <a:ext cx="2969504" cy="2969504"/>
            </a:xfrm>
            <a:custGeom>
              <a:avLst/>
              <a:gdLst>
                <a:gd name="T0" fmla="*/ 3306 w 3307"/>
                <a:gd name="T1" fmla="*/ 1653 h 3307"/>
                <a:gd name="T2" fmla="*/ 3306 w 3307"/>
                <a:gd name="T3" fmla="*/ 1653 h 3307"/>
                <a:gd name="T4" fmla="*/ 1653 w 3307"/>
                <a:gd name="T5" fmla="*/ 3306 h 3307"/>
                <a:gd name="T6" fmla="*/ 1653 w 3307"/>
                <a:gd name="T7" fmla="*/ 3306 h 3307"/>
                <a:gd name="T8" fmla="*/ 0 w 3307"/>
                <a:gd name="T9" fmla="*/ 1653 h 3307"/>
                <a:gd name="T10" fmla="*/ 0 w 3307"/>
                <a:gd name="T11" fmla="*/ 1653 h 3307"/>
                <a:gd name="T12" fmla="*/ 1653 w 3307"/>
                <a:gd name="T13" fmla="*/ 0 h 3307"/>
                <a:gd name="T14" fmla="*/ 1653 w 3307"/>
                <a:gd name="T15" fmla="*/ 0 h 3307"/>
                <a:gd name="T16" fmla="*/ 3306 w 3307"/>
                <a:gd name="T17" fmla="*/ 1653 h 3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307" h="3307">
                  <a:moveTo>
                    <a:pt x="3306" y="1653"/>
                  </a:moveTo>
                  <a:lnTo>
                    <a:pt x="3306" y="1653"/>
                  </a:lnTo>
                  <a:cubicBezTo>
                    <a:pt x="3306" y="2566"/>
                    <a:pt x="2566" y="3306"/>
                    <a:pt x="1653" y="3306"/>
                  </a:cubicBezTo>
                  <a:lnTo>
                    <a:pt x="1653" y="3306"/>
                  </a:lnTo>
                  <a:cubicBezTo>
                    <a:pt x="741" y="3306"/>
                    <a:pt x="0" y="2566"/>
                    <a:pt x="0" y="1653"/>
                  </a:cubicBezTo>
                  <a:lnTo>
                    <a:pt x="0" y="1653"/>
                  </a:lnTo>
                  <a:cubicBezTo>
                    <a:pt x="0" y="740"/>
                    <a:pt x="741" y="0"/>
                    <a:pt x="1653" y="0"/>
                  </a:cubicBezTo>
                  <a:lnTo>
                    <a:pt x="1653" y="0"/>
                  </a:lnTo>
                  <a:cubicBezTo>
                    <a:pt x="2566" y="0"/>
                    <a:pt x="3306" y="740"/>
                    <a:pt x="3306" y="1653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  <p:sp>
          <p:nvSpPr>
            <p:cNvPr id="78" name="Freeform 6">
              <a:extLst>
                <a:ext uri="{FF2B5EF4-FFF2-40B4-BE49-F238E27FC236}">
                  <a16:creationId xmlns:a16="http://schemas.microsoft.com/office/drawing/2014/main" id="{BEDAFDB1-2242-4D46-A6AE-4C52C381F1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09371" y="4240451"/>
              <a:ext cx="2969504" cy="2969504"/>
            </a:xfrm>
            <a:custGeom>
              <a:avLst/>
              <a:gdLst>
                <a:gd name="T0" fmla="*/ 3306 w 3307"/>
                <a:gd name="T1" fmla="*/ 1653 h 3306"/>
                <a:gd name="T2" fmla="*/ 3306 w 3307"/>
                <a:gd name="T3" fmla="*/ 1653 h 3306"/>
                <a:gd name="T4" fmla="*/ 1653 w 3307"/>
                <a:gd name="T5" fmla="*/ 3305 h 3306"/>
                <a:gd name="T6" fmla="*/ 1653 w 3307"/>
                <a:gd name="T7" fmla="*/ 3305 h 3306"/>
                <a:gd name="T8" fmla="*/ 0 w 3307"/>
                <a:gd name="T9" fmla="*/ 1653 h 3306"/>
                <a:gd name="T10" fmla="*/ 0 w 3307"/>
                <a:gd name="T11" fmla="*/ 1653 h 3306"/>
                <a:gd name="T12" fmla="*/ 1653 w 3307"/>
                <a:gd name="T13" fmla="*/ 0 h 3306"/>
                <a:gd name="T14" fmla="*/ 1653 w 3307"/>
                <a:gd name="T15" fmla="*/ 0 h 3306"/>
                <a:gd name="T16" fmla="*/ 3306 w 3307"/>
                <a:gd name="T17" fmla="*/ 1653 h 33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307" h="3306">
                  <a:moveTo>
                    <a:pt x="3306" y="1653"/>
                  </a:moveTo>
                  <a:lnTo>
                    <a:pt x="3306" y="1653"/>
                  </a:lnTo>
                  <a:cubicBezTo>
                    <a:pt x="3306" y="2566"/>
                    <a:pt x="2566" y="3305"/>
                    <a:pt x="1653" y="3305"/>
                  </a:cubicBezTo>
                  <a:lnTo>
                    <a:pt x="1653" y="3305"/>
                  </a:lnTo>
                  <a:cubicBezTo>
                    <a:pt x="741" y="3305"/>
                    <a:pt x="0" y="2566"/>
                    <a:pt x="0" y="1653"/>
                  </a:cubicBezTo>
                  <a:lnTo>
                    <a:pt x="0" y="1653"/>
                  </a:lnTo>
                  <a:cubicBezTo>
                    <a:pt x="0" y="740"/>
                    <a:pt x="741" y="0"/>
                    <a:pt x="1653" y="0"/>
                  </a:cubicBezTo>
                  <a:lnTo>
                    <a:pt x="1653" y="0"/>
                  </a:lnTo>
                  <a:cubicBezTo>
                    <a:pt x="2566" y="0"/>
                    <a:pt x="3306" y="740"/>
                    <a:pt x="3306" y="1653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wrap="none" anchor="ctr"/>
            <a:lstStyle/>
            <a:p>
              <a:endParaRPr lang="en-US" sz="6532" dirty="0">
                <a:latin typeface="Montserrat" panose="00000500000000000000" pitchFamily="2" charset="0"/>
              </a:endParaRPr>
            </a:p>
          </p:txBody>
        </p:sp>
      </p:grpSp>
      <p:sp>
        <p:nvSpPr>
          <p:cNvPr id="79" name="Line 8">
            <a:extLst>
              <a:ext uri="{FF2B5EF4-FFF2-40B4-BE49-F238E27FC236}">
                <a16:creationId xmlns:a16="http://schemas.microsoft.com/office/drawing/2014/main" id="{8790852C-54AC-40D6-A5DE-0B44179EE6B1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88825" y="3286760"/>
            <a:ext cx="0" cy="9672320"/>
          </a:xfrm>
          <a:prstGeom prst="line">
            <a:avLst/>
          </a:prstGeom>
          <a:noFill/>
          <a:ln w="12700" cap="flat">
            <a:solidFill>
              <a:schemeClr val="accent6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80" name="Line 10">
            <a:extLst>
              <a:ext uri="{FF2B5EF4-FFF2-40B4-BE49-F238E27FC236}">
                <a16:creationId xmlns:a16="http://schemas.microsoft.com/office/drawing/2014/main" id="{BC25CAC1-4297-4617-A932-95885EF1F660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0827" y="8136780"/>
            <a:ext cx="21335997" cy="0"/>
          </a:xfrm>
          <a:prstGeom prst="line">
            <a:avLst/>
          </a:prstGeom>
          <a:noFill/>
          <a:ln w="12700" cap="flat">
            <a:solidFill>
              <a:schemeClr val="accent6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D652E6-499A-4DCE-91CA-1C6D8ADCA132}"/>
              </a:ext>
            </a:extLst>
          </p:cNvPr>
          <p:cNvSpPr txBox="1"/>
          <p:nvPr/>
        </p:nvSpPr>
        <p:spPr>
          <a:xfrm>
            <a:off x="1520825" y="750700"/>
            <a:ext cx="21336000" cy="116955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7000" b="1" spc="-29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CHALLENGES SLIDE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4510544-C9E7-43D0-9E99-DEF0F31219B0}"/>
              </a:ext>
            </a:extLst>
          </p:cNvPr>
          <p:cNvSpPr txBox="1"/>
          <p:nvPr/>
        </p:nvSpPr>
        <p:spPr>
          <a:xfrm>
            <a:off x="1520827" y="1886522"/>
            <a:ext cx="213359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spc="-120" dirty="0">
                <a:latin typeface="Montserrat" pitchFamily="2" charset="77"/>
                <a:cs typeface="Poppins" pitchFamily="2" charset="77"/>
              </a:rPr>
              <a:t>Make a big impact with our professional slides and charts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F0612D8-B804-45FD-8811-0CE49DA2234E}"/>
              </a:ext>
            </a:extLst>
          </p:cNvPr>
          <p:cNvSpPr txBox="1"/>
          <p:nvPr/>
        </p:nvSpPr>
        <p:spPr>
          <a:xfrm>
            <a:off x="1704538" y="3634179"/>
            <a:ext cx="5163020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 01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0DB1CB2-FBFE-4FA9-B656-9522E78074D3}"/>
              </a:ext>
            </a:extLst>
          </p:cNvPr>
          <p:cNvSpPr txBox="1"/>
          <p:nvPr/>
        </p:nvSpPr>
        <p:spPr>
          <a:xfrm>
            <a:off x="1704539" y="4315521"/>
            <a:ext cx="5163022" cy="976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our  professional slides and charts, 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59B4189-2813-4A85-BBA7-376FD1991498}"/>
              </a:ext>
            </a:extLst>
          </p:cNvPr>
          <p:cNvSpPr txBox="1"/>
          <p:nvPr/>
        </p:nvSpPr>
        <p:spPr>
          <a:xfrm>
            <a:off x="1704541" y="6058286"/>
            <a:ext cx="5163020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SOLUTION 01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7C11D6A-0DBB-4DC5-A681-4F67AD4EDB47}"/>
              </a:ext>
            </a:extLst>
          </p:cNvPr>
          <p:cNvSpPr txBox="1"/>
          <p:nvPr/>
        </p:nvSpPr>
        <p:spPr>
          <a:xfrm>
            <a:off x="1704542" y="6739628"/>
            <a:ext cx="5163022" cy="976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our  professional slides and charts, 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C27F133-DF51-4CFF-B316-6BF3B3A7BCED}"/>
              </a:ext>
            </a:extLst>
          </p:cNvPr>
          <p:cNvSpPr txBox="1"/>
          <p:nvPr/>
        </p:nvSpPr>
        <p:spPr>
          <a:xfrm>
            <a:off x="1704535" y="8463249"/>
            <a:ext cx="5163020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 04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8A0E313-5C0C-418C-BF16-E1F0569BD894}"/>
              </a:ext>
            </a:extLst>
          </p:cNvPr>
          <p:cNvSpPr txBox="1"/>
          <p:nvPr/>
        </p:nvSpPr>
        <p:spPr>
          <a:xfrm>
            <a:off x="1704536" y="9144591"/>
            <a:ext cx="5163022" cy="976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our  professional slides and charts,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D55ADB1-4D80-4D92-AEB8-32236E376D5B}"/>
              </a:ext>
            </a:extLst>
          </p:cNvPr>
          <p:cNvSpPr txBox="1"/>
          <p:nvPr/>
        </p:nvSpPr>
        <p:spPr>
          <a:xfrm>
            <a:off x="1704535" y="10873596"/>
            <a:ext cx="5163020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SOLUTION 04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568DCE9-3F35-4A01-AADA-D8A484523AE7}"/>
              </a:ext>
            </a:extLst>
          </p:cNvPr>
          <p:cNvSpPr txBox="1"/>
          <p:nvPr/>
        </p:nvSpPr>
        <p:spPr>
          <a:xfrm>
            <a:off x="1704536" y="11554938"/>
            <a:ext cx="5163022" cy="976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our  professional slides and charts, 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0E4942A-A45D-4FF8-992D-98A2C442322A}"/>
              </a:ext>
            </a:extLst>
          </p:cNvPr>
          <p:cNvSpPr txBox="1"/>
          <p:nvPr/>
        </p:nvSpPr>
        <p:spPr>
          <a:xfrm>
            <a:off x="17510082" y="3634179"/>
            <a:ext cx="5163020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 02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1E0A579-7CF8-4514-B891-03019220CB0E}"/>
              </a:ext>
            </a:extLst>
          </p:cNvPr>
          <p:cNvSpPr txBox="1"/>
          <p:nvPr/>
        </p:nvSpPr>
        <p:spPr>
          <a:xfrm>
            <a:off x="17510083" y="4315521"/>
            <a:ext cx="5163022" cy="976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our  professional slides and charts, 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54CA684-6B60-4726-9346-8347FE570D8C}"/>
              </a:ext>
            </a:extLst>
          </p:cNvPr>
          <p:cNvSpPr txBox="1"/>
          <p:nvPr/>
        </p:nvSpPr>
        <p:spPr>
          <a:xfrm>
            <a:off x="17510085" y="6058286"/>
            <a:ext cx="5163020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SOLUTION 02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B34225F-A903-48D7-9C10-3FECADF99A44}"/>
              </a:ext>
            </a:extLst>
          </p:cNvPr>
          <p:cNvSpPr txBox="1"/>
          <p:nvPr/>
        </p:nvSpPr>
        <p:spPr>
          <a:xfrm>
            <a:off x="17510086" y="6739628"/>
            <a:ext cx="5163022" cy="976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our  professional slides and charts,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B31A6E5-8399-4648-B4F4-9F4E44BA1C24}"/>
              </a:ext>
            </a:extLst>
          </p:cNvPr>
          <p:cNvSpPr txBox="1"/>
          <p:nvPr/>
        </p:nvSpPr>
        <p:spPr>
          <a:xfrm>
            <a:off x="17510079" y="8463249"/>
            <a:ext cx="5163020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 03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CA79362-5949-4EBC-98D3-D6962E4CEE70}"/>
              </a:ext>
            </a:extLst>
          </p:cNvPr>
          <p:cNvSpPr txBox="1"/>
          <p:nvPr/>
        </p:nvSpPr>
        <p:spPr>
          <a:xfrm>
            <a:off x="17510080" y="9144591"/>
            <a:ext cx="5163022" cy="976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our  professional slides and charts, 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F913337-060D-4CD8-BA3D-AFB3C9061969}"/>
              </a:ext>
            </a:extLst>
          </p:cNvPr>
          <p:cNvSpPr txBox="1"/>
          <p:nvPr/>
        </p:nvSpPr>
        <p:spPr>
          <a:xfrm>
            <a:off x="17510079" y="10873596"/>
            <a:ext cx="5163020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SOLUTION 03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7BB71B2-1003-478F-B0FE-80F36D125DAB}"/>
              </a:ext>
            </a:extLst>
          </p:cNvPr>
          <p:cNvSpPr txBox="1"/>
          <p:nvPr/>
        </p:nvSpPr>
        <p:spPr>
          <a:xfrm>
            <a:off x="17510080" y="11554938"/>
            <a:ext cx="5163022" cy="976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our  professional slides and charts, 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B053940-F996-4A41-8289-EED8643B32BD}"/>
              </a:ext>
            </a:extLst>
          </p:cNvPr>
          <p:cNvSpPr txBox="1"/>
          <p:nvPr/>
        </p:nvSpPr>
        <p:spPr>
          <a:xfrm>
            <a:off x="8300720" y="5167276"/>
            <a:ext cx="2963598" cy="107721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NI" sz="3200" b="1" spc="-3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OBJECTIVE</a:t>
            </a:r>
          </a:p>
          <a:p>
            <a:pPr algn="ctr"/>
            <a:r>
              <a:rPr lang="es-NI" sz="3200" b="1" spc="-3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01</a:t>
            </a:r>
            <a:endParaRPr lang="en-US" sz="3200" b="1" spc="-30" dirty="0">
              <a:solidFill>
                <a:schemeClr val="bg1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D291922-545B-4968-AF99-6BE9642D218E}"/>
              </a:ext>
            </a:extLst>
          </p:cNvPr>
          <p:cNvSpPr txBox="1"/>
          <p:nvPr/>
        </p:nvSpPr>
        <p:spPr>
          <a:xfrm>
            <a:off x="13103172" y="5167276"/>
            <a:ext cx="2963598" cy="107721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NI" sz="3200" b="1" spc="-3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OBJECTIVE</a:t>
            </a:r>
          </a:p>
          <a:p>
            <a:pPr algn="ctr"/>
            <a:r>
              <a:rPr lang="es-NI" sz="3200" b="1" spc="-3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02</a:t>
            </a:r>
            <a:endParaRPr lang="en-US" sz="3200" b="1" spc="-30" dirty="0">
              <a:solidFill>
                <a:schemeClr val="bg1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10A7EE7-F16C-4582-BBD4-41C69E1D414A}"/>
              </a:ext>
            </a:extLst>
          </p:cNvPr>
          <p:cNvSpPr txBox="1"/>
          <p:nvPr/>
        </p:nvSpPr>
        <p:spPr>
          <a:xfrm>
            <a:off x="8300720" y="9983116"/>
            <a:ext cx="2963598" cy="107721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NI" sz="3200" b="1" spc="-3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OBJECTIVE</a:t>
            </a:r>
          </a:p>
          <a:p>
            <a:pPr algn="ctr"/>
            <a:r>
              <a:rPr lang="es-NI" sz="3200" b="1" spc="-3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04</a:t>
            </a:r>
            <a:endParaRPr lang="en-US" sz="3200" b="1" spc="-30" dirty="0">
              <a:solidFill>
                <a:schemeClr val="bg1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1F3376B-AB95-441C-98EF-CB37182B0FBE}"/>
              </a:ext>
            </a:extLst>
          </p:cNvPr>
          <p:cNvSpPr txBox="1"/>
          <p:nvPr/>
        </p:nvSpPr>
        <p:spPr>
          <a:xfrm>
            <a:off x="13103172" y="9983116"/>
            <a:ext cx="2963598" cy="107721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NI" sz="3200" b="1" spc="-3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OBJECTIVE</a:t>
            </a:r>
          </a:p>
          <a:p>
            <a:pPr algn="ctr"/>
            <a:r>
              <a:rPr lang="es-NI" sz="3200" b="1" spc="-3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03</a:t>
            </a:r>
            <a:endParaRPr lang="en-US" sz="3200" b="1" spc="-30" dirty="0">
              <a:solidFill>
                <a:schemeClr val="bg1"/>
              </a:solidFill>
              <a:latin typeface="Montserrat" pitchFamily="2" charset="77"/>
              <a:cs typeface="Poppins" pitchFamily="2" charset="77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357DADC8-FE08-4FCD-B391-3BD4102DD406}"/>
              </a:ext>
            </a:extLst>
          </p:cNvPr>
          <p:cNvGrpSpPr/>
          <p:nvPr/>
        </p:nvGrpSpPr>
        <p:grpSpPr>
          <a:xfrm>
            <a:off x="10884258" y="1856497"/>
            <a:ext cx="13493392" cy="11853035"/>
            <a:chOff x="10884258" y="1856497"/>
            <a:chExt cx="13493392" cy="11853035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A64F5629-C5E4-465B-82D6-7284381F8794}"/>
                </a:ext>
              </a:extLst>
            </p:cNvPr>
            <p:cNvGrpSpPr/>
            <p:nvPr/>
          </p:nvGrpSpPr>
          <p:grpSpPr>
            <a:xfrm>
              <a:off x="10884258" y="5013704"/>
              <a:ext cx="13493392" cy="8695828"/>
              <a:chOff x="10884258" y="5013704"/>
              <a:chExt cx="13493392" cy="8695828"/>
            </a:xfrm>
          </p:grpSpPr>
          <p:sp>
            <p:nvSpPr>
              <p:cNvPr id="76" name="Freeform 2">
                <a:extLst>
                  <a:ext uri="{FF2B5EF4-FFF2-40B4-BE49-F238E27FC236}">
                    <a16:creationId xmlns:a16="http://schemas.microsoft.com/office/drawing/2014/main" id="{A51E5917-F723-460A-A9C7-1AD58D695B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84258" y="5013704"/>
                <a:ext cx="13493392" cy="8695828"/>
              </a:xfrm>
              <a:custGeom>
                <a:avLst/>
                <a:gdLst>
                  <a:gd name="T0" fmla="*/ 7835 w 15415"/>
                  <a:gd name="T1" fmla="*/ 2265 h 9934"/>
                  <a:gd name="T2" fmla="*/ 5140 w 15415"/>
                  <a:gd name="T3" fmla="*/ 3860 h 9934"/>
                  <a:gd name="T4" fmla="*/ 3922 w 15415"/>
                  <a:gd name="T5" fmla="*/ 3860 h 9934"/>
                  <a:gd name="T6" fmla="*/ 3180 w 15415"/>
                  <a:gd name="T7" fmla="*/ 6567 h 9934"/>
                  <a:gd name="T8" fmla="*/ 1494 w 15415"/>
                  <a:gd name="T9" fmla="*/ 6567 h 9934"/>
                  <a:gd name="T10" fmla="*/ 0 w 15415"/>
                  <a:gd name="T11" fmla="*/ 9933 h 9934"/>
                  <a:gd name="T12" fmla="*/ 15414 w 15415"/>
                  <a:gd name="T13" fmla="*/ 9933 h 9934"/>
                  <a:gd name="T14" fmla="*/ 15414 w 15415"/>
                  <a:gd name="T15" fmla="*/ 5061 h 9934"/>
                  <a:gd name="T16" fmla="*/ 14400 w 15415"/>
                  <a:gd name="T17" fmla="*/ 4609 h 9934"/>
                  <a:gd name="T18" fmla="*/ 14259 w 15415"/>
                  <a:gd name="T19" fmla="*/ 4161 h 9934"/>
                  <a:gd name="T20" fmla="*/ 13704 w 15415"/>
                  <a:gd name="T21" fmla="*/ 4132 h 9934"/>
                  <a:gd name="T22" fmla="*/ 13677 w 15415"/>
                  <a:gd name="T23" fmla="*/ 4042 h 9934"/>
                  <a:gd name="T24" fmla="*/ 13514 w 15415"/>
                  <a:gd name="T25" fmla="*/ 3769 h 9934"/>
                  <a:gd name="T26" fmla="*/ 13290 w 15415"/>
                  <a:gd name="T27" fmla="*/ 3738 h 9934"/>
                  <a:gd name="T28" fmla="*/ 12953 w 15415"/>
                  <a:gd name="T29" fmla="*/ 3174 h 9934"/>
                  <a:gd name="T30" fmla="*/ 10775 w 15415"/>
                  <a:gd name="T31" fmla="*/ 3174 h 9934"/>
                  <a:gd name="T32" fmla="*/ 10367 w 15415"/>
                  <a:gd name="T33" fmla="*/ 1438 h 9934"/>
                  <a:gd name="T34" fmla="*/ 9251 w 15415"/>
                  <a:gd name="T35" fmla="*/ 0 h 9934"/>
                  <a:gd name="T36" fmla="*/ 7835 w 15415"/>
                  <a:gd name="T37" fmla="*/ 2265 h 99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5415" h="9934">
                    <a:moveTo>
                      <a:pt x="7835" y="2265"/>
                    </a:moveTo>
                    <a:lnTo>
                      <a:pt x="5140" y="3860"/>
                    </a:lnTo>
                    <a:lnTo>
                      <a:pt x="3922" y="3860"/>
                    </a:lnTo>
                    <a:lnTo>
                      <a:pt x="3180" y="6567"/>
                    </a:lnTo>
                    <a:lnTo>
                      <a:pt x="1494" y="6567"/>
                    </a:lnTo>
                    <a:lnTo>
                      <a:pt x="0" y="9933"/>
                    </a:lnTo>
                    <a:lnTo>
                      <a:pt x="15414" y="9933"/>
                    </a:lnTo>
                    <a:lnTo>
                      <a:pt x="15414" y="5061"/>
                    </a:lnTo>
                    <a:lnTo>
                      <a:pt x="14400" y="4609"/>
                    </a:lnTo>
                    <a:lnTo>
                      <a:pt x="14259" y="4161"/>
                    </a:lnTo>
                    <a:lnTo>
                      <a:pt x="13704" y="4132"/>
                    </a:lnTo>
                    <a:lnTo>
                      <a:pt x="13677" y="4042"/>
                    </a:lnTo>
                    <a:lnTo>
                      <a:pt x="13514" y="3769"/>
                    </a:lnTo>
                    <a:lnTo>
                      <a:pt x="13290" y="3738"/>
                    </a:lnTo>
                    <a:lnTo>
                      <a:pt x="12953" y="3174"/>
                    </a:lnTo>
                    <a:lnTo>
                      <a:pt x="10775" y="3174"/>
                    </a:lnTo>
                    <a:lnTo>
                      <a:pt x="10367" y="1438"/>
                    </a:lnTo>
                    <a:lnTo>
                      <a:pt x="9251" y="0"/>
                    </a:lnTo>
                    <a:lnTo>
                      <a:pt x="7835" y="2265"/>
                    </a:lnTo>
                  </a:path>
                </a:pathLst>
              </a:custGeom>
              <a:solidFill>
                <a:schemeClr val="bg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77" name="Freeform 3">
                <a:extLst>
                  <a:ext uri="{FF2B5EF4-FFF2-40B4-BE49-F238E27FC236}">
                    <a16:creationId xmlns:a16="http://schemas.microsoft.com/office/drawing/2014/main" id="{39677AD5-6CE6-494C-8174-2F78AB58DF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84258" y="5013704"/>
                <a:ext cx="13493392" cy="8695828"/>
              </a:xfrm>
              <a:custGeom>
                <a:avLst/>
                <a:gdLst>
                  <a:gd name="T0" fmla="*/ 15415 w 15416"/>
                  <a:gd name="T1" fmla="*/ 7998 h 9934"/>
                  <a:gd name="T2" fmla="*/ 15415 w 15416"/>
                  <a:gd name="T3" fmla="*/ 9933 h 9934"/>
                  <a:gd name="T4" fmla="*/ 0 w 15416"/>
                  <a:gd name="T5" fmla="*/ 9933 h 9934"/>
                  <a:gd name="T6" fmla="*/ 1494 w 15416"/>
                  <a:gd name="T7" fmla="*/ 6567 h 9934"/>
                  <a:gd name="T8" fmla="*/ 3181 w 15416"/>
                  <a:gd name="T9" fmla="*/ 6567 h 9934"/>
                  <a:gd name="T10" fmla="*/ 3923 w 15416"/>
                  <a:gd name="T11" fmla="*/ 3860 h 9934"/>
                  <a:gd name="T12" fmla="*/ 5141 w 15416"/>
                  <a:gd name="T13" fmla="*/ 3860 h 9934"/>
                  <a:gd name="T14" fmla="*/ 7836 w 15416"/>
                  <a:gd name="T15" fmla="*/ 2265 h 9934"/>
                  <a:gd name="T16" fmla="*/ 9252 w 15416"/>
                  <a:gd name="T17" fmla="*/ 0 h 9934"/>
                  <a:gd name="T18" fmla="*/ 10368 w 15416"/>
                  <a:gd name="T19" fmla="*/ 1438 h 9934"/>
                  <a:gd name="T20" fmla="*/ 10776 w 15416"/>
                  <a:gd name="T21" fmla="*/ 3174 h 9934"/>
                  <a:gd name="T22" fmla="*/ 12954 w 15416"/>
                  <a:gd name="T23" fmla="*/ 3174 h 9934"/>
                  <a:gd name="T24" fmla="*/ 13291 w 15416"/>
                  <a:gd name="T25" fmla="*/ 3738 h 9934"/>
                  <a:gd name="T26" fmla="*/ 13515 w 15416"/>
                  <a:gd name="T27" fmla="*/ 3769 h 9934"/>
                  <a:gd name="T28" fmla="*/ 13678 w 15416"/>
                  <a:gd name="T29" fmla="*/ 4042 h 9934"/>
                  <a:gd name="T30" fmla="*/ 13705 w 15416"/>
                  <a:gd name="T31" fmla="*/ 4132 h 9934"/>
                  <a:gd name="T32" fmla="*/ 14260 w 15416"/>
                  <a:gd name="T33" fmla="*/ 4161 h 9934"/>
                  <a:gd name="T34" fmla="*/ 14401 w 15416"/>
                  <a:gd name="T35" fmla="*/ 4609 h 9934"/>
                  <a:gd name="T36" fmla="*/ 15415 w 15416"/>
                  <a:gd name="T37" fmla="*/ 5061 h 9934"/>
                  <a:gd name="T38" fmla="*/ 15415 w 15416"/>
                  <a:gd name="T39" fmla="*/ 5254 h 9934"/>
                  <a:gd name="T40" fmla="*/ 15415 w 15416"/>
                  <a:gd name="T41" fmla="*/ 7998 h 99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5416" h="9934">
                    <a:moveTo>
                      <a:pt x="15415" y="7998"/>
                    </a:moveTo>
                    <a:lnTo>
                      <a:pt x="15415" y="9933"/>
                    </a:lnTo>
                    <a:lnTo>
                      <a:pt x="0" y="9933"/>
                    </a:lnTo>
                    <a:lnTo>
                      <a:pt x="1494" y="6567"/>
                    </a:lnTo>
                    <a:lnTo>
                      <a:pt x="3181" y="6567"/>
                    </a:lnTo>
                    <a:lnTo>
                      <a:pt x="3923" y="3860"/>
                    </a:lnTo>
                    <a:lnTo>
                      <a:pt x="5141" y="3860"/>
                    </a:lnTo>
                    <a:lnTo>
                      <a:pt x="7836" y="2265"/>
                    </a:lnTo>
                    <a:lnTo>
                      <a:pt x="9252" y="0"/>
                    </a:lnTo>
                    <a:lnTo>
                      <a:pt x="10368" y="1438"/>
                    </a:lnTo>
                    <a:lnTo>
                      <a:pt x="10776" y="3174"/>
                    </a:lnTo>
                    <a:lnTo>
                      <a:pt x="12954" y="3174"/>
                    </a:lnTo>
                    <a:lnTo>
                      <a:pt x="13291" y="3738"/>
                    </a:lnTo>
                    <a:lnTo>
                      <a:pt x="13515" y="3769"/>
                    </a:lnTo>
                    <a:lnTo>
                      <a:pt x="13678" y="4042"/>
                    </a:lnTo>
                    <a:lnTo>
                      <a:pt x="13705" y="4132"/>
                    </a:lnTo>
                    <a:lnTo>
                      <a:pt x="14260" y="4161"/>
                    </a:lnTo>
                    <a:lnTo>
                      <a:pt x="14401" y="4609"/>
                    </a:lnTo>
                    <a:lnTo>
                      <a:pt x="15415" y="5061"/>
                    </a:lnTo>
                    <a:lnTo>
                      <a:pt x="15415" y="5254"/>
                    </a:lnTo>
                    <a:lnTo>
                      <a:pt x="15415" y="7998"/>
                    </a:lnTo>
                  </a:path>
                </a:pathLst>
              </a:custGeom>
              <a:solidFill>
                <a:schemeClr val="accent6">
                  <a:alpha val="25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78" name="Freeform 4">
                <a:extLst>
                  <a:ext uri="{FF2B5EF4-FFF2-40B4-BE49-F238E27FC236}">
                    <a16:creationId xmlns:a16="http://schemas.microsoft.com/office/drawing/2014/main" id="{1441BBAD-105A-4796-897E-C46961C1EB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84986" y="5013704"/>
                <a:ext cx="7788806" cy="8695828"/>
              </a:xfrm>
              <a:custGeom>
                <a:avLst/>
                <a:gdLst>
                  <a:gd name="T0" fmla="*/ 8900 w 8901"/>
                  <a:gd name="T1" fmla="*/ 7998 h 9934"/>
                  <a:gd name="T2" fmla="*/ 8900 w 8901"/>
                  <a:gd name="T3" fmla="*/ 9933 h 9934"/>
                  <a:gd name="T4" fmla="*/ 0 w 8901"/>
                  <a:gd name="T5" fmla="*/ 9933 h 9934"/>
                  <a:gd name="T6" fmla="*/ 361 w 8901"/>
                  <a:gd name="T7" fmla="*/ 9273 h 9934"/>
                  <a:gd name="T8" fmla="*/ 1557 w 8901"/>
                  <a:gd name="T9" fmla="*/ 9373 h 9934"/>
                  <a:gd name="T10" fmla="*/ 1948 w 8901"/>
                  <a:gd name="T11" fmla="*/ 8806 h 9934"/>
                  <a:gd name="T12" fmla="*/ 2002 w 8901"/>
                  <a:gd name="T13" fmla="*/ 8727 h 9934"/>
                  <a:gd name="T14" fmla="*/ 1948 w 8901"/>
                  <a:gd name="T15" fmla="*/ 8686 h 9934"/>
                  <a:gd name="T16" fmla="*/ 514 w 8901"/>
                  <a:gd name="T17" fmla="*/ 7596 h 9934"/>
                  <a:gd name="T18" fmla="*/ 1948 w 8901"/>
                  <a:gd name="T19" fmla="*/ 6939 h 9934"/>
                  <a:gd name="T20" fmla="*/ 2667 w 8901"/>
                  <a:gd name="T21" fmla="*/ 6610 h 9934"/>
                  <a:gd name="T22" fmla="*/ 1987 w 8901"/>
                  <a:gd name="T23" fmla="*/ 5229 h 9934"/>
                  <a:gd name="T24" fmla="*/ 1956 w 8901"/>
                  <a:gd name="T25" fmla="*/ 5166 h 9934"/>
                  <a:gd name="T26" fmla="*/ 1627 w 8901"/>
                  <a:gd name="T27" fmla="*/ 4618 h 9934"/>
                  <a:gd name="T28" fmla="*/ 3825 w 8901"/>
                  <a:gd name="T29" fmla="*/ 3860 h 9934"/>
                  <a:gd name="T30" fmla="*/ 3132 w 8901"/>
                  <a:gd name="T31" fmla="*/ 3022 h 9934"/>
                  <a:gd name="T32" fmla="*/ 3492 w 8901"/>
                  <a:gd name="T33" fmla="*/ 2003 h 9934"/>
                  <a:gd name="T34" fmla="*/ 2737 w 8901"/>
                  <a:gd name="T35" fmla="*/ 0 h 9934"/>
                  <a:gd name="T36" fmla="*/ 3853 w 8901"/>
                  <a:gd name="T37" fmla="*/ 1438 h 9934"/>
                  <a:gd name="T38" fmla="*/ 4261 w 8901"/>
                  <a:gd name="T39" fmla="*/ 3174 h 9934"/>
                  <a:gd name="T40" fmla="*/ 6439 w 8901"/>
                  <a:gd name="T41" fmla="*/ 3174 h 9934"/>
                  <a:gd name="T42" fmla="*/ 6776 w 8901"/>
                  <a:gd name="T43" fmla="*/ 3738 h 9934"/>
                  <a:gd name="T44" fmla="*/ 7000 w 8901"/>
                  <a:gd name="T45" fmla="*/ 3769 h 9934"/>
                  <a:gd name="T46" fmla="*/ 7163 w 8901"/>
                  <a:gd name="T47" fmla="*/ 4042 h 9934"/>
                  <a:gd name="T48" fmla="*/ 7190 w 8901"/>
                  <a:gd name="T49" fmla="*/ 4132 h 9934"/>
                  <a:gd name="T50" fmla="*/ 7745 w 8901"/>
                  <a:gd name="T51" fmla="*/ 4161 h 9934"/>
                  <a:gd name="T52" fmla="*/ 7886 w 8901"/>
                  <a:gd name="T53" fmla="*/ 4609 h 9934"/>
                  <a:gd name="T54" fmla="*/ 8900 w 8901"/>
                  <a:gd name="T55" fmla="*/ 5061 h 9934"/>
                  <a:gd name="T56" fmla="*/ 8900 w 8901"/>
                  <a:gd name="T57" fmla="*/ 5254 h 9934"/>
                  <a:gd name="T58" fmla="*/ 8900 w 8901"/>
                  <a:gd name="T59" fmla="*/ 7998 h 99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8901" h="9934">
                    <a:moveTo>
                      <a:pt x="8900" y="7998"/>
                    </a:moveTo>
                    <a:lnTo>
                      <a:pt x="8900" y="9933"/>
                    </a:lnTo>
                    <a:lnTo>
                      <a:pt x="0" y="9933"/>
                    </a:lnTo>
                    <a:lnTo>
                      <a:pt x="361" y="9273"/>
                    </a:lnTo>
                    <a:lnTo>
                      <a:pt x="1557" y="9373"/>
                    </a:lnTo>
                    <a:lnTo>
                      <a:pt x="1948" y="8806"/>
                    </a:lnTo>
                    <a:lnTo>
                      <a:pt x="2002" y="8727"/>
                    </a:lnTo>
                    <a:lnTo>
                      <a:pt x="1948" y="8686"/>
                    </a:lnTo>
                    <a:lnTo>
                      <a:pt x="514" y="7596"/>
                    </a:lnTo>
                    <a:lnTo>
                      <a:pt x="1948" y="6939"/>
                    </a:lnTo>
                    <a:lnTo>
                      <a:pt x="2667" y="6610"/>
                    </a:lnTo>
                    <a:lnTo>
                      <a:pt x="1987" y="5229"/>
                    </a:lnTo>
                    <a:lnTo>
                      <a:pt x="1956" y="5166"/>
                    </a:lnTo>
                    <a:lnTo>
                      <a:pt x="1627" y="4618"/>
                    </a:lnTo>
                    <a:lnTo>
                      <a:pt x="3825" y="3860"/>
                    </a:lnTo>
                    <a:lnTo>
                      <a:pt x="3132" y="3022"/>
                    </a:lnTo>
                    <a:lnTo>
                      <a:pt x="3492" y="2003"/>
                    </a:lnTo>
                    <a:lnTo>
                      <a:pt x="2737" y="0"/>
                    </a:lnTo>
                    <a:lnTo>
                      <a:pt x="3853" y="1438"/>
                    </a:lnTo>
                    <a:lnTo>
                      <a:pt x="4261" y="3174"/>
                    </a:lnTo>
                    <a:lnTo>
                      <a:pt x="6439" y="3174"/>
                    </a:lnTo>
                    <a:lnTo>
                      <a:pt x="6776" y="3738"/>
                    </a:lnTo>
                    <a:lnTo>
                      <a:pt x="7000" y="3769"/>
                    </a:lnTo>
                    <a:lnTo>
                      <a:pt x="7163" y="4042"/>
                    </a:lnTo>
                    <a:lnTo>
                      <a:pt x="7190" y="4132"/>
                    </a:lnTo>
                    <a:lnTo>
                      <a:pt x="7745" y="4161"/>
                    </a:lnTo>
                    <a:lnTo>
                      <a:pt x="7886" y="4609"/>
                    </a:lnTo>
                    <a:lnTo>
                      <a:pt x="8900" y="5061"/>
                    </a:lnTo>
                    <a:lnTo>
                      <a:pt x="8900" y="5254"/>
                    </a:lnTo>
                    <a:lnTo>
                      <a:pt x="8900" y="7998"/>
                    </a:lnTo>
                  </a:path>
                </a:pathLst>
              </a:custGeom>
              <a:solidFill>
                <a:schemeClr val="accent6">
                  <a:alpha val="50000"/>
                </a:scheme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79" name="Freeform 5">
                <a:extLst>
                  <a:ext uri="{FF2B5EF4-FFF2-40B4-BE49-F238E27FC236}">
                    <a16:creationId xmlns:a16="http://schemas.microsoft.com/office/drawing/2014/main" id="{C7481052-B0F2-4055-9A23-7412CA32D8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536936" y="7792663"/>
                <a:ext cx="2836856" cy="5916869"/>
              </a:xfrm>
              <a:custGeom>
                <a:avLst/>
                <a:gdLst>
                  <a:gd name="T0" fmla="*/ 1112 w 3243"/>
                  <a:gd name="T1" fmla="*/ 2055 h 6760"/>
                  <a:gd name="T2" fmla="*/ 1252 w 3243"/>
                  <a:gd name="T3" fmla="*/ 2921 h 6760"/>
                  <a:gd name="T4" fmla="*/ 844 w 3243"/>
                  <a:gd name="T5" fmla="*/ 3258 h 6760"/>
                  <a:gd name="T6" fmla="*/ 0 w 3243"/>
                  <a:gd name="T7" fmla="*/ 2499 h 6760"/>
                  <a:gd name="T8" fmla="*/ 686 w 3243"/>
                  <a:gd name="T9" fmla="*/ 4241 h 6760"/>
                  <a:gd name="T10" fmla="*/ 254 w 3243"/>
                  <a:gd name="T11" fmla="*/ 4725 h 6760"/>
                  <a:gd name="T12" fmla="*/ 658 w 3243"/>
                  <a:gd name="T13" fmla="*/ 5385 h 6760"/>
                  <a:gd name="T14" fmla="*/ 0 w 3243"/>
                  <a:gd name="T15" fmla="*/ 5978 h 6760"/>
                  <a:gd name="T16" fmla="*/ 0 w 3243"/>
                  <a:gd name="T17" fmla="*/ 6759 h 6760"/>
                  <a:gd name="T18" fmla="*/ 3242 w 3243"/>
                  <a:gd name="T19" fmla="*/ 6759 h 6760"/>
                  <a:gd name="T20" fmla="*/ 3242 w 3243"/>
                  <a:gd name="T21" fmla="*/ 1887 h 6760"/>
                  <a:gd name="T22" fmla="*/ 2228 w 3243"/>
                  <a:gd name="T23" fmla="*/ 1435 h 6760"/>
                  <a:gd name="T24" fmla="*/ 2087 w 3243"/>
                  <a:gd name="T25" fmla="*/ 987 h 6760"/>
                  <a:gd name="T26" fmla="*/ 1532 w 3243"/>
                  <a:gd name="T27" fmla="*/ 958 h 6760"/>
                  <a:gd name="T28" fmla="*/ 1505 w 3243"/>
                  <a:gd name="T29" fmla="*/ 868 h 6760"/>
                  <a:gd name="T30" fmla="*/ 1342 w 3243"/>
                  <a:gd name="T31" fmla="*/ 595 h 6760"/>
                  <a:gd name="T32" fmla="*/ 1118 w 3243"/>
                  <a:gd name="T33" fmla="*/ 564 h 6760"/>
                  <a:gd name="T34" fmla="*/ 781 w 3243"/>
                  <a:gd name="T35" fmla="*/ 0 h 6760"/>
                  <a:gd name="T36" fmla="*/ 1112 w 3243"/>
                  <a:gd name="T37" fmla="*/ 2055 h 67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243" h="6760">
                    <a:moveTo>
                      <a:pt x="1112" y="2055"/>
                    </a:moveTo>
                    <a:lnTo>
                      <a:pt x="1252" y="2921"/>
                    </a:lnTo>
                    <a:lnTo>
                      <a:pt x="844" y="3258"/>
                    </a:lnTo>
                    <a:lnTo>
                      <a:pt x="0" y="2499"/>
                    </a:lnTo>
                    <a:lnTo>
                      <a:pt x="686" y="4241"/>
                    </a:lnTo>
                    <a:lnTo>
                      <a:pt x="254" y="4725"/>
                    </a:lnTo>
                    <a:lnTo>
                      <a:pt x="658" y="5385"/>
                    </a:lnTo>
                    <a:lnTo>
                      <a:pt x="0" y="5978"/>
                    </a:lnTo>
                    <a:lnTo>
                      <a:pt x="0" y="6759"/>
                    </a:lnTo>
                    <a:lnTo>
                      <a:pt x="3242" y="6759"/>
                    </a:lnTo>
                    <a:lnTo>
                      <a:pt x="3242" y="1887"/>
                    </a:lnTo>
                    <a:lnTo>
                      <a:pt x="2228" y="1435"/>
                    </a:lnTo>
                    <a:lnTo>
                      <a:pt x="2087" y="987"/>
                    </a:lnTo>
                    <a:lnTo>
                      <a:pt x="1532" y="958"/>
                    </a:lnTo>
                    <a:lnTo>
                      <a:pt x="1505" y="868"/>
                    </a:lnTo>
                    <a:lnTo>
                      <a:pt x="1342" y="595"/>
                    </a:lnTo>
                    <a:lnTo>
                      <a:pt x="1118" y="564"/>
                    </a:lnTo>
                    <a:lnTo>
                      <a:pt x="781" y="0"/>
                    </a:lnTo>
                    <a:lnTo>
                      <a:pt x="1112" y="2055"/>
                    </a:lnTo>
                  </a:path>
                </a:pathLst>
              </a:custGeom>
              <a:solidFill>
                <a:schemeClr val="accent6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FA7627A2-EE39-4EED-8CC5-AE8E8E6A7E70}"/>
                </a:ext>
              </a:extLst>
            </p:cNvPr>
            <p:cNvGrpSpPr/>
            <p:nvPr/>
          </p:nvGrpSpPr>
          <p:grpSpPr>
            <a:xfrm>
              <a:off x="17372358" y="1856497"/>
              <a:ext cx="3520015" cy="4948091"/>
              <a:chOff x="17372358" y="1856497"/>
              <a:chExt cx="3520015" cy="4948091"/>
            </a:xfrm>
          </p:grpSpPr>
          <p:sp>
            <p:nvSpPr>
              <p:cNvPr id="70" name="Freeform 9">
                <a:extLst>
                  <a:ext uri="{FF2B5EF4-FFF2-40B4-BE49-F238E27FC236}">
                    <a16:creationId xmlns:a16="http://schemas.microsoft.com/office/drawing/2014/main" id="{9734D7B1-7F2C-43D4-A617-1D7999E190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57631" y="2721062"/>
                <a:ext cx="1134742" cy="1713692"/>
              </a:xfrm>
              <a:custGeom>
                <a:avLst/>
                <a:gdLst>
                  <a:gd name="T0" fmla="*/ 223 w 1296"/>
                  <a:gd name="T1" fmla="*/ 1692 h 1956"/>
                  <a:gd name="T2" fmla="*/ 223 w 1296"/>
                  <a:gd name="T3" fmla="*/ 1692 h 1956"/>
                  <a:gd name="T4" fmla="*/ 1295 w 1296"/>
                  <a:gd name="T5" fmla="*/ 1401 h 1956"/>
                  <a:gd name="T6" fmla="*/ 1295 w 1296"/>
                  <a:gd name="T7" fmla="*/ 1401 h 1956"/>
                  <a:gd name="T8" fmla="*/ 1248 w 1296"/>
                  <a:gd name="T9" fmla="*/ 0 h 1956"/>
                  <a:gd name="T10" fmla="*/ 1248 w 1296"/>
                  <a:gd name="T11" fmla="*/ 0 h 1956"/>
                  <a:gd name="T12" fmla="*/ 174 w 1296"/>
                  <a:gd name="T13" fmla="*/ 319 h 1956"/>
                  <a:gd name="T14" fmla="*/ 174 w 1296"/>
                  <a:gd name="T15" fmla="*/ 319 h 1956"/>
                  <a:gd name="T16" fmla="*/ 223 w 1296"/>
                  <a:gd name="T17" fmla="*/ 1692 h 19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6" h="1956">
                    <a:moveTo>
                      <a:pt x="223" y="1692"/>
                    </a:moveTo>
                    <a:lnTo>
                      <a:pt x="223" y="1692"/>
                    </a:lnTo>
                    <a:cubicBezTo>
                      <a:pt x="223" y="1692"/>
                      <a:pt x="488" y="1955"/>
                      <a:pt x="1295" y="1401"/>
                    </a:cubicBezTo>
                    <a:lnTo>
                      <a:pt x="1295" y="1401"/>
                    </a:lnTo>
                    <a:cubicBezTo>
                      <a:pt x="1295" y="1401"/>
                      <a:pt x="1155" y="686"/>
                      <a:pt x="1248" y="0"/>
                    </a:cubicBezTo>
                    <a:lnTo>
                      <a:pt x="1248" y="0"/>
                    </a:lnTo>
                    <a:cubicBezTo>
                      <a:pt x="1248" y="0"/>
                      <a:pt x="808" y="501"/>
                      <a:pt x="174" y="319"/>
                    </a:cubicBezTo>
                    <a:lnTo>
                      <a:pt x="174" y="319"/>
                    </a:lnTo>
                    <a:cubicBezTo>
                      <a:pt x="174" y="319"/>
                      <a:pt x="0" y="1519"/>
                      <a:pt x="223" y="1692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71" name="Freeform 10">
                <a:extLst>
                  <a:ext uri="{FF2B5EF4-FFF2-40B4-BE49-F238E27FC236}">
                    <a16:creationId xmlns:a16="http://schemas.microsoft.com/office/drawing/2014/main" id="{09C7BC53-7126-4E6C-A02D-211CB56291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57631" y="2721062"/>
                <a:ext cx="1134742" cy="1713692"/>
              </a:xfrm>
              <a:custGeom>
                <a:avLst/>
                <a:gdLst>
                  <a:gd name="T0" fmla="*/ 223 w 1296"/>
                  <a:gd name="T1" fmla="*/ 1692 h 1956"/>
                  <a:gd name="T2" fmla="*/ 223 w 1296"/>
                  <a:gd name="T3" fmla="*/ 1692 h 1956"/>
                  <a:gd name="T4" fmla="*/ 1295 w 1296"/>
                  <a:gd name="T5" fmla="*/ 1401 h 1956"/>
                  <a:gd name="T6" fmla="*/ 1295 w 1296"/>
                  <a:gd name="T7" fmla="*/ 1401 h 1956"/>
                  <a:gd name="T8" fmla="*/ 1248 w 1296"/>
                  <a:gd name="T9" fmla="*/ 0 h 1956"/>
                  <a:gd name="T10" fmla="*/ 1248 w 1296"/>
                  <a:gd name="T11" fmla="*/ 0 h 1956"/>
                  <a:gd name="T12" fmla="*/ 174 w 1296"/>
                  <a:gd name="T13" fmla="*/ 319 h 1956"/>
                  <a:gd name="T14" fmla="*/ 174 w 1296"/>
                  <a:gd name="T15" fmla="*/ 319 h 1956"/>
                  <a:gd name="T16" fmla="*/ 223 w 1296"/>
                  <a:gd name="T17" fmla="*/ 1692 h 19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6" h="1956">
                    <a:moveTo>
                      <a:pt x="223" y="1692"/>
                    </a:moveTo>
                    <a:lnTo>
                      <a:pt x="223" y="1692"/>
                    </a:lnTo>
                    <a:cubicBezTo>
                      <a:pt x="223" y="1692"/>
                      <a:pt x="488" y="1955"/>
                      <a:pt x="1295" y="1401"/>
                    </a:cubicBezTo>
                    <a:lnTo>
                      <a:pt x="1295" y="1401"/>
                    </a:lnTo>
                    <a:cubicBezTo>
                      <a:pt x="1295" y="1401"/>
                      <a:pt x="1155" y="686"/>
                      <a:pt x="1248" y="0"/>
                    </a:cubicBezTo>
                    <a:lnTo>
                      <a:pt x="1248" y="0"/>
                    </a:lnTo>
                    <a:cubicBezTo>
                      <a:pt x="1248" y="0"/>
                      <a:pt x="808" y="501"/>
                      <a:pt x="174" y="319"/>
                    </a:cubicBezTo>
                    <a:lnTo>
                      <a:pt x="174" y="319"/>
                    </a:lnTo>
                    <a:cubicBezTo>
                      <a:pt x="174" y="319"/>
                      <a:pt x="0" y="1519"/>
                      <a:pt x="223" y="1692"/>
                    </a:cubicBezTo>
                  </a:path>
                </a:pathLst>
              </a:custGeom>
              <a:solidFill>
                <a:srgbClr val="111340">
                  <a:alpha val="20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72" name="Freeform 11">
                <a:extLst>
                  <a:ext uri="{FF2B5EF4-FFF2-40B4-BE49-F238E27FC236}">
                    <a16:creationId xmlns:a16="http://schemas.microsoft.com/office/drawing/2014/main" id="{7E5B727F-0A19-4066-8D3B-B0D01BA72A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11315" y="3473698"/>
                <a:ext cx="517195" cy="729476"/>
              </a:xfrm>
              <a:custGeom>
                <a:avLst/>
                <a:gdLst>
                  <a:gd name="T0" fmla="*/ 590 w 591"/>
                  <a:gd name="T1" fmla="*/ 148 h 832"/>
                  <a:gd name="T2" fmla="*/ 590 w 591"/>
                  <a:gd name="T3" fmla="*/ 148 h 832"/>
                  <a:gd name="T4" fmla="*/ 276 w 591"/>
                  <a:gd name="T5" fmla="*/ 831 h 832"/>
                  <a:gd name="T6" fmla="*/ 276 w 591"/>
                  <a:gd name="T7" fmla="*/ 831 h 832"/>
                  <a:gd name="T8" fmla="*/ 109 w 591"/>
                  <a:gd name="T9" fmla="*/ 93 h 832"/>
                  <a:gd name="T10" fmla="*/ 109 w 591"/>
                  <a:gd name="T11" fmla="*/ 93 h 832"/>
                  <a:gd name="T12" fmla="*/ 590 w 591"/>
                  <a:gd name="T13" fmla="*/ 148 h 8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91" h="832">
                    <a:moveTo>
                      <a:pt x="590" y="148"/>
                    </a:moveTo>
                    <a:lnTo>
                      <a:pt x="590" y="148"/>
                    </a:lnTo>
                    <a:cubicBezTo>
                      <a:pt x="590" y="148"/>
                      <a:pt x="137" y="428"/>
                      <a:pt x="276" y="831"/>
                    </a:cubicBezTo>
                    <a:lnTo>
                      <a:pt x="276" y="831"/>
                    </a:lnTo>
                    <a:cubicBezTo>
                      <a:pt x="276" y="831"/>
                      <a:pt x="0" y="707"/>
                      <a:pt x="109" y="93"/>
                    </a:cubicBezTo>
                    <a:lnTo>
                      <a:pt x="109" y="93"/>
                    </a:lnTo>
                    <a:cubicBezTo>
                      <a:pt x="109" y="93"/>
                      <a:pt x="362" y="0"/>
                      <a:pt x="590" y="148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73" name="Freeform 12">
                <a:extLst>
                  <a:ext uri="{FF2B5EF4-FFF2-40B4-BE49-F238E27FC236}">
                    <a16:creationId xmlns:a16="http://schemas.microsoft.com/office/drawing/2014/main" id="{1B946830-C02C-4012-8C9C-AA248B8886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11315" y="3473698"/>
                <a:ext cx="517195" cy="729476"/>
              </a:xfrm>
              <a:custGeom>
                <a:avLst/>
                <a:gdLst>
                  <a:gd name="T0" fmla="*/ 590 w 591"/>
                  <a:gd name="T1" fmla="*/ 148 h 832"/>
                  <a:gd name="T2" fmla="*/ 590 w 591"/>
                  <a:gd name="T3" fmla="*/ 148 h 832"/>
                  <a:gd name="T4" fmla="*/ 276 w 591"/>
                  <a:gd name="T5" fmla="*/ 831 h 832"/>
                  <a:gd name="T6" fmla="*/ 276 w 591"/>
                  <a:gd name="T7" fmla="*/ 831 h 832"/>
                  <a:gd name="T8" fmla="*/ 109 w 591"/>
                  <a:gd name="T9" fmla="*/ 93 h 832"/>
                  <a:gd name="T10" fmla="*/ 109 w 591"/>
                  <a:gd name="T11" fmla="*/ 93 h 832"/>
                  <a:gd name="T12" fmla="*/ 590 w 591"/>
                  <a:gd name="T13" fmla="*/ 148 h 8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91" h="832">
                    <a:moveTo>
                      <a:pt x="590" y="148"/>
                    </a:moveTo>
                    <a:lnTo>
                      <a:pt x="590" y="148"/>
                    </a:lnTo>
                    <a:cubicBezTo>
                      <a:pt x="590" y="148"/>
                      <a:pt x="137" y="428"/>
                      <a:pt x="276" y="831"/>
                    </a:cubicBezTo>
                    <a:lnTo>
                      <a:pt x="276" y="831"/>
                    </a:lnTo>
                    <a:cubicBezTo>
                      <a:pt x="276" y="831"/>
                      <a:pt x="0" y="707"/>
                      <a:pt x="109" y="93"/>
                    </a:cubicBezTo>
                    <a:lnTo>
                      <a:pt x="109" y="93"/>
                    </a:lnTo>
                    <a:cubicBezTo>
                      <a:pt x="109" y="93"/>
                      <a:pt x="362" y="0"/>
                      <a:pt x="590" y="148"/>
                    </a:cubicBezTo>
                  </a:path>
                </a:pathLst>
              </a:custGeom>
              <a:solidFill>
                <a:srgbClr val="111340">
                  <a:alpha val="40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74" name="Freeform 13">
                <a:extLst>
                  <a:ext uri="{FF2B5EF4-FFF2-40B4-BE49-F238E27FC236}">
                    <a16:creationId xmlns:a16="http://schemas.microsoft.com/office/drawing/2014/main" id="{44D3F945-F2E6-4268-80DC-15B28ED401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14813" y="1856497"/>
                <a:ext cx="2836856" cy="1879658"/>
              </a:xfrm>
              <a:custGeom>
                <a:avLst/>
                <a:gdLst>
                  <a:gd name="T0" fmla="*/ 0 w 3240"/>
                  <a:gd name="T1" fmla="*/ 224 h 2149"/>
                  <a:gd name="T2" fmla="*/ 0 w 3240"/>
                  <a:gd name="T3" fmla="*/ 224 h 2149"/>
                  <a:gd name="T4" fmla="*/ 2025 w 3240"/>
                  <a:gd name="T5" fmla="*/ 258 h 2149"/>
                  <a:gd name="T6" fmla="*/ 2025 w 3240"/>
                  <a:gd name="T7" fmla="*/ 258 h 2149"/>
                  <a:gd name="T8" fmla="*/ 3113 w 3240"/>
                  <a:gd name="T9" fmla="*/ 147 h 2149"/>
                  <a:gd name="T10" fmla="*/ 3113 w 3240"/>
                  <a:gd name="T11" fmla="*/ 147 h 2149"/>
                  <a:gd name="T12" fmla="*/ 3131 w 3240"/>
                  <a:gd name="T13" fmla="*/ 1169 h 2149"/>
                  <a:gd name="T14" fmla="*/ 3131 w 3240"/>
                  <a:gd name="T15" fmla="*/ 1169 h 2149"/>
                  <a:gd name="T16" fmla="*/ 3214 w 3240"/>
                  <a:gd name="T17" fmla="*/ 1997 h 2149"/>
                  <a:gd name="T18" fmla="*/ 3214 w 3240"/>
                  <a:gd name="T19" fmla="*/ 1997 h 2149"/>
                  <a:gd name="T20" fmla="*/ 2212 w 3240"/>
                  <a:gd name="T21" fmla="*/ 1949 h 2149"/>
                  <a:gd name="T22" fmla="*/ 2212 w 3240"/>
                  <a:gd name="T23" fmla="*/ 1949 h 2149"/>
                  <a:gd name="T24" fmla="*/ 232 w 3240"/>
                  <a:gd name="T25" fmla="*/ 2070 h 2149"/>
                  <a:gd name="T26" fmla="*/ 232 w 3240"/>
                  <a:gd name="T27" fmla="*/ 2070 h 2149"/>
                  <a:gd name="T28" fmla="*/ 252 w 3240"/>
                  <a:gd name="T29" fmla="*/ 1845 h 2149"/>
                  <a:gd name="T30" fmla="*/ 252 w 3240"/>
                  <a:gd name="T31" fmla="*/ 1845 h 2149"/>
                  <a:gd name="T32" fmla="*/ 480 w 3240"/>
                  <a:gd name="T33" fmla="*/ 1129 h 2149"/>
                  <a:gd name="T34" fmla="*/ 480 w 3240"/>
                  <a:gd name="T35" fmla="*/ 1129 h 2149"/>
                  <a:gd name="T36" fmla="*/ 0 w 3240"/>
                  <a:gd name="T37" fmla="*/ 224 h 2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3240" h="2149">
                    <a:moveTo>
                      <a:pt x="0" y="224"/>
                    </a:moveTo>
                    <a:lnTo>
                      <a:pt x="0" y="224"/>
                    </a:lnTo>
                    <a:cubicBezTo>
                      <a:pt x="0" y="224"/>
                      <a:pt x="942" y="515"/>
                      <a:pt x="2025" y="258"/>
                    </a:cubicBezTo>
                    <a:lnTo>
                      <a:pt x="2025" y="258"/>
                    </a:lnTo>
                    <a:cubicBezTo>
                      <a:pt x="3109" y="0"/>
                      <a:pt x="3113" y="147"/>
                      <a:pt x="3113" y="147"/>
                    </a:cubicBezTo>
                    <a:lnTo>
                      <a:pt x="3113" y="147"/>
                    </a:lnTo>
                    <a:cubicBezTo>
                      <a:pt x="3113" y="147"/>
                      <a:pt x="3027" y="676"/>
                      <a:pt x="3131" y="1169"/>
                    </a:cubicBezTo>
                    <a:lnTo>
                      <a:pt x="3131" y="1169"/>
                    </a:lnTo>
                    <a:cubicBezTo>
                      <a:pt x="3239" y="1677"/>
                      <a:pt x="3214" y="1997"/>
                      <a:pt x="3214" y="1997"/>
                    </a:cubicBezTo>
                    <a:lnTo>
                      <a:pt x="3214" y="1997"/>
                    </a:lnTo>
                    <a:cubicBezTo>
                      <a:pt x="3214" y="1997"/>
                      <a:pt x="2778" y="1903"/>
                      <a:pt x="2212" y="1949"/>
                    </a:cubicBezTo>
                    <a:lnTo>
                      <a:pt x="2212" y="1949"/>
                    </a:lnTo>
                    <a:cubicBezTo>
                      <a:pt x="1681" y="1991"/>
                      <a:pt x="1337" y="2148"/>
                      <a:pt x="232" y="2070"/>
                    </a:cubicBezTo>
                    <a:lnTo>
                      <a:pt x="232" y="2070"/>
                    </a:lnTo>
                    <a:cubicBezTo>
                      <a:pt x="232" y="2070"/>
                      <a:pt x="203" y="1922"/>
                      <a:pt x="252" y="1845"/>
                    </a:cubicBezTo>
                    <a:lnTo>
                      <a:pt x="252" y="1845"/>
                    </a:lnTo>
                    <a:cubicBezTo>
                      <a:pt x="374" y="1651"/>
                      <a:pt x="509" y="1424"/>
                      <a:pt x="480" y="1129"/>
                    </a:cubicBezTo>
                    <a:lnTo>
                      <a:pt x="480" y="1129"/>
                    </a:lnTo>
                    <a:cubicBezTo>
                      <a:pt x="449" y="827"/>
                      <a:pt x="38" y="534"/>
                      <a:pt x="0" y="224"/>
                    </a:cubicBezTo>
                  </a:path>
                </a:pathLst>
              </a:custGeom>
              <a:solidFill>
                <a:schemeClr val="accent3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75" name="Freeform 14">
                <a:extLst>
                  <a:ext uri="{FF2B5EF4-FFF2-40B4-BE49-F238E27FC236}">
                    <a16:creationId xmlns:a16="http://schemas.microsoft.com/office/drawing/2014/main" id="{62CCB992-33CD-4867-811E-0BA904829E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72358" y="1983867"/>
                <a:ext cx="687021" cy="4820721"/>
              </a:xfrm>
              <a:custGeom>
                <a:avLst/>
                <a:gdLst>
                  <a:gd name="T0" fmla="*/ 704 w 787"/>
                  <a:gd name="T1" fmla="*/ 5507 h 5508"/>
                  <a:gd name="T2" fmla="*/ 4 w 787"/>
                  <a:gd name="T3" fmla="*/ 49 h 5508"/>
                  <a:gd name="T4" fmla="*/ 4 w 787"/>
                  <a:gd name="T5" fmla="*/ 49 h 5508"/>
                  <a:gd name="T6" fmla="*/ 38 w 787"/>
                  <a:gd name="T7" fmla="*/ 3 h 5508"/>
                  <a:gd name="T8" fmla="*/ 38 w 787"/>
                  <a:gd name="T9" fmla="*/ 3 h 5508"/>
                  <a:gd name="T10" fmla="*/ 85 w 787"/>
                  <a:gd name="T11" fmla="*/ 39 h 5508"/>
                  <a:gd name="T12" fmla="*/ 786 w 787"/>
                  <a:gd name="T13" fmla="*/ 5496 h 5508"/>
                  <a:gd name="T14" fmla="*/ 704 w 787"/>
                  <a:gd name="T15" fmla="*/ 5507 h 5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87" h="5508">
                    <a:moveTo>
                      <a:pt x="704" y="5507"/>
                    </a:moveTo>
                    <a:lnTo>
                      <a:pt x="4" y="49"/>
                    </a:lnTo>
                    <a:lnTo>
                      <a:pt x="4" y="49"/>
                    </a:lnTo>
                    <a:cubicBezTo>
                      <a:pt x="0" y="27"/>
                      <a:pt x="17" y="6"/>
                      <a:pt x="38" y="3"/>
                    </a:cubicBezTo>
                    <a:lnTo>
                      <a:pt x="38" y="3"/>
                    </a:lnTo>
                    <a:cubicBezTo>
                      <a:pt x="61" y="0"/>
                      <a:pt x="82" y="16"/>
                      <a:pt x="85" y="39"/>
                    </a:cubicBezTo>
                    <a:lnTo>
                      <a:pt x="786" y="5496"/>
                    </a:lnTo>
                    <a:lnTo>
                      <a:pt x="704" y="5507"/>
                    </a:lnTo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8B705344-5438-45B3-947C-EB27F1F8290B}"/>
                </a:ext>
              </a:extLst>
            </p:cNvPr>
            <p:cNvGrpSpPr/>
            <p:nvPr/>
          </p:nvGrpSpPr>
          <p:grpSpPr>
            <a:xfrm>
              <a:off x="20479387" y="5500022"/>
              <a:ext cx="2381415" cy="2991242"/>
              <a:chOff x="20479387" y="5500022"/>
              <a:chExt cx="2381415" cy="2991242"/>
            </a:xfrm>
          </p:grpSpPr>
          <p:sp>
            <p:nvSpPr>
              <p:cNvPr id="31" name="Freeform 21">
                <a:extLst>
                  <a:ext uri="{FF2B5EF4-FFF2-40B4-BE49-F238E27FC236}">
                    <a16:creationId xmlns:a16="http://schemas.microsoft.com/office/drawing/2014/main" id="{866C8D89-4A73-479E-B164-5BB85F72BA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39040" y="5500022"/>
                <a:ext cx="339651" cy="281757"/>
              </a:xfrm>
              <a:custGeom>
                <a:avLst/>
                <a:gdLst>
                  <a:gd name="T0" fmla="*/ 303 w 388"/>
                  <a:gd name="T1" fmla="*/ 297 h 322"/>
                  <a:gd name="T2" fmla="*/ 303 w 388"/>
                  <a:gd name="T3" fmla="*/ 297 h 322"/>
                  <a:gd name="T4" fmla="*/ 162 w 388"/>
                  <a:gd name="T5" fmla="*/ 239 h 322"/>
                  <a:gd name="T6" fmla="*/ 167 w 388"/>
                  <a:gd name="T7" fmla="*/ 112 h 322"/>
                  <a:gd name="T8" fmla="*/ 167 w 388"/>
                  <a:gd name="T9" fmla="*/ 112 h 322"/>
                  <a:gd name="T10" fmla="*/ 10 w 388"/>
                  <a:gd name="T11" fmla="*/ 11 h 322"/>
                  <a:gd name="T12" fmla="*/ 10 w 388"/>
                  <a:gd name="T13" fmla="*/ 11 h 322"/>
                  <a:gd name="T14" fmla="*/ 218 w 388"/>
                  <a:gd name="T15" fmla="*/ 59 h 322"/>
                  <a:gd name="T16" fmla="*/ 218 w 388"/>
                  <a:gd name="T17" fmla="*/ 59 h 322"/>
                  <a:gd name="T18" fmla="*/ 387 w 388"/>
                  <a:gd name="T19" fmla="*/ 161 h 322"/>
                  <a:gd name="T20" fmla="*/ 303 w 388"/>
                  <a:gd name="T21" fmla="*/ 297 h 3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88" h="322">
                    <a:moveTo>
                      <a:pt x="303" y="297"/>
                    </a:moveTo>
                    <a:lnTo>
                      <a:pt x="303" y="297"/>
                    </a:lnTo>
                    <a:cubicBezTo>
                      <a:pt x="303" y="297"/>
                      <a:pt x="219" y="321"/>
                      <a:pt x="162" y="239"/>
                    </a:cubicBezTo>
                    <a:lnTo>
                      <a:pt x="167" y="112"/>
                    </a:lnTo>
                    <a:lnTo>
                      <a:pt x="167" y="112"/>
                    </a:lnTo>
                    <a:cubicBezTo>
                      <a:pt x="167" y="112"/>
                      <a:pt x="0" y="33"/>
                      <a:pt x="10" y="11"/>
                    </a:cubicBezTo>
                    <a:lnTo>
                      <a:pt x="10" y="11"/>
                    </a:lnTo>
                    <a:cubicBezTo>
                      <a:pt x="15" y="0"/>
                      <a:pt x="123" y="17"/>
                      <a:pt x="218" y="59"/>
                    </a:cubicBezTo>
                    <a:lnTo>
                      <a:pt x="218" y="59"/>
                    </a:lnTo>
                    <a:cubicBezTo>
                      <a:pt x="308" y="98"/>
                      <a:pt x="387" y="161"/>
                      <a:pt x="387" y="161"/>
                    </a:cubicBezTo>
                    <a:lnTo>
                      <a:pt x="303" y="297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32" name="Freeform 22">
                <a:extLst>
                  <a:ext uri="{FF2B5EF4-FFF2-40B4-BE49-F238E27FC236}">
                    <a16:creationId xmlns:a16="http://schemas.microsoft.com/office/drawing/2014/main" id="{71E3F779-F09F-474B-8DDD-569925C525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39040" y="5500022"/>
                <a:ext cx="339651" cy="281757"/>
              </a:xfrm>
              <a:custGeom>
                <a:avLst/>
                <a:gdLst>
                  <a:gd name="T0" fmla="*/ 303 w 388"/>
                  <a:gd name="T1" fmla="*/ 297 h 322"/>
                  <a:gd name="T2" fmla="*/ 303 w 388"/>
                  <a:gd name="T3" fmla="*/ 297 h 322"/>
                  <a:gd name="T4" fmla="*/ 162 w 388"/>
                  <a:gd name="T5" fmla="*/ 239 h 322"/>
                  <a:gd name="T6" fmla="*/ 167 w 388"/>
                  <a:gd name="T7" fmla="*/ 112 h 322"/>
                  <a:gd name="T8" fmla="*/ 167 w 388"/>
                  <a:gd name="T9" fmla="*/ 112 h 322"/>
                  <a:gd name="T10" fmla="*/ 10 w 388"/>
                  <a:gd name="T11" fmla="*/ 11 h 322"/>
                  <a:gd name="T12" fmla="*/ 10 w 388"/>
                  <a:gd name="T13" fmla="*/ 11 h 322"/>
                  <a:gd name="T14" fmla="*/ 218 w 388"/>
                  <a:gd name="T15" fmla="*/ 59 h 322"/>
                  <a:gd name="T16" fmla="*/ 218 w 388"/>
                  <a:gd name="T17" fmla="*/ 59 h 322"/>
                  <a:gd name="T18" fmla="*/ 387 w 388"/>
                  <a:gd name="T19" fmla="*/ 161 h 322"/>
                  <a:gd name="T20" fmla="*/ 303 w 388"/>
                  <a:gd name="T21" fmla="*/ 297 h 3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88" h="322">
                    <a:moveTo>
                      <a:pt x="303" y="297"/>
                    </a:moveTo>
                    <a:lnTo>
                      <a:pt x="303" y="297"/>
                    </a:lnTo>
                    <a:cubicBezTo>
                      <a:pt x="303" y="297"/>
                      <a:pt x="219" y="321"/>
                      <a:pt x="162" y="239"/>
                    </a:cubicBezTo>
                    <a:lnTo>
                      <a:pt x="167" y="112"/>
                    </a:lnTo>
                    <a:lnTo>
                      <a:pt x="167" y="112"/>
                    </a:lnTo>
                    <a:cubicBezTo>
                      <a:pt x="167" y="112"/>
                      <a:pt x="0" y="33"/>
                      <a:pt x="10" y="11"/>
                    </a:cubicBezTo>
                    <a:lnTo>
                      <a:pt x="10" y="11"/>
                    </a:lnTo>
                    <a:cubicBezTo>
                      <a:pt x="15" y="0"/>
                      <a:pt x="123" y="17"/>
                      <a:pt x="218" y="59"/>
                    </a:cubicBezTo>
                    <a:lnTo>
                      <a:pt x="218" y="59"/>
                    </a:lnTo>
                    <a:cubicBezTo>
                      <a:pt x="308" y="98"/>
                      <a:pt x="387" y="161"/>
                      <a:pt x="387" y="161"/>
                    </a:cubicBezTo>
                    <a:lnTo>
                      <a:pt x="303" y="297"/>
                    </a:lnTo>
                  </a:path>
                </a:pathLst>
              </a:custGeom>
              <a:solidFill>
                <a:srgbClr val="C4C8CE">
                  <a:alpha val="50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33" name="Freeform 23">
                <a:extLst>
                  <a:ext uri="{FF2B5EF4-FFF2-40B4-BE49-F238E27FC236}">
                    <a16:creationId xmlns:a16="http://schemas.microsoft.com/office/drawing/2014/main" id="{AF199131-4A7C-4A58-B6D4-BBE961124F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23953" y="5588795"/>
                <a:ext cx="154387" cy="150526"/>
              </a:xfrm>
              <a:custGeom>
                <a:avLst/>
                <a:gdLst>
                  <a:gd name="T0" fmla="*/ 160 w 176"/>
                  <a:gd name="T1" fmla="*/ 48 h 170"/>
                  <a:gd name="T2" fmla="*/ 160 w 176"/>
                  <a:gd name="T3" fmla="*/ 48 h 170"/>
                  <a:gd name="T4" fmla="*/ 112 w 176"/>
                  <a:gd name="T5" fmla="*/ 23 h 170"/>
                  <a:gd name="T6" fmla="*/ 112 w 176"/>
                  <a:gd name="T7" fmla="*/ 23 h 170"/>
                  <a:gd name="T8" fmla="*/ 31 w 176"/>
                  <a:gd name="T9" fmla="*/ 8 h 170"/>
                  <a:gd name="T10" fmla="*/ 31 w 176"/>
                  <a:gd name="T11" fmla="*/ 8 h 170"/>
                  <a:gd name="T12" fmla="*/ 18 w 176"/>
                  <a:gd name="T13" fmla="*/ 21 h 170"/>
                  <a:gd name="T14" fmla="*/ 18 w 176"/>
                  <a:gd name="T15" fmla="*/ 21 h 170"/>
                  <a:gd name="T16" fmla="*/ 31 w 176"/>
                  <a:gd name="T17" fmla="*/ 52 h 170"/>
                  <a:gd name="T18" fmla="*/ 31 w 176"/>
                  <a:gd name="T19" fmla="*/ 52 h 170"/>
                  <a:gd name="T20" fmla="*/ 25 w 176"/>
                  <a:gd name="T21" fmla="*/ 54 h 170"/>
                  <a:gd name="T22" fmla="*/ 25 w 176"/>
                  <a:gd name="T23" fmla="*/ 54 h 170"/>
                  <a:gd name="T24" fmla="*/ 14 w 176"/>
                  <a:gd name="T25" fmla="*/ 67 h 170"/>
                  <a:gd name="T26" fmla="*/ 14 w 176"/>
                  <a:gd name="T27" fmla="*/ 67 h 170"/>
                  <a:gd name="T28" fmla="*/ 23 w 176"/>
                  <a:gd name="T29" fmla="*/ 95 h 170"/>
                  <a:gd name="T30" fmla="*/ 23 w 176"/>
                  <a:gd name="T31" fmla="*/ 95 h 170"/>
                  <a:gd name="T32" fmla="*/ 19 w 176"/>
                  <a:gd name="T33" fmla="*/ 95 h 170"/>
                  <a:gd name="T34" fmla="*/ 19 w 176"/>
                  <a:gd name="T35" fmla="*/ 95 h 170"/>
                  <a:gd name="T36" fmla="*/ 9 w 176"/>
                  <a:gd name="T37" fmla="*/ 108 h 170"/>
                  <a:gd name="T38" fmla="*/ 9 w 176"/>
                  <a:gd name="T39" fmla="*/ 108 h 170"/>
                  <a:gd name="T40" fmla="*/ 72 w 176"/>
                  <a:gd name="T41" fmla="*/ 158 h 170"/>
                  <a:gd name="T42" fmla="*/ 72 w 176"/>
                  <a:gd name="T43" fmla="*/ 158 h 170"/>
                  <a:gd name="T44" fmla="*/ 118 w 176"/>
                  <a:gd name="T45" fmla="*/ 169 h 170"/>
                  <a:gd name="T46" fmla="*/ 118 w 176"/>
                  <a:gd name="T47" fmla="*/ 169 h 170"/>
                  <a:gd name="T48" fmla="*/ 142 w 176"/>
                  <a:gd name="T49" fmla="*/ 157 h 170"/>
                  <a:gd name="T50" fmla="*/ 142 w 176"/>
                  <a:gd name="T51" fmla="*/ 157 h 170"/>
                  <a:gd name="T52" fmla="*/ 134 w 176"/>
                  <a:gd name="T53" fmla="*/ 133 h 170"/>
                  <a:gd name="T54" fmla="*/ 134 w 176"/>
                  <a:gd name="T55" fmla="*/ 133 h 170"/>
                  <a:gd name="T56" fmla="*/ 159 w 176"/>
                  <a:gd name="T57" fmla="*/ 120 h 170"/>
                  <a:gd name="T58" fmla="*/ 159 w 176"/>
                  <a:gd name="T59" fmla="*/ 120 h 170"/>
                  <a:gd name="T60" fmla="*/ 148 w 176"/>
                  <a:gd name="T61" fmla="*/ 93 h 170"/>
                  <a:gd name="T62" fmla="*/ 148 w 176"/>
                  <a:gd name="T63" fmla="*/ 93 h 170"/>
                  <a:gd name="T64" fmla="*/ 145 w 176"/>
                  <a:gd name="T65" fmla="*/ 90 h 170"/>
                  <a:gd name="T66" fmla="*/ 145 w 176"/>
                  <a:gd name="T67" fmla="*/ 90 h 170"/>
                  <a:gd name="T68" fmla="*/ 172 w 176"/>
                  <a:gd name="T69" fmla="*/ 77 h 170"/>
                  <a:gd name="T70" fmla="*/ 172 w 176"/>
                  <a:gd name="T71" fmla="*/ 77 h 170"/>
                  <a:gd name="T72" fmla="*/ 160 w 176"/>
                  <a:gd name="T73" fmla="*/ 48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76" h="170">
                    <a:moveTo>
                      <a:pt x="160" y="48"/>
                    </a:moveTo>
                    <a:lnTo>
                      <a:pt x="160" y="48"/>
                    </a:lnTo>
                    <a:cubicBezTo>
                      <a:pt x="149" y="39"/>
                      <a:pt x="133" y="30"/>
                      <a:pt x="112" y="23"/>
                    </a:cubicBezTo>
                    <a:lnTo>
                      <a:pt x="112" y="23"/>
                    </a:lnTo>
                    <a:cubicBezTo>
                      <a:pt x="74" y="9"/>
                      <a:pt x="46" y="0"/>
                      <a:pt x="31" y="8"/>
                    </a:cubicBezTo>
                    <a:lnTo>
                      <a:pt x="31" y="8"/>
                    </a:lnTo>
                    <a:cubicBezTo>
                      <a:pt x="25" y="10"/>
                      <a:pt x="21" y="15"/>
                      <a:pt x="18" y="21"/>
                    </a:cubicBezTo>
                    <a:lnTo>
                      <a:pt x="18" y="21"/>
                    </a:lnTo>
                    <a:cubicBezTo>
                      <a:pt x="15" y="34"/>
                      <a:pt x="21" y="43"/>
                      <a:pt x="31" y="52"/>
                    </a:cubicBezTo>
                    <a:lnTo>
                      <a:pt x="31" y="52"/>
                    </a:lnTo>
                    <a:cubicBezTo>
                      <a:pt x="28" y="52"/>
                      <a:pt x="26" y="53"/>
                      <a:pt x="25" y="54"/>
                    </a:cubicBezTo>
                    <a:lnTo>
                      <a:pt x="25" y="54"/>
                    </a:lnTo>
                    <a:cubicBezTo>
                      <a:pt x="19" y="56"/>
                      <a:pt x="15" y="61"/>
                      <a:pt x="14" y="67"/>
                    </a:cubicBezTo>
                    <a:lnTo>
                      <a:pt x="14" y="67"/>
                    </a:lnTo>
                    <a:cubicBezTo>
                      <a:pt x="10" y="78"/>
                      <a:pt x="14" y="87"/>
                      <a:pt x="23" y="95"/>
                    </a:cubicBezTo>
                    <a:lnTo>
                      <a:pt x="23" y="95"/>
                    </a:lnTo>
                    <a:cubicBezTo>
                      <a:pt x="22" y="95"/>
                      <a:pt x="21" y="95"/>
                      <a:pt x="19" y="95"/>
                    </a:cubicBezTo>
                    <a:lnTo>
                      <a:pt x="19" y="95"/>
                    </a:lnTo>
                    <a:cubicBezTo>
                      <a:pt x="14" y="98"/>
                      <a:pt x="11" y="102"/>
                      <a:pt x="9" y="108"/>
                    </a:cubicBezTo>
                    <a:lnTo>
                      <a:pt x="9" y="108"/>
                    </a:lnTo>
                    <a:cubicBezTo>
                      <a:pt x="0" y="133"/>
                      <a:pt x="37" y="146"/>
                      <a:pt x="72" y="158"/>
                    </a:cubicBezTo>
                    <a:lnTo>
                      <a:pt x="72" y="158"/>
                    </a:lnTo>
                    <a:cubicBezTo>
                      <a:pt x="90" y="165"/>
                      <a:pt x="106" y="169"/>
                      <a:pt x="118" y="169"/>
                    </a:cubicBezTo>
                    <a:lnTo>
                      <a:pt x="118" y="169"/>
                    </a:lnTo>
                    <a:cubicBezTo>
                      <a:pt x="131" y="169"/>
                      <a:pt x="140" y="164"/>
                      <a:pt x="142" y="157"/>
                    </a:cubicBezTo>
                    <a:lnTo>
                      <a:pt x="142" y="157"/>
                    </a:lnTo>
                    <a:cubicBezTo>
                      <a:pt x="145" y="150"/>
                      <a:pt x="141" y="141"/>
                      <a:pt x="134" y="133"/>
                    </a:cubicBezTo>
                    <a:lnTo>
                      <a:pt x="134" y="133"/>
                    </a:lnTo>
                    <a:cubicBezTo>
                      <a:pt x="148" y="132"/>
                      <a:pt x="156" y="129"/>
                      <a:pt x="159" y="120"/>
                    </a:cubicBezTo>
                    <a:lnTo>
                      <a:pt x="159" y="120"/>
                    </a:lnTo>
                    <a:cubicBezTo>
                      <a:pt x="162" y="112"/>
                      <a:pt x="158" y="101"/>
                      <a:pt x="148" y="93"/>
                    </a:cubicBezTo>
                    <a:lnTo>
                      <a:pt x="148" y="93"/>
                    </a:lnTo>
                    <a:cubicBezTo>
                      <a:pt x="148" y="92"/>
                      <a:pt x="146" y="91"/>
                      <a:pt x="145" y="90"/>
                    </a:cubicBezTo>
                    <a:lnTo>
                      <a:pt x="145" y="90"/>
                    </a:lnTo>
                    <a:cubicBezTo>
                      <a:pt x="163" y="90"/>
                      <a:pt x="170" y="83"/>
                      <a:pt x="172" y="77"/>
                    </a:cubicBezTo>
                    <a:lnTo>
                      <a:pt x="172" y="77"/>
                    </a:lnTo>
                    <a:cubicBezTo>
                      <a:pt x="175" y="69"/>
                      <a:pt x="171" y="58"/>
                      <a:pt x="160" y="4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34" name="Freeform 24">
                <a:extLst>
                  <a:ext uri="{FF2B5EF4-FFF2-40B4-BE49-F238E27FC236}">
                    <a16:creationId xmlns:a16="http://schemas.microsoft.com/office/drawing/2014/main" id="{2CADD17A-3D9C-48F8-80E6-DCAFDD6BE5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23953" y="5588795"/>
                <a:ext cx="154387" cy="150526"/>
              </a:xfrm>
              <a:custGeom>
                <a:avLst/>
                <a:gdLst>
                  <a:gd name="T0" fmla="*/ 160 w 176"/>
                  <a:gd name="T1" fmla="*/ 48 h 170"/>
                  <a:gd name="T2" fmla="*/ 160 w 176"/>
                  <a:gd name="T3" fmla="*/ 48 h 170"/>
                  <a:gd name="T4" fmla="*/ 112 w 176"/>
                  <a:gd name="T5" fmla="*/ 23 h 170"/>
                  <a:gd name="T6" fmla="*/ 112 w 176"/>
                  <a:gd name="T7" fmla="*/ 23 h 170"/>
                  <a:gd name="T8" fmla="*/ 31 w 176"/>
                  <a:gd name="T9" fmla="*/ 8 h 170"/>
                  <a:gd name="T10" fmla="*/ 31 w 176"/>
                  <a:gd name="T11" fmla="*/ 8 h 170"/>
                  <a:gd name="T12" fmla="*/ 18 w 176"/>
                  <a:gd name="T13" fmla="*/ 21 h 170"/>
                  <a:gd name="T14" fmla="*/ 18 w 176"/>
                  <a:gd name="T15" fmla="*/ 21 h 170"/>
                  <a:gd name="T16" fmla="*/ 31 w 176"/>
                  <a:gd name="T17" fmla="*/ 52 h 170"/>
                  <a:gd name="T18" fmla="*/ 31 w 176"/>
                  <a:gd name="T19" fmla="*/ 52 h 170"/>
                  <a:gd name="T20" fmla="*/ 25 w 176"/>
                  <a:gd name="T21" fmla="*/ 54 h 170"/>
                  <a:gd name="T22" fmla="*/ 25 w 176"/>
                  <a:gd name="T23" fmla="*/ 54 h 170"/>
                  <a:gd name="T24" fmla="*/ 14 w 176"/>
                  <a:gd name="T25" fmla="*/ 67 h 170"/>
                  <a:gd name="T26" fmla="*/ 14 w 176"/>
                  <a:gd name="T27" fmla="*/ 67 h 170"/>
                  <a:gd name="T28" fmla="*/ 23 w 176"/>
                  <a:gd name="T29" fmla="*/ 95 h 170"/>
                  <a:gd name="T30" fmla="*/ 23 w 176"/>
                  <a:gd name="T31" fmla="*/ 95 h 170"/>
                  <a:gd name="T32" fmla="*/ 19 w 176"/>
                  <a:gd name="T33" fmla="*/ 95 h 170"/>
                  <a:gd name="T34" fmla="*/ 19 w 176"/>
                  <a:gd name="T35" fmla="*/ 95 h 170"/>
                  <a:gd name="T36" fmla="*/ 9 w 176"/>
                  <a:gd name="T37" fmla="*/ 108 h 170"/>
                  <a:gd name="T38" fmla="*/ 9 w 176"/>
                  <a:gd name="T39" fmla="*/ 108 h 170"/>
                  <a:gd name="T40" fmla="*/ 72 w 176"/>
                  <a:gd name="T41" fmla="*/ 158 h 170"/>
                  <a:gd name="T42" fmla="*/ 72 w 176"/>
                  <a:gd name="T43" fmla="*/ 158 h 170"/>
                  <a:gd name="T44" fmla="*/ 118 w 176"/>
                  <a:gd name="T45" fmla="*/ 169 h 170"/>
                  <a:gd name="T46" fmla="*/ 118 w 176"/>
                  <a:gd name="T47" fmla="*/ 169 h 170"/>
                  <a:gd name="T48" fmla="*/ 142 w 176"/>
                  <a:gd name="T49" fmla="*/ 157 h 170"/>
                  <a:gd name="T50" fmla="*/ 142 w 176"/>
                  <a:gd name="T51" fmla="*/ 157 h 170"/>
                  <a:gd name="T52" fmla="*/ 134 w 176"/>
                  <a:gd name="T53" fmla="*/ 133 h 170"/>
                  <a:gd name="T54" fmla="*/ 134 w 176"/>
                  <a:gd name="T55" fmla="*/ 133 h 170"/>
                  <a:gd name="T56" fmla="*/ 159 w 176"/>
                  <a:gd name="T57" fmla="*/ 120 h 170"/>
                  <a:gd name="T58" fmla="*/ 159 w 176"/>
                  <a:gd name="T59" fmla="*/ 120 h 170"/>
                  <a:gd name="T60" fmla="*/ 148 w 176"/>
                  <a:gd name="T61" fmla="*/ 93 h 170"/>
                  <a:gd name="T62" fmla="*/ 148 w 176"/>
                  <a:gd name="T63" fmla="*/ 93 h 170"/>
                  <a:gd name="T64" fmla="*/ 145 w 176"/>
                  <a:gd name="T65" fmla="*/ 90 h 170"/>
                  <a:gd name="T66" fmla="*/ 145 w 176"/>
                  <a:gd name="T67" fmla="*/ 90 h 170"/>
                  <a:gd name="T68" fmla="*/ 172 w 176"/>
                  <a:gd name="T69" fmla="*/ 77 h 170"/>
                  <a:gd name="T70" fmla="*/ 172 w 176"/>
                  <a:gd name="T71" fmla="*/ 77 h 170"/>
                  <a:gd name="T72" fmla="*/ 160 w 176"/>
                  <a:gd name="T73" fmla="*/ 48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</a:cxnLst>
                <a:rect l="0" t="0" r="r" b="b"/>
                <a:pathLst>
                  <a:path w="176" h="170">
                    <a:moveTo>
                      <a:pt x="160" y="48"/>
                    </a:moveTo>
                    <a:lnTo>
                      <a:pt x="160" y="48"/>
                    </a:lnTo>
                    <a:cubicBezTo>
                      <a:pt x="149" y="39"/>
                      <a:pt x="133" y="30"/>
                      <a:pt x="112" y="23"/>
                    </a:cubicBezTo>
                    <a:lnTo>
                      <a:pt x="112" y="23"/>
                    </a:lnTo>
                    <a:cubicBezTo>
                      <a:pt x="74" y="9"/>
                      <a:pt x="46" y="0"/>
                      <a:pt x="31" y="8"/>
                    </a:cubicBezTo>
                    <a:lnTo>
                      <a:pt x="31" y="8"/>
                    </a:lnTo>
                    <a:cubicBezTo>
                      <a:pt x="25" y="10"/>
                      <a:pt x="21" y="15"/>
                      <a:pt x="18" y="21"/>
                    </a:cubicBezTo>
                    <a:lnTo>
                      <a:pt x="18" y="21"/>
                    </a:lnTo>
                    <a:cubicBezTo>
                      <a:pt x="15" y="34"/>
                      <a:pt x="21" y="43"/>
                      <a:pt x="31" y="52"/>
                    </a:cubicBezTo>
                    <a:lnTo>
                      <a:pt x="31" y="52"/>
                    </a:lnTo>
                    <a:cubicBezTo>
                      <a:pt x="28" y="52"/>
                      <a:pt x="26" y="53"/>
                      <a:pt x="25" y="54"/>
                    </a:cubicBezTo>
                    <a:lnTo>
                      <a:pt x="25" y="54"/>
                    </a:lnTo>
                    <a:cubicBezTo>
                      <a:pt x="19" y="56"/>
                      <a:pt x="15" y="61"/>
                      <a:pt x="14" y="67"/>
                    </a:cubicBezTo>
                    <a:lnTo>
                      <a:pt x="14" y="67"/>
                    </a:lnTo>
                    <a:cubicBezTo>
                      <a:pt x="10" y="78"/>
                      <a:pt x="14" y="87"/>
                      <a:pt x="23" y="95"/>
                    </a:cubicBezTo>
                    <a:lnTo>
                      <a:pt x="23" y="95"/>
                    </a:lnTo>
                    <a:cubicBezTo>
                      <a:pt x="22" y="95"/>
                      <a:pt x="21" y="95"/>
                      <a:pt x="19" y="95"/>
                    </a:cubicBezTo>
                    <a:lnTo>
                      <a:pt x="19" y="95"/>
                    </a:lnTo>
                    <a:cubicBezTo>
                      <a:pt x="14" y="98"/>
                      <a:pt x="11" y="102"/>
                      <a:pt x="9" y="108"/>
                    </a:cubicBezTo>
                    <a:lnTo>
                      <a:pt x="9" y="108"/>
                    </a:lnTo>
                    <a:cubicBezTo>
                      <a:pt x="0" y="133"/>
                      <a:pt x="37" y="146"/>
                      <a:pt x="72" y="158"/>
                    </a:cubicBezTo>
                    <a:lnTo>
                      <a:pt x="72" y="158"/>
                    </a:lnTo>
                    <a:cubicBezTo>
                      <a:pt x="90" y="165"/>
                      <a:pt x="106" y="169"/>
                      <a:pt x="118" y="169"/>
                    </a:cubicBezTo>
                    <a:lnTo>
                      <a:pt x="118" y="169"/>
                    </a:lnTo>
                    <a:cubicBezTo>
                      <a:pt x="131" y="169"/>
                      <a:pt x="140" y="164"/>
                      <a:pt x="142" y="157"/>
                    </a:cubicBezTo>
                    <a:lnTo>
                      <a:pt x="142" y="157"/>
                    </a:lnTo>
                    <a:cubicBezTo>
                      <a:pt x="145" y="150"/>
                      <a:pt x="141" y="141"/>
                      <a:pt x="134" y="133"/>
                    </a:cubicBezTo>
                    <a:lnTo>
                      <a:pt x="134" y="133"/>
                    </a:lnTo>
                    <a:cubicBezTo>
                      <a:pt x="148" y="132"/>
                      <a:pt x="156" y="129"/>
                      <a:pt x="159" y="120"/>
                    </a:cubicBezTo>
                    <a:lnTo>
                      <a:pt x="159" y="120"/>
                    </a:lnTo>
                    <a:cubicBezTo>
                      <a:pt x="162" y="112"/>
                      <a:pt x="158" y="101"/>
                      <a:pt x="148" y="93"/>
                    </a:cubicBezTo>
                    <a:lnTo>
                      <a:pt x="148" y="93"/>
                    </a:lnTo>
                    <a:cubicBezTo>
                      <a:pt x="148" y="92"/>
                      <a:pt x="146" y="91"/>
                      <a:pt x="145" y="90"/>
                    </a:cubicBezTo>
                    <a:lnTo>
                      <a:pt x="145" y="90"/>
                    </a:lnTo>
                    <a:cubicBezTo>
                      <a:pt x="163" y="90"/>
                      <a:pt x="170" y="83"/>
                      <a:pt x="172" y="77"/>
                    </a:cubicBezTo>
                    <a:lnTo>
                      <a:pt x="172" y="77"/>
                    </a:lnTo>
                    <a:cubicBezTo>
                      <a:pt x="175" y="69"/>
                      <a:pt x="171" y="58"/>
                      <a:pt x="160" y="48"/>
                    </a:cubicBezTo>
                  </a:path>
                </a:pathLst>
              </a:custGeom>
              <a:solidFill>
                <a:srgbClr val="C4C8CE">
                  <a:alpha val="25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35" name="Freeform 25">
                <a:extLst>
                  <a:ext uri="{FF2B5EF4-FFF2-40B4-BE49-F238E27FC236}">
                    <a16:creationId xmlns:a16="http://schemas.microsoft.com/office/drawing/2014/main" id="{2D203DCF-DF91-489C-AC35-D53342E639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224304" y="5538618"/>
                <a:ext cx="158245" cy="196844"/>
              </a:xfrm>
              <a:custGeom>
                <a:avLst/>
                <a:gdLst>
                  <a:gd name="T0" fmla="*/ 96 w 181"/>
                  <a:gd name="T1" fmla="*/ 11 h 226"/>
                  <a:gd name="T2" fmla="*/ 96 w 181"/>
                  <a:gd name="T3" fmla="*/ 11 h 226"/>
                  <a:gd name="T4" fmla="*/ 17 w 181"/>
                  <a:gd name="T5" fmla="*/ 24 h 226"/>
                  <a:gd name="T6" fmla="*/ 17 w 181"/>
                  <a:gd name="T7" fmla="*/ 24 h 226"/>
                  <a:gd name="T8" fmla="*/ 2 w 181"/>
                  <a:gd name="T9" fmla="*/ 62 h 226"/>
                  <a:gd name="T10" fmla="*/ 11 w 181"/>
                  <a:gd name="T11" fmla="*/ 118 h 226"/>
                  <a:gd name="T12" fmla="*/ 11 w 181"/>
                  <a:gd name="T13" fmla="*/ 118 h 226"/>
                  <a:gd name="T14" fmla="*/ 13 w 181"/>
                  <a:gd name="T15" fmla="*/ 120 h 226"/>
                  <a:gd name="T16" fmla="*/ 13 w 181"/>
                  <a:gd name="T17" fmla="*/ 120 h 226"/>
                  <a:gd name="T18" fmla="*/ 40 w 181"/>
                  <a:gd name="T19" fmla="*/ 118 h 226"/>
                  <a:gd name="T20" fmla="*/ 40 w 181"/>
                  <a:gd name="T21" fmla="*/ 118 h 226"/>
                  <a:gd name="T22" fmla="*/ 57 w 181"/>
                  <a:gd name="T23" fmla="*/ 73 h 226"/>
                  <a:gd name="T24" fmla="*/ 66 w 181"/>
                  <a:gd name="T25" fmla="*/ 75 h 226"/>
                  <a:gd name="T26" fmla="*/ 66 w 181"/>
                  <a:gd name="T27" fmla="*/ 75 h 226"/>
                  <a:gd name="T28" fmla="*/ 59 w 181"/>
                  <a:gd name="T29" fmla="*/ 135 h 226"/>
                  <a:gd name="T30" fmla="*/ 59 w 181"/>
                  <a:gd name="T31" fmla="*/ 135 h 226"/>
                  <a:gd name="T32" fmla="*/ 109 w 181"/>
                  <a:gd name="T33" fmla="*/ 224 h 226"/>
                  <a:gd name="T34" fmla="*/ 109 w 181"/>
                  <a:gd name="T35" fmla="*/ 224 h 226"/>
                  <a:gd name="T36" fmla="*/ 111 w 181"/>
                  <a:gd name="T37" fmla="*/ 225 h 226"/>
                  <a:gd name="T38" fmla="*/ 111 w 181"/>
                  <a:gd name="T39" fmla="*/ 225 h 226"/>
                  <a:gd name="T40" fmla="*/ 114 w 181"/>
                  <a:gd name="T41" fmla="*/ 223 h 226"/>
                  <a:gd name="T42" fmla="*/ 180 w 181"/>
                  <a:gd name="T43" fmla="*/ 118 h 226"/>
                  <a:gd name="T44" fmla="*/ 180 w 181"/>
                  <a:gd name="T45" fmla="*/ 118 h 226"/>
                  <a:gd name="T46" fmla="*/ 180 w 181"/>
                  <a:gd name="T47" fmla="*/ 116 h 226"/>
                  <a:gd name="T48" fmla="*/ 180 w 181"/>
                  <a:gd name="T49" fmla="*/ 116 h 226"/>
                  <a:gd name="T50" fmla="*/ 96 w 181"/>
                  <a:gd name="T51" fmla="*/ 11 h 2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81" h="226">
                    <a:moveTo>
                      <a:pt x="96" y="11"/>
                    </a:moveTo>
                    <a:lnTo>
                      <a:pt x="96" y="11"/>
                    </a:lnTo>
                    <a:cubicBezTo>
                      <a:pt x="70" y="0"/>
                      <a:pt x="40" y="6"/>
                      <a:pt x="17" y="24"/>
                    </a:cubicBezTo>
                    <a:lnTo>
                      <a:pt x="17" y="24"/>
                    </a:lnTo>
                    <a:cubicBezTo>
                      <a:pt x="6" y="33"/>
                      <a:pt x="0" y="47"/>
                      <a:pt x="2" y="62"/>
                    </a:cubicBezTo>
                    <a:lnTo>
                      <a:pt x="11" y="118"/>
                    </a:lnTo>
                    <a:lnTo>
                      <a:pt x="11" y="118"/>
                    </a:lnTo>
                    <a:cubicBezTo>
                      <a:pt x="11" y="119"/>
                      <a:pt x="12" y="120"/>
                      <a:pt x="13" y="120"/>
                    </a:cubicBezTo>
                    <a:lnTo>
                      <a:pt x="13" y="120"/>
                    </a:lnTo>
                    <a:cubicBezTo>
                      <a:pt x="14" y="121"/>
                      <a:pt x="28" y="127"/>
                      <a:pt x="40" y="118"/>
                    </a:cubicBezTo>
                    <a:lnTo>
                      <a:pt x="40" y="118"/>
                    </a:lnTo>
                    <a:cubicBezTo>
                      <a:pt x="51" y="110"/>
                      <a:pt x="57" y="95"/>
                      <a:pt x="57" y="73"/>
                    </a:cubicBezTo>
                    <a:lnTo>
                      <a:pt x="66" y="75"/>
                    </a:lnTo>
                    <a:lnTo>
                      <a:pt x="66" y="75"/>
                    </a:lnTo>
                    <a:cubicBezTo>
                      <a:pt x="63" y="84"/>
                      <a:pt x="58" y="108"/>
                      <a:pt x="59" y="135"/>
                    </a:cubicBezTo>
                    <a:lnTo>
                      <a:pt x="59" y="135"/>
                    </a:lnTo>
                    <a:cubicBezTo>
                      <a:pt x="60" y="180"/>
                      <a:pt x="78" y="211"/>
                      <a:pt x="109" y="224"/>
                    </a:cubicBezTo>
                    <a:lnTo>
                      <a:pt x="109" y="224"/>
                    </a:lnTo>
                    <a:cubicBezTo>
                      <a:pt x="110" y="225"/>
                      <a:pt x="110" y="225"/>
                      <a:pt x="111" y="225"/>
                    </a:cubicBezTo>
                    <a:lnTo>
                      <a:pt x="111" y="225"/>
                    </a:lnTo>
                    <a:cubicBezTo>
                      <a:pt x="112" y="225"/>
                      <a:pt x="113" y="224"/>
                      <a:pt x="114" y="223"/>
                    </a:cubicBezTo>
                    <a:lnTo>
                      <a:pt x="180" y="118"/>
                    </a:lnTo>
                    <a:lnTo>
                      <a:pt x="180" y="118"/>
                    </a:lnTo>
                    <a:cubicBezTo>
                      <a:pt x="180" y="118"/>
                      <a:pt x="180" y="117"/>
                      <a:pt x="180" y="116"/>
                    </a:cubicBezTo>
                    <a:lnTo>
                      <a:pt x="180" y="116"/>
                    </a:lnTo>
                    <a:cubicBezTo>
                      <a:pt x="180" y="115"/>
                      <a:pt x="167" y="38"/>
                      <a:pt x="96" y="1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36" name="Freeform 26">
                <a:extLst>
                  <a:ext uri="{FF2B5EF4-FFF2-40B4-BE49-F238E27FC236}">
                    <a16:creationId xmlns:a16="http://schemas.microsoft.com/office/drawing/2014/main" id="{ADC2A7FF-D846-4FDD-9BC2-4052A1ACB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224304" y="5538618"/>
                <a:ext cx="158245" cy="196844"/>
              </a:xfrm>
              <a:custGeom>
                <a:avLst/>
                <a:gdLst>
                  <a:gd name="T0" fmla="*/ 96 w 181"/>
                  <a:gd name="T1" fmla="*/ 11 h 226"/>
                  <a:gd name="T2" fmla="*/ 96 w 181"/>
                  <a:gd name="T3" fmla="*/ 11 h 226"/>
                  <a:gd name="T4" fmla="*/ 17 w 181"/>
                  <a:gd name="T5" fmla="*/ 24 h 226"/>
                  <a:gd name="T6" fmla="*/ 17 w 181"/>
                  <a:gd name="T7" fmla="*/ 24 h 226"/>
                  <a:gd name="T8" fmla="*/ 2 w 181"/>
                  <a:gd name="T9" fmla="*/ 62 h 226"/>
                  <a:gd name="T10" fmla="*/ 11 w 181"/>
                  <a:gd name="T11" fmla="*/ 118 h 226"/>
                  <a:gd name="T12" fmla="*/ 11 w 181"/>
                  <a:gd name="T13" fmla="*/ 118 h 226"/>
                  <a:gd name="T14" fmla="*/ 13 w 181"/>
                  <a:gd name="T15" fmla="*/ 120 h 226"/>
                  <a:gd name="T16" fmla="*/ 13 w 181"/>
                  <a:gd name="T17" fmla="*/ 120 h 226"/>
                  <a:gd name="T18" fmla="*/ 40 w 181"/>
                  <a:gd name="T19" fmla="*/ 118 h 226"/>
                  <a:gd name="T20" fmla="*/ 40 w 181"/>
                  <a:gd name="T21" fmla="*/ 118 h 226"/>
                  <a:gd name="T22" fmla="*/ 57 w 181"/>
                  <a:gd name="T23" fmla="*/ 73 h 226"/>
                  <a:gd name="T24" fmla="*/ 66 w 181"/>
                  <a:gd name="T25" fmla="*/ 75 h 226"/>
                  <a:gd name="T26" fmla="*/ 66 w 181"/>
                  <a:gd name="T27" fmla="*/ 75 h 226"/>
                  <a:gd name="T28" fmla="*/ 59 w 181"/>
                  <a:gd name="T29" fmla="*/ 135 h 226"/>
                  <a:gd name="T30" fmla="*/ 59 w 181"/>
                  <a:gd name="T31" fmla="*/ 135 h 226"/>
                  <a:gd name="T32" fmla="*/ 109 w 181"/>
                  <a:gd name="T33" fmla="*/ 224 h 226"/>
                  <a:gd name="T34" fmla="*/ 109 w 181"/>
                  <a:gd name="T35" fmla="*/ 224 h 226"/>
                  <a:gd name="T36" fmla="*/ 111 w 181"/>
                  <a:gd name="T37" fmla="*/ 225 h 226"/>
                  <a:gd name="T38" fmla="*/ 111 w 181"/>
                  <a:gd name="T39" fmla="*/ 225 h 226"/>
                  <a:gd name="T40" fmla="*/ 114 w 181"/>
                  <a:gd name="T41" fmla="*/ 223 h 226"/>
                  <a:gd name="T42" fmla="*/ 180 w 181"/>
                  <a:gd name="T43" fmla="*/ 118 h 226"/>
                  <a:gd name="T44" fmla="*/ 180 w 181"/>
                  <a:gd name="T45" fmla="*/ 118 h 226"/>
                  <a:gd name="T46" fmla="*/ 180 w 181"/>
                  <a:gd name="T47" fmla="*/ 116 h 226"/>
                  <a:gd name="T48" fmla="*/ 180 w 181"/>
                  <a:gd name="T49" fmla="*/ 116 h 226"/>
                  <a:gd name="T50" fmla="*/ 96 w 181"/>
                  <a:gd name="T51" fmla="*/ 11 h 2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181" h="226">
                    <a:moveTo>
                      <a:pt x="96" y="11"/>
                    </a:moveTo>
                    <a:lnTo>
                      <a:pt x="96" y="11"/>
                    </a:lnTo>
                    <a:cubicBezTo>
                      <a:pt x="70" y="0"/>
                      <a:pt x="40" y="6"/>
                      <a:pt x="17" y="24"/>
                    </a:cubicBezTo>
                    <a:lnTo>
                      <a:pt x="17" y="24"/>
                    </a:lnTo>
                    <a:cubicBezTo>
                      <a:pt x="6" y="33"/>
                      <a:pt x="0" y="47"/>
                      <a:pt x="2" y="62"/>
                    </a:cubicBezTo>
                    <a:lnTo>
                      <a:pt x="11" y="118"/>
                    </a:lnTo>
                    <a:lnTo>
                      <a:pt x="11" y="118"/>
                    </a:lnTo>
                    <a:cubicBezTo>
                      <a:pt x="11" y="119"/>
                      <a:pt x="12" y="120"/>
                      <a:pt x="13" y="120"/>
                    </a:cubicBezTo>
                    <a:lnTo>
                      <a:pt x="13" y="120"/>
                    </a:lnTo>
                    <a:cubicBezTo>
                      <a:pt x="14" y="121"/>
                      <a:pt x="28" y="127"/>
                      <a:pt x="40" y="118"/>
                    </a:cubicBezTo>
                    <a:lnTo>
                      <a:pt x="40" y="118"/>
                    </a:lnTo>
                    <a:cubicBezTo>
                      <a:pt x="51" y="110"/>
                      <a:pt x="57" y="95"/>
                      <a:pt x="57" y="73"/>
                    </a:cubicBezTo>
                    <a:lnTo>
                      <a:pt x="66" y="75"/>
                    </a:lnTo>
                    <a:lnTo>
                      <a:pt x="66" y="75"/>
                    </a:lnTo>
                    <a:cubicBezTo>
                      <a:pt x="63" y="84"/>
                      <a:pt x="58" y="108"/>
                      <a:pt x="59" y="135"/>
                    </a:cubicBezTo>
                    <a:lnTo>
                      <a:pt x="59" y="135"/>
                    </a:lnTo>
                    <a:cubicBezTo>
                      <a:pt x="60" y="180"/>
                      <a:pt x="78" y="211"/>
                      <a:pt x="109" y="224"/>
                    </a:cubicBezTo>
                    <a:lnTo>
                      <a:pt x="109" y="224"/>
                    </a:lnTo>
                    <a:cubicBezTo>
                      <a:pt x="110" y="225"/>
                      <a:pt x="110" y="225"/>
                      <a:pt x="111" y="225"/>
                    </a:cubicBezTo>
                    <a:lnTo>
                      <a:pt x="111" y="225"/>
                    </a:lnTo>
                    <a:cubicBezTo>
                      <a:pt x="112" y="225"/>
                      <a:pt x="113" y="224"/>
                      <a:pt x="114" y="223"/>
                    </a:cubicBezTo>
                    <a:lnTo>
                      <a:pt x="180" y="118"/>
                    </a:lnTo>
                    <a:lnTo>
                      <a:pt x="180" y="118"/>
                    </a:lnTo>
                    <a:cubicBezTo>
                      <a:pt x="180" y="118"/>
                      <a:pt x="180" y="117"/>
                      <a:pt x="180" y="116"/>
                    </a:cubicBezTo>
                    <a:lnTo>
                      <a:pt x="180" y="116"/>
                    </a:lnTo>
                    <a:cubicBezTo>
                      <a:pt x="180" y="115"/>
                      <a:pt x="167" y="38"/>
                      <a:pt x="96" y="11"/>
                    </a:cubicBezTo>
                  </a:path>
                </a:pathLst>
              </a:custGeom>
              <a:solidFill>
                <a:srgbClr val="C4C8CE">
                  <a:alpha val="25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37" name="Freeform 27">
                <a:extLst>
                  <a:ext uri="{FF2B5EF4-FFF2-40B4-BE49-F238E27FC236}">
                    <a16:creationId xmlns:a16="http://schemas.microsoft.com/office/drawing/2014/main" id="{300E5620-19EB-4449-A62B-334092486F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293778" y="5623531"/>
                <a:ext cx="138948" cy="177545"/>
              </a:xfrm>
              <a:custGeom>
                <a:avLst/>
                <a:gdLst>
                  <a:gd name="T0" fmla="*/ 157 w 158"/>
                  <a:gd name="T1" fmla="*/ 32 h 203"/>
                  <a:gd name="T2" fmla="*/ 105 w 158"/>
                  <a:gd name="T3" fmla="*/ 0 h 203"/>
                  <a:gd name="T4" fmla="*/ 0 w 158"/>
                  <a:gd name="T5" fmla="*/ 167 h 203"/>
                  <a:gd name="T6" fmla="*/ 50 w 158"/>
                  <a:gd name="T7" fmla="*/ 202 h 203"/>
                  <a:gd name="T8" fmla="*/ 157 w 158"/>
                  <a:gd name="T9" fmla="*/ 32 h 2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8" h="203">
                    <a:moveTo>
                      <a:pt x="157" y="32"/>
                    </a:moveTo>
                    <a:lnTo>
                      <a:pt x="105" y="0"/>
                    </a:lnTo>
                    <a:lnTo>
                      <a:pt x="0" y="167"/>
                    </a:lnTo>
                    <a:lnTo>
                      <a:pt x="50" y="202"/>
                    </a:lnTo>
                    <a:lnTo>
                      <a:pt x="157" y="32"/>
                    </a:lnTo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38" name="Freeform 28">
                <a:extLst>
                  <a:ext uri="{FF2B5EF4-FFF2-40B4-BE49-F238E27FC236}">
                    <a16:creationId xmlns:a16="http://schemas.microsoft.com/office/drawing/2014/main" id="{82204277-126A-4EE7-9CB7-83E359D2C5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289917" y="5619672"/>
                <a:ext cx="146667" cy="185264"/>
              </a:xfrm>
              <a:custGeom>
                <a:avLst/>
                <a:gdLst>
                  <a:gd name="T0" fmla="*/ 109 w 168"/>
                  <a:gd name="T1" fmla="*/ 0 h 213"/>
                  <a:gd name="T2" fmla="*/ 0 w 168"/>
                  <a:gd name="T3" fmla="*/ 173 h 213"/>
                  <a:gd name="T4" fmla="*/ 57 w 168"/>
                  <a:gd name="T5" fmla="*/ 212 h 213"/>
                  <a:gd name="T6" fmla="*/ 167 w 168"/>
                  <a:gd name="T7" fmla="*/ 36 h 213"/>
                  <a:gd name="T8" fmla="*/ 109 w 168"/>
                  <a:gd name="T9" fmla="*/ 0 h 213"/>
                  <a:gd name="T10" fmla="*/ 110 w 168"/>
                  <a:gd name="T11" fmla="*/ 10 h 213"/>
                  <a:gd name="T12" fmla="*/ 156 w 168"/>
                  <a:gd name="T13" fmla="*/ 38 h 213"/>
                  <a:gd name="T14" fmla="*/ 54 w 168"/>
                  <a:gd name="T15" fmla="*/ 201 h 213"/>
                  <a:gd name="T16" fmla="*/ 10 w 168"/>
                  <a:gd name="T17" fmla="*/ 171 h 213"/>
                  <a:gd name="T18" fmla="*/ 110 w 168"/>
                  <a:gd name="T19" fmla="*/ 10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8" h="213">
                    <a:moveTo>
                      <a:pt x="109" y="0"/>
                    </a:moveTo>
                    <a:lnTo>
                      <a:pt x="0" y="173"/>
                    </a:lnTo>
                    <a:lnTo>
                      <a:pt x="57" y="212"/>
                    </a:lnTo>
                    <a:lnTo>
                      <a:pt x="167" y="36"/>
                    </a:lnTo>
                    <a:lnTo>
                      <a:pt x="109" y="0"/>
                    </a:lnTo>
                    <a:close/>
                    <a:moveTo>
                      <a:pt x="110" y="10"/>
                    </a:moveTo>
                    <a:lnTo>
                      <a:pt x="156" y="38"/>
                    </a:lnTo>
                    <a:lnTo>
                      <a:pt x="54" y="201"/>
                    </a:lnTo>
                    <a:lnTo>
                      <a:pt x="10" y="171"/>
                    </a:lnTo>
                    <a:lnTo>
                      <a:pt x="110" y="1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39" name="Freeform 29">
                <a:extLst>
                  <a:ext uri="{FF2B5EF4-FFF2-40B4-BE49-F238E27FC236}">
                    <a16:creationId xmlns:a16="http://schemas.microsoft.com/office/drawing/2014/main" id="{8C886696-17CC-45A4-8879-C6AEF48C73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40094" y="5650550"/>
                <a:ext cx="907020" cy="687021"/>
              </a:xfrm>
              <a:custGeom>
                <a:avLst/>
                <a:gdLst>
                  <a:gd name="T0" fmla="*/ 1034 w 1035"/>
                  <a:gd name="T1" fmla="*/ 559 h 784"/>
                  <a:gd name="T2" fmla="*/ 861 w 1035"/>
                  <a:gd name="T3" fmla="*/ 783 h 784"/>
                  <a:gd name="T4" fmla="*/ 0 w 1035"/>
                  <a:gd name="T5" fmla="*/ 176 h 784"/>
                  <a:gd name="T6" fmla="*/ 110 w 1035"/>
                  <a:gd name="T7" fmla="*/ 0 h 784"/>
                  <a:gd name="T8" fmla="*/ 1034 w 1035"/>
                  <a:gd name="T9" fmla="*/ 559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35" h="784">
                    <a:moveTo>
                      <a:pt x="1034" y="559"/>
                    </a:moveTo>
                    <a:lnTo>
                      <a:pt x="861" y="783"/>
                    </a:lnTo>
                    <a:lnTo>
                      <a:pt x="0" y="176"/>
                    </a:lnTo>
                    <a:lnTo>
                      <a:pt x="110" y="0"/>
                    </a:lnTo>
                    <a:lnTo>
                      <a:pt x="1034" y="559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40" name="Freeform 30">
                <a:extLst>
                  <a:ext uri="{FF2B5EF4-FFF2-40B4-BE49-F238E27FC236}">
                    <a16:creationId xmlns:a16="http://schemas.microsoft.com/office/drawing/2014/main" id="{BCA5CF37-6F61-425A-9FF4-AFAA00AD29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868867" y="6140726"/>
                <a:ext cx="648424" cy="945619"/>
              </a:xfrm>
              <a:custGeom>
                <a:avLst/>
                <a:gdLst>
                  <a:gd name="T0" fmla="*/ 430 w 740"/>
                  <a:gd name="T1" fmla="*/ 0 h 1080"/>
                  <a:gd name="T2" fmla="*/ 577 w 740"/>
                  <a:gd name="T3" fmla="*/ 0 h 1080"/>
                  <a:gd name="T4" fmla="*/ 739 w 740"/>
                  <a:gd name="T5" fmla="*/ 139 h 1080"/>
                  <a:gd name="T6" fmla="*/ 569 w 740"/>
                  <a:gd name="T7" fmla="*/ 1021 h 1080"/>
                  <a:gd name="T8" fmla="*/ 569 w 740"/>
                  <a:gd name="T9" fmla="*/ 1021 h 1080"/>
                  <a:gd name="T10" fmla="*/ 154 w 740"/>
                  <a:gd name="T11" fmla="*/ 1016 h 1080"/>
                  <a:gd name="T12" fmla="*/ 154 w 740"/>
                  <a:gd name="T13" fmla="*/ 1016 h 1080"/>
                  <a:gd name="T14" fmla="*/ 0 w 740"/>
                  <a:gd name="T15" fmla="*/ 873 h 1080"/>
                  <a:gd name="T16" fmla="*/ 0 w 740"/>
                  <a:gd name="T17" fmla="*/ 873 h 1080"/>
                  <a:gd name="T18" fmla="*/ 430 w 740"/>
                  <a:gd name="T19" fmla="*/ 0 h 10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40" h="1080">
                    <a:moveTo>
                      <a:pt x="430" y="0"/>
                    </a:moveTo>
                    <a:lnTo>
                      <a:pt x="577" y="0"/>
                    </a:lnTo>
                    <a:lnTo>
                      <a:pt x="739" y="139"/>
                    </a:lnTo>
                    <a:lnTo>
                      <a:pt x="569" y="1021"/>
                    </a:lnTo>
                    <a:lnTo>
                      <a:pt x="569" y="1021"/>
                    </a:lnTo>
                    <a:cubicBezTo>
                      <a:pt x="569" y="1021"/>
                      <a:pt x="334" y="1079"/>
                      <a:pt x="154" y="1016"/>
                    </a:cubicBezTo>
                    <a:lnTo>
                      <a:pt x="154" y="1016"/>
                    </a:lnTo>
                    <a:cubicBezTo>
                      <a:pt x="32" y="975"/>
                      <a:pt x="0" y="873"/>
                      <a:pt x="0" y="873"/>
                    </a:cubicBezTo>
                    <a:lnTo>
                      <a:pt x="0" y="873"/>
                    </a:lnTo>
                    <a:cubicBezTo>
                      <a:pt x="0" y="873"/>
                      <a:pt x="120" y="140"/>
                      <a:pt x="430" y="0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41" name="Freeform 31">
                <a:extLst>
                  <a:ext uri="{FF2B5EF4-FFF2-40B4-BE49-F238E27FC236}">
                    <a16:creationId xmlns:a16="http://schemas.microsoft.com/office/drawing/2014/main" id="{D5023C58-680B-417E-996A-FC85A1CD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74133" y="8271262"/>
                <a:ext cx="158245" cy="165967"/>
              </a:xfrm>
              <a:custGeom>
                <a:avLst/>
                <a:gdLst>
                  <a:gd name="T0" fmla="*/ 0 w 180"/>
                  <a:gd name="T1" fmla="*/ 190 h 191"/>
                  <a:gd name="T2" fmla="*/ 179 w 180"/>
                  <a:gd name="T3" fmla="*/ 190 h 191"/>
                  <a:gd name="T4" fmla="*/ 179 w 180"/>
                  <a:gd name="T5" fmla="*/ 0 h 191"/>
                  <a:gd name="T6" fmla="*/ 0 w 180"/>
                  <a:gd name="T7" fmla="*/ 0 h 191"/>
                  <a:gd name="T8" fmla="*/ 0 w 180"/>
                  <a:gd name="T9" fmla="*/ 190 h 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1">
                    <a:moveTo>
                      <a:pt x="0" y="190"/>
                    </a:moveTo>
                    <a:lnTo>
                      <a:pt x="179" y="190"/>
                    </a:lnTo>
                    <a:lnTo>
                      <a:pt x="179" y="0"/>
                    </a:lnTo>
                    <a:lnTo>
                      <a:pt x="0" y="0"/>
                    </a:lnTo>
                    <a:lnTo>
                      <a:pt x="0" y="190"/>
                    </a:lnTo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42" name="Freeform 32">
                <a:extLst>
                  <a:ext uri="{FF2B5EF4-FFF2-40B4-BE49-F238E27FC236}">
                    <a16:creationId xmlns:a16="http://schemas.microsoft.com/office/drawing/2014/main" id="{28291364-44D6-4886-A1B1-EEFAEF254B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48867" y="7916172"/>
                <a:ext cx="158245" cy="177545"/>
              </a:xfrm>
              <a:custGeom>
                <a:avLst/>
                <a:gdLst>
                  <a:gd name="T0" fmla="*/ 0 w 180"/>
                  <a:gd name="T1" fmla="*/ 203 h 204"/>
                  <a:gd name="T2" fmla="*/ 179 w 180"/>
                  <a:gd name="T3" fmla="*/ 203 h 204"/>
                  <a:gd name="T4" fmla="*/ 179 w 180"/>
                  <a:gd name="T5" fmla="*/ 0 h 204"/>
                  <a:gd name="T6" fmla="*/ 0 w 180"/>
                  <a:gd name="T7" fmla="*/ 0 h 204"/>
                  <a:gd name="T8" fmla="*/ 0 w 180"/>
                  <a:gd name="T9" fmla="*/ 203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204">
                    <a:moveTo>
                      <a:pt x="0" y="203"/>
                    </a:moveTo>
                    <a:lnTo>
                      <a:pt x="179" y="203"/>
                    </a:lnTo>
                    <a:lnTo>
                      <a:pt x="179" y="0"/>
                    </a:lnTo>
                    <a:lnTo>
                      <a:pt x="0" y="0"/>
                    </a:lnTo>
                    <a:lnTo>
                      <a:pt x="0" y="203"/>
                    </a:lnTo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43" name="Freeform 33">
                <a:extLst>
                  <a:ext uri="{FF2B5EF4-FFF2-40B4-BE49-F238E27FC236}">
                    <a16:creationId xmlns:a16="http://schemas.microsoft.com/office/drawing/2014/main" id="{FB0C8EFE-5473-4943-9705-0D1E9380F2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74133" y="8271262"/>
                <a:ext cx="158245" cy="165967"/>
              </a:xfrm>
              <a:custGeom>
                <a:avLst/>
                <a:gdLst>
                  <a:gd name="T0" fmla="*/ 0 w 180"/>
                  <a:gd name="T1" fmla="*/ 190 h 191"/>
                  <a:gd name="T2" fmla="*/ 179 w 180"/>
                  <a:gd name="T3" fmla="*/ 190 h 191"/>
                  <a:gd name="T4" fmla="*/ 179 w 180"/>
                  <a:gd name="T5" fmla="*/ 0 h 191"/>
                  <a:gd name="T6" fmla="*/ 0 w 180"/>
                  <a:gd name="T7" fmla="*/ 0 h 191"/>
                  <a:gd name="T8" fmla="*/ 0 w 180"/>
                  <a:gd name="T9" fmla="*/ 190 h 1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1">
                    <a:moveTo>
                      <a:pt x="0" y="190"/>
                    </a:moveTo>
                    <a:lnTo>
                      <a:pt x="179" y="190"/>
                    </a:lnTo>
                    <a:lnTo>
                      <a:pt x="179" y="0"/>
                    </a:lnTo>
                    <a:lnTo>
                      <a:pt x="0" y="0"/>
                    </a:lnTo>
                    <a:lnTo>
                      <a:pt x="0" y="190"/>
                    </a:lnTo>
                  </a:path>
                </a:pathLst>
              </a:custGeom>
              <a:solidFill>
                <a:srgbClr val="FFFFFF">
                  <a:alpha val="10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44" name="Freeform 34">
                <a:extLst>
                  <a:ext uri="{FF2B5EF4-FFF2-40B4-BE49-F238E27FC236}">
                    <a16:creationId xmlns:a16="http://schemas.microsoft.com/office/drawing/2014/main" id="{A6757B0D-0C75-4ECA-8ABB-B6B1A93F93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48867" y="7916172"/>
                <a:ext cx="158245" cy="177545"/>
              </a:xfrm>
              <a:custGeom>
                <a:avLst/>
                <a:gdLst>
                  <a:gd name="T0" fmla="*/ 0 w 180"/>
                  <a:gd name="T1" fmla="*/ 203 h 204"/>
                  <a:gd name="T2" fmla="*/ 179 w 180"/>
                  <a:gd name="T3" fmla="*/ 203 h 204"/>
                  <a:gd name="T4" fmla="*/ 179 w 180"/>
                  <a:gd name="T5" fmla="*/ 0 h 204"/>
                  <a:gd name="T6" fmla="*/ 0 w 180"/>
                  <a:gd name="T7" fmla="*/ 0 h 204"/>
                  <a:gd name="T8" fmla="*/ 0 w 180"/>
                  <a:gd name="T9" fmla="*/ 203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204">
                    <a:moveTo>
                      <a:pt x="0" y="203"/>
                    </a:moveTo>
                    <a:lnTo>
                      <a:pt x="179" y="203"/>
                    </a:lnTo>
                    <a:lnTo>
                      <a:pt x="179" y="0"/>
                    </a:lnTo>
                    <a:lnTo>
                      <a:pt x="0" y="0"/>
                    </a:lnTo>
                    <a:lnTo>
                      <a:pt x="0" y="203"/>
                    </a:lnTo>
                  </a:path>
                </a:pathLst>
              </a:custGeom>
              <a:solidFill>
                <a:srgbClr val="FFFFFF">
                  <a:alpha val="10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7F6F995C-A268-40DD-BD12-12C5862CD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988518" y="6202481"/>
                <a:ext cx="280872" cy="524041"/>
              </a:xfrm>
              <a:custGeom>
                <a:avLst/>
                <a:gdLst>
                  <a:gd name="connsiteX0" fmla="*/ 244702 w 280872"/>
                  <a:gd name="connsiteY0" fmla="*/ 0 h 524041"/>
                  <a:gd name="connsiteX1" fmla="*/ 280872 w 280872"/>
                  <a:gd name="connsiteY1" fmla="*/ 15904 h 524041"/>
                  <a:gd name="connsiteX2" fmla="*/ 256300 w 280872"/>
                  <a:gd name="connsiteY2" fmla="*/ 72154 h 524041"/>
                  <a:gd name="connsiteX3" fmla="*/ 257716 w 280872"/>
                  <a:gd name="connsiteY3" fmla="*/ 72736 h 524041"/>
                  <a:gd name="connsiteX4" fmla="*/ 107308 w 280872"/>
                  <a:gd name="connsiteY4" fmla="*/ 485632 h 524041"/>
                  <a:gd name="connsiteX5" fmla="*/ 7916 w 280872"/>
                  <a:gd name="connsiteY5" fmla="*/ 524041 h 524041"/>
                  <a:gd name="connsiteX6" fmla="*/ 0 w 280872"/>
                  <a:gd name="connsiteY6" fmla="*/ 437621 h 524041"/>
                  <a:gd name="connsiteX7" fmla="*/ 221550 w 280872"/>
                  <a:gd name="connsiteY7" fmla="*/ 58075 h 524041"/>
                  <a:gd name="connsiteX8" fmla="*/ 220000 w 280872"/>
                  <a:gd name="connsiteY8" fmla="*/ 57431 h 5240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0872" h="524041">
                    <a:moveTo>
                      <a:pt x="244702" y="0"/>
                    </a:moveTo>
                    <a:lnTo>
                      <a:pt x="280872" y="15904"/>
                    </a:lnTo>
                    <a:lnTo>
                      <a:pt x="256300" y="72154"/>
                    </a:lnTo>
                    <a:lnTo>
                      <a:pt x="257716" y="72736"/>
                    </a:lnTo>
                    <a:lnTo>
                      <a:pt x="107308" y="485632"/>
                    </a:lnTo>
                    <a:lnTo>
                      <a:pt x="7916" y="524041"/>
                    </a:lnTo>
                    <a:lnTo>
                      <a:pt x="0" y="437621"/>
                    </a:lnTo>
                    <a:lnTo>
                      <a:pt x="221550" y="58075"/>
                    </a:lnTo>
                    <a:lnTo>
                      <a:pt x="220000" y="5743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/>
            </p:spPr>
            <p:txBody>
              <a:bodyPr wrap="square" anchor="ctr">
                <a:noAutofit/>
              </a:bodyPr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46" name="Freeform 37">
                <a:extLst>
                  <a:ext uri="{FF2B5EF4-FFF2-40B4-BE49-F238E27FC236}">
                    <a16:creationId xmlns:a16="http://schemas.microsoft.com/office/drawing/2014/main" id="{FD1D2537-635F-4F23-8040-004A32C1E0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99393" y="6140726"/>
                <a:ext cx="447721" cy="852987"/>
              </a:xfrm>
              <a:custGeom>
                <a:avLst/>
                <a:gdLst>
                  <a:gd name="T0" fmla="*/ 329 w 513"/>
                  <a:gd name="T1" fmla="*/ 120 h 974"/>
                  <a:gd name="T2" fmla="*/ 329 w 513"/>
                  <a:gd name="T3" fmla="*/ 120 h 974"/>
                  <a:gd name="T4" fmla="*/ 491 w 513"/>
                  <a:gd name="T5" fmla="*/ 1 h 974"/>
                  <a:gd name="T6" fmla="*/ 491 w 513"/>
                  <a:gd name="T7" fmla="*/ 1 h 974"/>
                  <a:gd name="T8" fmla="*/ 512 w 513"/>
                  <a:gd name="T9" fmla="*/ 3 h 974"/>
                  <a:gd name="T10" fmla="*/ 445 w 513"/>
                  <a:gd name="T11" fmla="*/ 71 h 974"/>
                  <a:gd name="T12" fmla="*/ 445 w 513"/>
                  <a:gd name="T13" fmla="*/ 71 h 974"/>
                  <a:gd name="T14" fmla="*/ 195 w 513"/>
                  <a:gd name="T15" fmla="*/ 531 h 974"/>
                  <a:gd name="T16" fmla="*/ 195 w 513"/>
                  <a:gd name="T17" fmla="*/ 531 h 974"/>
                  <a:gd name="T18" fmla="*/ 133 w 513"/>
                  <a:gd name="T19" fmla="*/ 890 h 974"/>
                  <a:gd name="T20" fmla="*/ 52 w 513"/>
                  <a:gd name="T21" fmla="*/ 973 h 974"/>
                  <a:gd name="T22" fmla="*/ 52 w 513"/>
                  <a:gd name="T23" fmla="*/ 973 h 974"/>
                  <a:gd name="T24" fmla="*/ 329 w 513"/>
                  <a:gd name="T25" fmla="*/ 120 h 9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13" h="974">
                    <a:moveTo>
                      <a:pt x="329" y="120"/>
                    </a:moveTo>
                    <a:lnTo>
                      <a:pt x="329" y="120"/>
                    </a:lnTo>
                    <a:cubicBezTo>
                      <a:pt x="382" y="40"/>
                      <a:pt x="449" y="3"/>
                      <a:pt x="491" y="1"/>
                    </a:cubicBezTo>
                    <a:lnTo>
                      <a:pt x="491" y="1"/>
                    </a:lnTo>
                    <a:cubicBezTo>
                      <a:pt x="499" y="0"/>
                      <a:pt x="506" y="1"/>
                      <a:pt x="512" y="3"/>
                    </a:cubicBezTo>
                    <a:lnTo>
                      <a:pt x="445" y="71"/>
                    </a:lnTo>
                    <a:lnTo>
                      <a:pt x="445" y="71"/>
                    </a:lnTo>
                    <a:cubicBezTo>
                      <a:pt x="445" y="71"/>
                      <a:pt x="285" y="259"/>
                      <a:pt x="195" y="531"/>
                    </a:cubicBezTo>
                    <a:lnTo>
                      <a:pt x="195" y="531"/>
                    </a:lnTo>
                    <a:cubicBezTo>
                      <a:pt x="158" y="640"/>
                      <a:pt x="132" y="763"/>
                      <a:pt x="133" y="890"/>
                    </a:cubicBezTo>
                    <a:lnTo>
                      <a:pt x="52" y="973"/>
                    </a:lnTo>
                    <a:lnTo>
                      <a:pt x="52" y="973"/>
                    </a:lnTo>
                    <a:cubicBezTo>
                      <a:pt x="52" y="973"/>
                      <a:pt x="0" y="607"/>
                      <a:pt x="329" y="12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47" name="Freeform 38">
                <a:extLst>
                  <a:ext uri="{FF2B5EF4-FFF2-40B4-BE49-F238E27FC236}">
                    <a16:creationId xmlns:a16="http://schemas.microsoft.com/office/drawing/2014/main" id="{8651509A-6FB2-4217-857F-2FCC8CD1F0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988518" y="7028449"/>
                <a:ext cx="517195" cy="1316147"/>
              </a:xfrm>
              <a:custGeom>
                <a:avLst/>
                <a:gdLst>
                  <a:gd name="T0" fmla="*/ 0 w 589"/>
                  <a:gd name="T1" fmla="*/ 0 h 1503"/>
                  <a:gd name="T2" fmla="*/ 89 w 589"/>
                  <a:gd name="T3" fmla="*/ 790 h 1503"/>
                  <a:gd name="T4" fmla="*/ 89 w 589"/>
                  <a:gd name="T5" fmla="*/ 790 h 1503"/>
                  <a:gd name="T6" fmla="*/ 109 w 589"/>
                  <a:gd name="T7" fmla="*/ 894 h 1503"/>
                  <a:gd name="T8" fmla="*/ 276 w 589"/>
                  <a:gd name="T9" fmla="*/ 1502 h 1503"/>
                  <a:gd name="T10" fmla="*/ 588 w 589"/>
                  <a:gd name="T11" fmla="*/ 1475 h 1503"/>
                  <a:gd name="T12" fmla="*/ 427 w 589"/>
                  <a:gd name="T13" fmla="*/ 888 h 1503"/>
                  <a:gd name="T14" fmla="*/ 427 w 589"/>
                  <a:gd name="T15" fmla="*/ 888 h 1503"/>
                  <a:gd name="T16" fmla="*/ 398 w 589"/>
                  <a:gd name="T17" fmla="*/ 625 h 1503"/>
                  <a:gd name="T18" fmla="*/ 437 w 589"/>
                  <a:gd name="T19" fmla="*/ 5 h 1503"/>
                  <a:gd name="T20" fmla="*/ 0 w 589"/>
                  <a:gd name="T21" fmla="*/ 0 h 15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89" h="1503">
                    <a:moveTo>
                      <a:pt x="0" y="0"/>
                    </a:moveTo>
                    <a:lnTo>
                      <a:pt x="89" y="790"/>
                    </a:lnTo>
                    <a:lnTo>
                      <a:pt x="89" y="790"/>
                    </a:lnTo>
                    <a:cubicBezTo>
                      <a:pt x="93" y="826"/>
                      <a:pt x="99" y="861"/>
                      <a:pt x="109" y="894"/>
                    </a:cubicBezTo>
                    <a:lnTo>
                      <a:pt x="276" y="1502"/>
                    </a:lnTo>
                    <a:lnTo>
                      <a:pt x="588" y="1475"/>
                    </a:lnTo>
                    <a:lnTo>
                      <a:pt x="427" y="888"/>
                    </a:lnTo>
                    <a:lnTo>
                      <a:pt x="427" y="888"/>
                    </a:lnTo>
                    <a:cubicBezTo>
                      <a:pt x="402" y="802"/>
                      <a:pt x="393" y="713"/>
                      <a:pt x="398" y="625"/>
                    </a:cubicBezTo>
                    <a:lnTo>
                      <a:pt x="437" y="5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48" name="Freeform 39">
                <a:extLst>
                  <a:ext uri="{FF2B5EF4-FFF2-40B4-BE49-F238E27FC236}">
                    <a16:creationId xmlns:a16="http://schemas.microsoft.com/office/drawing/2014/main" id="{065193AC-8A75-43C7-9E68-C526CDDF2C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440445" y="6904940"/>
                <a:ext cx="802811" cy="1072987"/>
              </a:xfrm>
              <a:custGeom>
                <a:avLst/>
                <a:gdLst>
                  <a:gd name="T0" fmla="*/ 492 w 918"/>
                  <a:gd name="T1" fmla="*/ 0 h 1227"/>
                  <a:gd name="T2" fmla="*/ 492 w 918"/>
                  <a:gd name="T3" fmla="*/ 0 h 1227"/>
                  <a:gd name="T4" fmla="*/ 26 w 918"/>
                  <a:gd name="T5" fmla="*/ 502 h 1227"/>
                  <a:gd name="T6" fmla="*/ 26 w 918"/>
                  <a:gd name="T7" fmla="*/ 502 h 1227"/>
                  <a:gd name="T8" fmla="*/ 179 w 918"/>
                  <a:gd name="T9" fmla="*/ 1226 h 1227"/>
                  <a:gd name="T10" fmla="*/ 477 w 918"/>
                  <a:gd name="T11" fmla="*/ 1226 h 1227"/>
                  <a:gd name="T12" fmla="*/ 369 w 918"/>
                  <a:gd name="T13" fmla="*/ 628 h 1227"/>
                  <a:gd name="T14" fmla="*/ 917 w 918"/>
                  <a:gd name="T15" fmla="*/ 170 h 1227"/>
                  <a:gd name="T16" fmla="*/ 492 w 918"/>
                  <a:gd name="T17" fmla="*/ 0 h 12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18" h="1227">
                    <a:moveTo>
                      <a:pt x="492" y="0"/>
                    </a:moveTo>
                    <a:lnTo>
                      <a:pt x="492" y="0"/>
                    </a:lnTo>
                    <a:cubicBezTo>
                      <a:pt x="492" y="0"/>
                      <a:pt x="52" y="427"/>
                      <a:pt x="26" y="502"/>
                    </a:cubicBezTo>
                    <a:lnTo>
                      <a:pt x="26" y="502"/>
                    </a:lnTo>
                    <a:cubicBezTo>
                      <a:pt x="0" y="579"/>
                      <a:pt x="179" y="1226"/>
                      <a:pt x="179" y="1226"/>
                    </a:cubicBezTo>
                    <a:lnTo>
                      <a:pt x="477" y="1226"/>
                    </a:lnTo>
                    <a:lnTo>
                      <a:pt x="369" y="628"/>
                    </a:lnTo>
                    <a:lnTo>
                      <a:pt x="917" y="170"/>
                    </a:lnTo>
                    <a:lnTo>
                      <a:pt x="492" y="0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49" name="Freeform 40">
                <a:extLst>
                  <a:ext uri="{FF2B5EF4-FFF2-40B4-BE49-F238E27FC236}">
                    <a16:creationId xmlns:a16="http://schemas.microsoft.com/office/drawing/2014/main" id="{B8888CF3-62E4-4CAE-B4ED-BBAFAAAB83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30973" y="6133007"/>
                <a:ext cx="567372" cy="1092287"/>
              </a:xfrm>
              <a:custGeom>
                <a:avLst/>
                <a:gdLst>
                  <a:gd name="T0" fmla="*/ 90 w 649"/>
                  <a:gd name="T1" fmla="*/ 656 h 1246"/>
                  <a:gd name="T2" fmla="*/ 90 w 649"/>
                  <a:gd name="T3" fmla="*/ 656 h 1246"/>
                  <a:gd name="T4" fmla="*/ 397 w 649"/>
                  <a:gd name="T5" fmla="*/ 76 h 1246"/>
                  <a:gd name="T6" fmla="*/ 396 w 649"/>
                  <a:gd name="T7" fmla="*/ 0 h 1246"/>
                  <a:gd name="T8" fmla="*/ 435 w 649"/>
                  <a:gd name="T9" fmla="*/ 36 h 1246"/>
                  <a:gd name="T10" fmla="*/ 442 w 649"/>
                  <a:gd name="T11" fmla="*/ 43 h 1246"/>
                  <a:gd name="T12" fmla="*/ 442 w 649"/>
                  <a:gd name="T13" fmla="*/ 43 h 1246"/>
                  <a:gd name="T14" fmla="*/ 526 w 649"/>
                  <a:gd name="T15" fmla="*/ 100 h 1246"/>
                  <a:gd name="T16" fmla="*/ 648 w 649"/>
                  <a:gd name="T17" fmla="*/ 158 h 1246"/>
                  <a:gd name="T18" fmla="*/ 472 w 649"/>
                  <a:gd name="T19" fmla="*/ 823 h 1246"/>
                  <a:gd name="T20" fmla="*/ 411 w 649"/>
                  <a:gd name="T21" fmla="*/ 1214 h 1246"/>
                  <a:gd name="T22" fmla="*/ 411 w 649"/>
                  <a:gd name="T23" fmla="*/ 1214 h 1246"/>
                  <a:gd name="T24" fmla="*/ 0 w 649"/>
                  <a:gd name="T25" fmla="*/ 999 h 1246"/>
                  <a:gd name="T26" fmla="*/ 0 w 649"/>
                  <a:gd name="T27" fmla="*/ 999 h 1246"/>
                  <a:gd name="T28" fmla="*/ 90 w 649"/>
                  <a:gd name="T29" fmla="*/ 656 h 12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49" h="1246">
                    <a:moveTo>
                      <a:pt x="90" y="656"/>
                    </a:moveTo>
                    <a:lnTo>
                      <a:pt x="90" y="656"/>
                    </a:lnTo>
                    <a:cubicBezTo>
                      <a:pt x="222" y="268"/>
                      <a:pt x="397" y="76"/>
                      <a:pt x="397" y="76"/>
                    </a:cubicBezTo>
                    <a:lnTo>
                      <a:pt x="396" y="0"/>
                    </a:lnTo>
                    <a:lnTo>
                      <a:pt x="435" y="36"/>
                    </a:lnTo>
                    <a:lnTo>
                      <a:pt x="442" y="43"/>
                    </a:lnTo>
                    <a:lnTo>
                      <a:pt x="442" y="43"/>
                    </a:lnTo>
                    <a:cubicBezTo>
                      <a:pt x="467" y="66"/>
                      <a:pt x="496" y="85"/>
                      <a:pt x="526" y="100"/>
                    </a:cubicBezTo>
                    <a:lnTo>
                      <a:pt x="648" y="158"/>
                    </a:lnTo>
                    <a:lnTo>
                      <a:pt x="472" y="823"/>
                    </a:lnTo>
                    <a:lnTo>
                      <a:pt x="411" y="1214"/>
                    </a:lnTo>
                    <a:lnTo>
                      <a:pt x="411" y="1214"/>
                    </a:lnTo>
                    <a:cubicBezTo>
                      <a:pt x="150" y="1245"/>
                      <a:pt x="0" y="999"/>
                      <a:pt x="0" y="999"/>
                    </a:cubicBezTo>
                    <a:lnTo>
                      <a:pt x="0" y="999"/>
                    </a:lnTo>
                    <a:cubicBezTo>
                      <a:pt x="24" y="871"/>
                      <a:pt x="56" y="756"/>
                      <a:pt x="90" y="656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50" name="Freeform 41">
                <a:extLst>
                  <a:ext uri="{FF2B5EF4-FFF2-40B4-BE49-F238E27FC236}">
                    <a16:creationId xmlns:a16="http://schemas.microsoft.com/office/drawing/2014/main" id="{265066E1-663C-4AA3-A59F-7562E36901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965360" y="6136868"/>
                <a:ext cx="285615" cy="470879"/>
              </a:xfrm>
              <a:custGeom>
                <a:avLst/>
                <a:gdLst>
                  <a:gd name="T0" fmla="*/ 302 w 327"/>
                  <a:gd name="T1" fmla="*/ 7 h 538"/>
                  <a:gd name="T2" fmla="*/ 302 w 327"/>
                  <a:gd name="T3" fmla="*/ 7 h 538"/>
                  <a:gd name="T4" fmla="*/ 173 w 327"/>
                  <a:gd name="T5" fmla="*/ 115 h 538"/>
                  <a:gd name="T6" fmla="*/ 173 w 327"/>
                  <a:gd name="T7" fmla="*/ 115 h 538"/>
                  <a:gd name="T8" fmla="*/ 167 w 327"/>
                  <a:gd name="T9" fmla="*/ 129 h 538"/>
                  <a:gd name="T10" fmla="*/ 164 w 327"/>
                  <a:gd name="T11" fmla="*/ 149 h 538"/>
                  <a:gd name="T12" fmla="*/ 164 w 327"/>
                  <a:gd name="T13" fmla="*/ 149 h 538"/>
                  <a:gd name="T14" fmla="*/ 151 w 327"/>
                  <a:gd name="T15" fmla="*/ 176 h 538"/>
                  <a:gd name="T16" fmla="*/ 106 w 327"/>
                  <a:gd name="T17" fmla="*/ 215 h 538"/>
                  <a:gd name="T18" fmla="*/ 106 w 327"/>
                  <a:gd name="T19" fmla="*/ 215 h 538"/>
                  <a:gd name="T20" fmla="*/ 86 w 327"/>
                  <a:gd name="T21" fmla="*/ 241 h 538"/>
                  <a:gd name="T22" fmla="*/ 86 w 327"/>
                  <a:gd name="T23" fmla="*/ 241 h 538"/>
                  <a:gd name="T24" fmla="*/ 11 w 327"/>
                  <a:gd name="T25" fmla="*/ 504 h 538"/>
                  <a:gd name="T26" fmla="*/ 11 w 327"/>
                  <a:gd name="T27" fmla="*/ 504 h 538"/>
                  <a:gd name="T28" fmla="*/ 252 w 327"/>
                  <a:gd name="T29" fmla="*/ 72 h 538"/>
                  <a:gd name="T30" fmla="*/ 315 w 327"/>
                  <a:gd name="T31" fmla="*/ 8 h 538"/>
                  <a:gd name="T32" fmla="*/ 315 w 327"/>
                  <a:gd name="T33" fmla="*/ 8 h 538"/>
                  <a:gd name="T34" fmla="*/ 302 w 327"/>
                  <a:gd name="T35" fmla="*/ 7 h 538"/>
                  <a:gd name="T36" fmla="*/ 4 w 327"/>
                  <a:gd name="T37" fmla="*/ 537 h 538"/>
                  <a:gd name="T38" fmla="*/ 4 w 327"/>
                  <a:gd name="T39" fmla="*/ 537 h 538"/>
                  <a:gd name="T40" fmla="*/ 0 w 327"/>
                  <a:gd name="T41" fmla="*/ 533 h 538"/>
                  <a:gd name="T42" fmla="*/ 0 w 327"/>
                  <a:gd name="T43" fmla="*/ 533 h 538"/>
                  <a:gd name="T44" fmla="*/ 79 w 327"/>
                  <a:gd name="T45" fmla="*/ 238 h 538"/>
                  <a:gd name="T46" fmla="*/ 79 w 327"/>
                  <a:gd name="T47" fmla="*/ 238 h 538"/>
                  <a:gd name="T48" fmla="*/ 100 w 327"/>
                  <a:gd name="T49" fmla="*/ 209 h 538"/>
                  <a:gd name="T50" fmla="*/ 146 w 327"/>
                  <a:gd name="T51" fmla="*/ 171 h 538"/>
                  <a:gd name="T52" fmla="*/ 146 w 327"/>
                  <a:gd name="T53" fmla="*/ 171 h 538"/>
                  <a:gd name="T54" fmla="*/ 157 w 327"/>
                  <a:gd name="T55" fmla="*/ 148 h 538"/>
                  <a:gd name="T56" fmla="*/ 160 w 327"/>
                  <a:gd name="T57" fmla="*/ 128 h 538"/>
                  <a:gd name="T58" fmla="*/ 160 w 327"/>
                  <a:gd name="T59" fmla="*/ 128 h 538"/>
                  <a:gd name="T60" fmla="*/ 168 w 327"/>
                  <a:gd name="T61" fmla="*/ 110 h 538"/>
                  <a:gd name="T62" fmla="*/ 168 w 327"/>
                  <a:gd name="T63" fmla="*/ 110 h 538"/>
                  <a:gd name="T64" fmla="*/ 300 w 327"/>
                  <a:gd name="T65" fmla="*/ 0 h 538"/>
                  <a:gd name="T66" fmla="*/ 300 w 327"/>
                  <a:gd name="T67" fmla="*/ 0 h 538"/>
                  <a:gd name="T68" fmla="*/ 301 w 327"/>
                  <a:gd name="T69" fmla="*/ 0 h 538"/>
                  <a:gd name="T70" fmla="*/ 301 w 327"/>
                  <a:gd name="T71" fmla="*/ 0 h 538"/>
                  <a:gd name="T72" fmla="*/ 323 w 327"/>
                  <a:gd name="T73" fmla="*/ 3 h 538"/>
                  <a:gd name="T74" fmla="*/ 323 w 327"/>
                  <a:gd name="T75" fmla="*/ 3 h 538"/>
                  <a:gd name="T76" fmla="*/ 326 w 327"/>
                  <a:gd name="T77" fmla="*/ 5 h 538"/>
                  <a:gd name="T78" fmla="*/ 326 w 327"/>
                  <a:gd name="T79" fmla="*/ 5 h 538"/>
                  <a:gd name="T80" fmla="*/ 325 w 327"/>
                  <a:gd name="T81" fmla="*/ 8 h 538"/>
                  <a:gd name="T82" fmla="*/ 257 w 327"/>
                  <a:gd name="T83" fmla="*/ 77 h 538"/>
                  <a:gd name="T84" fmla="*/ 257 w 327"/>
                  <a:gd name="T85" fmla="*/ 77 h 538"/>
                  <a:gd name="T86" fmla="*/ 8 w 327"/>
                  <a:gd name="T87" fmla="*/ 535 h 538"/>
                  <a:gd name="T88" fmla="*/ 8 w 327"/>
                  <a:gd name="T89" fmla="*/ 535 h 538"/>
                  <a:gd name="T90" fmla="*/ 5 w 327"/>
                  <a:gd name="T91" fmla="*/ 537 h 538"/>
                  <a:gd name="T92" fmla="*/ 5 w 327"/>
                  <a:gd name="T93" fmla="*/ 537 h 538"/>
                  <a:gd name="T94" fmla="*/ 4 w 327"/>
                  <a:gd name="T95" fmla="*/ 537 h 5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327" h="538">
                    <a:moveTo>
                      <a:pt x="302" y="7"/>
                    </a:moveTo>
                    <a:lnTo>
                      <a:pt x="302" y="7"/>
                    </a:lnTo>
                    <a:cubicBezTo>
                      <a:pt x="240" y="49"/>
                      <a:pt x="188" y="100"/>
                      <a:pt x="173" y="115"/>
                    </a:cubicBezTo>
                    <a:lnTo>
                      <a:pt x="173" y="115"/>
                    </a:lnTo>
                    <a:cubicBezTo>
                      <a:pt x="169" y="119"/>
                      <a:pt x="167" y="123"/>
                      <a:pt x="167" y="129"/>
                    </a:cubicBezTo>
                    <a:lnTo>
                      <a:pt x="164" y="149"/>
                    </a:lnTo>
                    <a:lnTo>
                      <a:pt x="164" y="149"/>
                    </a:lnTo>
                    <a:cubicBezTo>
                      <a:pt x="163" y="160"/>
                      <a:pt x="159" y="169"/>
                      <a:pt x="151" y="176"/>
                    </a:cubicBezTo>
                    <a:lnTo>
                      <a:pt x="106" y="215"/>
                    </a:lnTo>
                    <a:lnTo>
                      <a:pt x="106" y="215"/>
                    </a:lnTo>
                    <a:cubicBezTo>
                      <a:pt x="97" y="222"/>
                      <a:pt x="90" y="231"/>
                      <a:pt x="86" y="241"/>
                    </a:cubicBezTo>
                    <a:lnTo>
                      <a:pt x="86" y="241"/>
                    </a:lnTo>
                    <a:cubicBezTo>
                      <a:pt x="66" y="285"/>
                      <a:pt x="25" y="393"/>
                      <a:pt x="11" y="504"/>
                    </a:cubicBezTo>
                    <a:lnTo>
                      <a:pt x="11" y="504"/>
                    </a:lnTo>
                    <a:cubicBezTo>
                      <a:pt x="102" y="250"/>
                      <a:pt x="250" y="74"/>
                      <a:pt x="252" y="72"/>
                    </a:cubicBezTo>
                    <a:lnTo>
                      <a:pt x="315" y="8"/>
                    </a:lnTo>
                    <a:lnTo>
                      <a:pt x="315" y="8"/>
                    </a:lnTo>
                    <a:cubicBezTo>
                      <a:pt x="311" y="7"/>
                      <a:pt x="308" y="7"/>
                      <a:pt x="302" y="7"/>
                    </a:cubicBezTo>
                    <a:close/>
                    <a:moveTo>
                      <a:pt x="4" y="537"/>
                    </a:moveTo>
                    <a:lnTo>
                      <a:pt x="4" y="537"/>
                    </a:lnTo>
                    <a:cubicBezTo>
                      <a:pt x="2" y="537"/>
                      <a:pt x="0" y="535"/>
                      <a:pt x="0" y="533"/>
                    </a:cubicBezTo>
                    <a:lnTo>
                      <a:pt x="0" y="533"/>
                    </a:lnTo>
                    <a:cubicBezTo>
                      <a:pt x="9" y="411"/>
                      <a:pt x="58" y="286"/>
                      <a:pt x="79" y="238"/>
                    </a:cubicBezTo>
                    <a:lnTo>
                      <a:pt x="79" y="238"/>
                    </a:lnTo>
                    <a:cubicBezTo>
                      <a:pt x="84" y="227"/>
                      <a:pt x="92" y="217"/>
                      <a:pt x="100" y="209"/>
                    </a:cubicBezTo>
                    <a:lnTo>
                      <a:pt x="146" y="171"/>
                    </a:lnTo>
                    <a:lnTo>
                      <a:pt x="146" y="171"/>
                    </a:lnTo>
                    <a:cubicBezTo>
                      <a:pt x="152" y="165"/>
                      <a:pt x="156" y="157"/>
                      <a:pt x="157" y="148"/>
                    </a:cubicBezTo>
                    <a:lnTo>
                      <a:pt x="160" y="128"/>
                    </a:lnTo>
                    <a:lnTo>
                      <a:pt x="160" y="128"/>
                    </a:lnTo>
                    <a:cubicBezTo>
                      <a:pt x="160" y="121"/>
                      <a:pt x="163" y="115"/>
                      <a:pt x="168" y="110"/>
                    </a:cubicBezTo>
                    <a:lnTo>
                      <a:pt x="168" y="110"/>
                    </a:lnTo>
                    <a:cubicBezTo>
                      <a:pt x="187" y="90"/>
                      <a:pt x="238" y="42"/>
                      <a:pt x="300" y="0"/>
                    </a:cubicBezTo>
                    <a:lnTo>
                      <a:pt x="300" y="0"/>
                    </a:lnTo>
                    <a:lnTo>
                      <a:pt x="301" y="0"/>
                    </a:lnTo>
                    <a:lnTo>
                      <a:pt x="301" y="0"/>
                    </a:lnTo>
                    <a:cubicBezTo>
                      <a:pt x="310" y="0"/>
                      <a:pt x="317" y="0"/>
                      <a:pt x="323" y="3"/>
                    </a:cubicBezTo>
                    <a:lnTo>
                      <a:pt x="323" y="3"/>
                    </a:lnTo>
                    <a:cubicBezTo>
                      <a:pt x="324" y="3"/>
                      <a:pt x="325" y="4"/>
                      <a:pt x="326" y="5"/>
                    </a:cubicBezTo>
                    <a:lnTo>
                      <a:pt x="326" y="5"/>
                    </a:lnTo>
                    <a:cubicBezTo>
                      <a:pt x="326" y="7"/>
                      <a:pt x="326" y="7"/>
                      <a:pt x="325" y="8"/>
                    </a:cubicBezTo>
                    <a:lnTo>
                      <a:pt x="257" y="77"/>
                    </a:lnTo>
                    <a:lnTo>
                      <a:pt x="257" y="77"/>
                    </a:lnTo>
                    <a:cubicBezTo>
                      <a:pt x="255" y="79"/>
                      <a:pt x="97" y="268"/>
                      <a:pt x="8" y="535"/>
                    </a:cubicBezTo>
                    <a:lnTo>
                      <a:pt x="8" y="535"/>
                    </a:lnTo>
                    <a:cubicBezTo>
                      <a:pt x="7" y="537"/>
                      <a:pt x="5" y="537"/>
                      <a:pt x="5" y="537"/>
                    </a:cubicBezTo>
                    <a:lnTo>
                      <a:pt x="5" y="537"/>
                    </a:lnTo>
                    <a:cubicBezTo>
                      <a:pt x="4" y="537"/>
                      <a:pt x="4" y="537"/>
                      <a:pt x="4" y="53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51" name="Freeform 42">
                <a:extLst>
                  <a:ext uri="{FF2B5EF4-FFF2-40B4-BE49-F238E27FC236}">
                    <a16:creationId xmlns:a16="http://schemas.microsoft.com/office/drawing/2014/main" id="{DA451D65-80A5-48AA-A73E-CB77BCD833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47114" y="7680734"/>
                <a:ext cx="100351" cy="46316"/>
              </a:xfrm>
              <a:custGeom>
                <a:avLst/>
                <a:gdLst>
                  <a:gd name="T0" fmla="*/ 3 w 113"/>
                  <a:gd name="T1" fmla="*/ 54 h 55"/>
                  <a:gd name="T2" fmla="*/ 3 w 113"/>
                  <a:gd name="T3" fmla="*/ 54 h 55"/>
                  <a:gd name="T4" fmla="*/ 5 w 113"/>
                  <a:gd name="T5" fmla="*/ 54 h 55"/>
                  <a:gd name="T6" fmla="*/ 109 w 113"/>
                  <a:gd name="T7" fmla="*/ 45 h 55"/>
                  <a:gd name="T8" fmla="*/ 109 w 113"/>
                  <a:gd name="T9" fmla="*/ 45 h 55"/>
                  <a:gd name="T10" fmla="*/ 111 w 113"/>
                  <a:gd name="T11" fmla="*/ 42 h 55"/>
                  <a:gd name="T12" fmla="*/ 111 w 113"/>
                  <a:gd name="T13" fmla="*/ 42 h 55"/>
                  <a:gd name="T14" fmla="*/ 110 w 113"/>
                  <a:gd name="T15" fmla="*/ 38 h 55"/>
                  <a:gd name="T16" fmla="*/ 43 w 113"/>
                  <a:gd name="T17" fmla="*/ 1 h 55"/>
                  <a:gd name="T18" fmla="*/ 43 w 113"/>
                  <a:gd name="T19" fmla="*/ 1 h 55"/>
                  <a:gd name="T20" fmla="*/ 37 w 113"/>
                  <a:gd name="T21" fmla="*/ 3 h 55"/>
                  <a:gd name="T22" fmla="*/ 37 w 113"/>
                  <a:gd name="T23" fmla="*/ 3 h 55"/>
                  <a:gd name="T24" fmla="*/ 39 w 113"/>
                  <a:gd name="T25" fmla="*/ 8 h 55"/>
                  <a:gd name="T26" fmla="*/ 96 w 113"/>
                  <a:gd name="T27" fmla="*/ 38 h 55"/>
                  <a:gd name="T28" fmla="*/ 3 w 113"/>
                  <a:gd name="T29" fmla="*/ 47 h 55"/>
                  <a:gd name="T30" fmla="*/ 3 w 113"/>
                  <a:gd name="T31" fmla="*/ 47 h 55"/>
                  <a:gd name="T32" fmla="*/ 0 w 113"/>
                  <a:gd name="T33" fmla="*/ 51 h 55"/>
                  <a:gd name="T34" fmla="*/ 0 w 113"/>
                  <a:gd name="T35" fmla="*/ 51 h 55"/>
                  <a:gd name="T36" fmla="*/ 3 w 113"/>
                  <a:gd name="T37" fmla="*/ 54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13" h="55">
                    <a:moveTo>
                      <a:pt x="3" y="54"/>
                    </a:moveTo>
                    <a:lnTo>
                      <a:pt x="3" y="54"/>
                    </a:lnTo>
                    <a:cubicBezTo>
                      <a:pt x="3" y="54"/>
                      <a:pt x="3" y="54"/>
                      <a:pt x="5" y="54"/>
                    </a:cubicBezTo>
                    <a:lnTo>
                      <a:pt x="109" y="45"/>
                    </a:lnTo>
                    <a:lnTo>
                      <a:pt x="109" y="45"/>
                    </a:lnTo>
                    <a:cubicBezTo>
                      <a:pt x="110" y="45"/>
                      <a:pt x="111" y="44"/>
                      <a:pt x="111" y="42"/>
                    </a:cubicBezTo>
                    <a:lnTo>
                      <a:pt x="111" y="42"/>
                    </a:lnTo>
                    <a:cubicBezTo>
                      <a:pt x="112" y="41"/>
                      <a:pt x="111" y="38"/>
                      <a:pt x="110" y="38"/>
                    </a:cubicBezTo>
                    <a:lnTo>
                      <a:pt x="43" y="1"/>
                    </a:lnTo>
                    <a:lnTo>
                      <a:pt x="43" y="1"/>
                    </a:lnTo>
                    <a:cubicBezTo>
                      <a:pt x="40" y="0"/>
                      <a:pt x="38" y="1"/>
                      <a:pt x="37" y="3"/>
                    </a:cubicBezTo>
                    <a:lnTo>
                      <a:pt x="37" y="3"/>
                    </a:lnTo>
                    <a:cubicBezTo>
                      <a:pt x="37" y="5"/>
                      <a:pt x="37" y="7"/>
                      <a:pt x="39" y="8"/>
                    </a:cubicBezTo>
                    <a:lnTo>
                      <a:pt x="96" y="38"/>
                    </a:lnTo>
                    <a:lnTo>
                      <a:pt x="3" y="47"/>
                    </a:lnTo>
                    <a:lnTo>
                      <a:pt x="3" y="47"/>
                    </a:lnTo>
                    <a:cubicBezTo>
                      <a:pt x="2" y="47"/>
                      <a:pt x="0" y="49"/>
                      <a:pt x="0" y="51"/>
                    </a:cubicBezTo>
                    <a:lnTo>
                      <a:pt x="0" y="51"/>
                    </a:lnTo>
                    <a:cubicBezTo>
                      <a:pt x="0" y="53"/>
                      <a:pt x="2" y="54"/>
                      <a:pt x="3" y="54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52" name="Freeform 43">
                <a:extLst>
                  <a:ext uri="{FF2B5EF4-FFF2-40B4-BE49-F238E27FC236}">
                    <a16:creationId xmlns:a16="http://schemas.microsoft.com/office/drawing/2014/main" id="{E3456131-EC62-40D5-8573-0190623934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02903" y="7395119"/>
                <a:ext cx="65613" cy="65613"/>
              </a:xfrm>
              <a:custGeom>
                <a:avLst/>
                <a:gdLst>
                  <a:gd name="T0" fmla="*/ 28 w 73"/>
                  <a:gd name="T1" fmla="*/ 74 h 75"/>
                  <a:gd name="T2" fmla="*/ 28 w 73"/>
                  <a:gd name="T3" fmla="*/ 74 h 75"/>
                  <a:gd name="T4" fmla="*/ 69 w 73"/>
                  <a:gd name="T5" fmla="*/ 70 h 75"/>
                  <a:gd name="T6" fmla="*/ 69 w 73"/>
                  <a:gd name="T7" fmla="*/ 70 h 75"/>
                  <a:gd name="T8" fmla="*/ 72 w 73"/>
                  <a:gd name="T9" fmla="*/ 68 h 75"/>
                  <a:gd name="T10" fmla="*/ 72 w 73"/>
                  <a:gd name="T11" fmla="*/ 68 h 75"/>
                  <a:gd name="T12" fmla="*/ 70 w 73"/>
                  <a:gd name="T13" fmla="*/ 63 h 75"/>
                  <a:gd name="T14" fmla="*/ 70 w 73"/>
                  <a:gd name="T15" fmla="*/ 63 h 75"/>
                  <a:gd name="T16" fmla="*/ 8 w 73"/>
                  <a:gd name="T17" fmla="*/ 3 h 75"/>
                  <a:gd name="T18" fmla="*/ 8 w 73"/>
                  <a:gd name="T19" fmla="*/ 3 h 75"/>
                  <a:gd name="T20" fmla="*/ 4 w 73"/>
                  <a:gd name="T21" fmla="*/ 1 h 75"/>
                  <a:gd name="T22" fmla="*/ 4 w 73"/>
                  <a:gd name="T23" fmla="*/ 1 h 75"/>
                  <a:gd name="T24" fmla="*/ 1 w 73"/>
                  <a:gd name="T25" fmla="*/ 5 h 75"/>
                  <a:gd name="T26" fmla="*/ 1 w 73"/>
                  <a:gd name="T27" fmla="*/ 5 h 75"/>
                  <a:gd name="T28" fmla="*/ 52 w 73"/>
                  <a:gd name="T29" fmla="*/ 65 h 75"/>
                  <a:gd name="T30" fmla="*/ 52 w 73"/>
                  <a:gd name="T31" fmla="*/ 65 h 75"/>
                  <a:gd name="T32" fmla="*/ 6 w 73"/>
                  <a:gd name="T33" fmla="*/ 64 h 75"/>
                  <a:gd name="T34" fmla="*/ 6 w 73"/>
                  <a:gd name="T35" fmla="*/ 64 h 75"/>
                  <a:gd name="T36" fmla="*/ 1 w 73"/>
                  <a:gd name="T37" fmla="*/ 66 h 75"/>
                  <a:gd name="T38" fmla="*/ 1 w 73"/>
                  <a:gd name="T39" fmla="*/ 66 h 75"/>
                  <a:gd name="T40" fmla="*/ 3 w 73"/>
                  <a:gd name="T41" fmla="*/ 70 h 75"/>
                  <a:gd name="T42" fmla="*/ 3 w 73"/>
                  <a:gd name="T43" fmla="*/ 70 h 75"/>
                  <a:gd name="T44" fmla="*/ 28 w 73"/>
                  <a:gd name="T45" fmla="*/ 74 h 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73" h="75">
                    <a:moveTo>
                      <a:pt x="28" y="74"/>
                    </a:moveTo>
                    <a:lnTo>
                      <a:pt x="28" y="74"/>
                    </a:lnTo>
                    <a:cubicBezTo>
                      <a:pt x="46" y="74"/>
                      <a:pt x="66" y="71"/>
                      <a:pt x="69" y="70"/>
                    </a:cubicBezTo>
                    <a:lnTo>
                      <a:pt x="69" y="70"/>
                    </a:lnTo>
                    <a:cubicBezTo>
                      <a:pt x="71" y="70"/>
                      <a:pt x="72" y="70"/>
                      <a:pt x="72" y="68"/>
                    </a:cubicBezTo>
                    <a:lnTo>
                      <a:pt x="72" y="68"/>
                    </a:lnTo>
                    <a:cubicBezTo>
                      <a:pt x="72" y="66"/>
                      <a:pt x="71" y="64"/>
                      <a:pt x="70" y="63"/>
                    </a:cubicBezTo>
                    <a:lnTo>
                      <a:pt x="70" y="63"/>
                    </a:lnTo>
                    <a:cubicBezTo>
                      <a:pt x="21" y="51"/>
                      <a:pt x="8" y="3"/>
                      <a:pt x="8" y="3"/>
                    </a:cubicBezTo>
                    <a:lnTo>
                      <a:pt x="8" y="3"/>
                    </a:lnTo>
                    <a:cubicBezTo>
                      <a:pt x="7" y="1"/>
                      <a:pt x="5" y="0"/>
                      <a:pt x="4" y="1"/>
                    </a:cubicBezTo>
                    <a:lnTo>
                      <a:pt x="4" y="1"/>
                    </a:lnTo>
                    <a:cubicBezTo>
                      <a:pt x="1" y="1"/>
                      <a:pt x="0" y="3"/>
                      <a:pt x="1" y="5"/>
                    </a:cubicBezTo>
                    <a:lnTo>
                      <a:pt x="1" y="5"/>
                    </a:lnTo>
                    <a:cubicBezTo>
                      <a:pt x="1" y="7"/>
                      <a:pt x="12" y="47"/>
                      <a:pt x="52" y="65"/>
                    </a:cubicBezTo>
                    <a:lnTo>
                      <a:pt x="52" y="65"/>
                    </a:lnTo>
                    <a:cubicBezTo>
                      <a:pt x="36" y="67"/>
                      <a:pt x="14" y="68"/>
                      <a:pt x="6" y="64"/>
                    </a:cubicBezTo>
                    <a:lnTo>
                      <a:pt x="6" y="64"/>
                    </a:lnTo>
                    <a:cubicBezTo>
                      <a:pt x="4" y="63"/>
                      <a:pt x="2" y="64"/>
                      <a:pt x="1" y="66"/>
                    </a:cubicBezTo>
                    <a:lnTo>
                      <a:pt x="1" y="66"/>
                    </a:lnTo>
                    <a:cubicBezTo>
                      <a:pt x="0" y="68"/>
                      <a:pt x="1" y="70"/>
                      <a:pt x="3" y="70"/>
                    </a:cubicBezTo>
                    <a:lnTo>
                      <a:pt x="3" y="70"/>
                    </a:lnTo>
                    <a:cubicBezTo>
                      <a:pt x="8" y="73"/>
                      <a:pt x="18" y="74"/>
                      <a:pt x="28" y="74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CCB150F4-A870-4256-B5BE-67F6F3EBFF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95535" y="5990851"/>
                <a:ext cx="26158" cy="87232"/>
              </a:xfrm>
              <a:custGeom>
                <a:avLst/>
                <a:gdLst>
                  <a:gd name="connsiteX0" fmla="*/ 2894 w 26158"/>
                  <a:gd name="connsiteY0" fmla="*/ 41803 h 87232"/>
                  <a:gd name="connsiteX1" fmla="*/ 6754 w 26158"/>
                  <a:gd name="connsiteY1" fmla="*/ 45234 h 87232"/>
                  <a:gd name="connsiteX2" fmla="*/ 6754 w 26158"/>
                  <a:gd name="connsiteY2" fmla="*/ 68392 h 87232"/>
                  <a:gd name="connsiteX3" fmla="*/ 2894 w 26158"/>
                  <a:gd name="connsiteY3" fmla="*/ 71823 h 87232"/>
                  <a:gd name="connsiteX4" fmla="*/ 0 w 26158"/>
                  <a:gd name="connsiteY4" fmla="*/ 68392 h 87232"/>
                  <a:gd name="connsiteX5" fmla="*/ 0 w 26158"/>
                  <a:gd name="connsiteY5" fmla="*/ 45234 h 87232"/>
                  <a:gd name="connsiteX6" fmla="*/ 2894 w 26158"/>
                  <a:gd name="connsiteY6" fmla="*/ 41803 h 87232"/>
                  <a:gd name="connsiteX7" fmla="*/ 23584 w 26158"/>
                  <a:gd name="connsiteY7" fmla="*/ 235 h 87232"/>
                  <a:gd name="connsiteX8" fmla="*/ 26158 w 26158"/>
                  <a:gd name="connsiteY8" fmla="*/ 3786 h 87232"/>
                  <a:gd name="connsiteX9" fmla="*/ 18438 w 26158"/>
                  <a:gd name="connsiteY9" fmla="*/ 83681 h 87232"/>
                  <a:gd name="connsiteX10" fmla="*/ 15006 w 26158"/>
                  <a:gd name="connsiteY10" fmla="*/ 87232 h 87232"/>
                  <a:gd name="connsiteX11" fmla="*/ 11576 w 26158"/>
                  <a:gd name="connsiteY11" fmla="*/ 83681 h 87232"/>
                  <a:gd name="connsiteX12" fmla="*/ 20154 w 26158"/>
                  <a:gd name="connsiteY12" fmla="*/ 2899 h 87232"/>
                  <a:gd name="connsiteX13" fmla="*/ 23584 w 26158"/>
                  <a:gd name="connsiteY13" fmla="*/ 235 h 872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6158" h="87232">
                    <a:moveTo>
                      <a:pt x="2894" y="41803"/>
                    </a:moveTo>
                    <a:cubicBezTo>
                      <a:pt x="5788" y="41803"/>
                      <a:pt x="6754" y="42661"/>
                      <a:pt x="6754" y="45234"/>
                    </a:cubicBezTo>
                    <a:lnTo>
                      <a:pt x="6754" y="68392"/>
                    </a:lnTo>
                    <a:cubicBezTo>
                      <a:pt x="6754" y="70107"/>
                      <a:pt x="5788" y="71823"/>
                      <a:pt x="2894" y="71823"/>
                    </a:cubicBezTo>
                    <a:cubicBezTo>
                      <a:pt x="1928" y="71823"/>
                      <a:pt x="0" y="70107"/>
                      <a:pt x="0" y="68392"/>
                    </a:cubicBezTo>
                    <a:lnTo>
                      <a:pt x="0" y="45234"/>
                    </a:lnTo>
                    <a:cubicBezTo>
                      <a:pt x="0" y="42661"/>
                      <a:pt x="1928" y="41803"/>
                      <a:pt x="2894" y="41803"/>
                    </a:cubicBezTo>
                    <a:close/>
                    <a:moveTo>
                      <a:pt x="23584" y="235"/>
                    </a:moveTo>
                    <a:cubicBezTo>
                      <a:pt x="25300" y="235"/>
                      <a:pt x="26158" y="2011"/>
                      <a:pt x="26158" y="3786"/>
                    </a:cubicBezTo>
                    <a:lnTo>
                      <a:pt x="18438" y="83681"/>
                    </a:lnTo>
                    <a:cubicBezTo>
                      <a:pt x="17580" y="85456"/>
                      <a:pt x="16722" y="87232"/>
                      <a:pt x="15006" y="87232"/>
                    </a:cubicBezTo>
                    <a:cubicBezTo>
                      <a:pt x="13292" y="87232"/>
                      <a:pt x="11576" y="84568"/>
                      <a:pt x="11576" y="83681"/>
                    </a:cubicBezTo>
                    <a:lnTo>
                      <a:pt x="20154" y="2899"/>
                    </a:lnTo>
                    <a:cubicBezTo>
                      <a:pt x="20154" y="1123"/>
                      <a:pt x="21010" y="-652"/>
                      <a:pt x="23584" y="23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square" anchor="ctr">
                <a:noAutofit/>
              </a:bodyPr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54" name="Freeform 46">
                <a:extLst>
                  <a:ext uri="{FF2B5EF4-FFF2-40B4-BE49-F238E27FC236}">
                    <a16:creationId xmlns:a16="http://schemas.microsoft.com/office/drawing/2014/main" id="{DD240479-6480-46DD-B064-B9F405C9BA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08166" y="6129148"/>
                <a:ext cx="312634" cy="582808"/>
              </a:xfrm>
              <a:custGeom>
                <a:avLst/>
                <a:gdLst>
                  <a:gd name="T0" fmla="*/ 313 w 358"/>
                  <a:gd name="T1" fmla="*/ 12 h 664"/>
                  <a:gd name="T2" fmla="*/ 313 w 358"/>
                  <a:gd name="T3" fmla="*/ 80 h 664"/>
                  <a:gd name="T4" fmla="*/ 313 w 358"/>
                  <a:gd name="T5" fmla="*/ 80 h 664"/>
                  <a:gd name="T6" fmla="*/ 312 w 358"/>
                  <a:gd name="T7" fmla="*/ 82 h 664"/>
                  <a:gd name="T8" fmla="*/ 312 w 358"/>
                  <a:gd name="T9" fmla="*/ 82 h 664"/>
                  <a:gd name="T10" fmla="*/ 13 w 358"/>
                  <a:gd name="T11" fmla="*/ 642 h 664"/>
                  <a:gd name="T12" fmla="*/ 193 w 358"/>
                  <a:gd name="T13" fmla="*/ 429 h 664"/>
                  <a:gd name="T14" fmla="*/ 193 w 358"/>
                  <a:gd name="T15" fmla="*/ 429 h 664"/>
                  <a:gd name="T16" fmla="*/ 216 w 358"/>
                  <a:gd name="T17" fmla="*/ 359 h 664"/>
                  <a:gd name="T18" fmla="*/ 211 w 358"/>
                  <a:gd name="T19" fmla="*/ 301 h 664"/>
                  <a:gd name="T20" fmla="*/ 211 w 358"/>
                  <a:gd name="T21" fmla="*/ 301 h 664"/>
                  <a:gd name="T22" fmla="*/ 230 w 358"/>
                  <a:gd name="T23" fmla="*/ 272 h 664"/>
                  <a:gd name="T24" fmla="*/ 277 w 358"/>
                  <a:gd name="T25" fmla="*/ 256 h 664"/>
                  <a:gd name="T26" fmla="*/ 277 w 358"/>
                  <a:gd name="T27" fmla="*/ 256 h 664"/>
                  <a:gd name="T28" fmla="*/ 317 w 358"/>
                  <a:gd name="T29" fmla="*/ 216 h 664"/>
                  <a:gd name="T30" fmla="*/ 317 w 358"/>
                  <a:gd name="T31" fmla="*/ 216 h 664"/>
                  <a:gd name="T32" fmla="*/ 345 w 358"/>
                  <a:gd name="T33" fmla="*/ 41 h 664"/>
                  <a:gd name="T34" fmla="*/ 313 w 358"/>
                  <a:gd name="T35" fmla="*/ 12 h 664"/>
                  <a:gd name="T36" fmla="*/ 2 w 358"/>
                  <a:gd name="T37" fmla="*/ 662 h 664"/>
                  <a:gd name="T38" fmla="*/ 2 w 358"/>
                  <a:gd name="T39" fmla="*/ 662 h 664"/>
                  <a:gd name="T40" fmla="*/ 0 w 358"/>
                  <a:gd name="T41" fmla="*/ 658 h 664"/>
                  <a:gd name="T42" fmla="*/ 0 w 358"/>
                  <a:gd name="T43" fmla="*/ 658 h 664"/>
                  <a:gd name="T44" fmla="*/ 203 w 358"/>
                  <a:gd name="T45" fmla="*/ 222 h 664"/>
                  <a:gd name="T46" fmla="*/ 203 w 358"/>
                  <a:gd name="T47" fmla="*/ 222 h 664"/>
                  <a:gd name="T48" fmla="*/ 306 w 358"/>
                  <a:gd name="T49" fmla="*/ 78 h 664"/>
                  <a:gd name="T50" fmla="*/ 305 w 358"/>
                  <a:gd name="T51" fmla="*/ 4 h 664"/>
                  <a:gd name="T52" fmla="*/ 305 w 358"/>
                  <a:gd name="T53" fmla="*/ 4 h 664"/>
                  <a:gd name="T54" fmla="*/ 308 w 358"/>
                  <a:gd name="T55" fmla="*/ 1 h 664"/>
                  <a:gd name="T56" fmla="*/ 308 w 358"/>
                  <a:gd name="T57" fmla="*/ 1 h 664"/>
                  <a:gd name="T58" fmla="*/ 311 w 358"/>
                  <a:gd name="T59" fmla="*/ 1 h 664"/>
                  <a:gd name="T60" fmla="*/ 350 w 358"/>
                  <a:gd name="T61" fmla="*/ 36 h 664"/>
                  <a:gd name="T62" fmla="*/ 350 w 358"/>
                  <a:gd name="T63" fmla="*/ 36 h 664"/>
                  <a:gd name="T64" fmla="*/ 352 w 358"/>
                  <a:gd name="T65" fmla="*/ 39 h 664"/>
                  <a:gd name="T66" fmla="*/ 352 w 358"/>
                  <a:gd name="T67" fmla="*/ 39 h 664"/>
                  <a:gd name="T68" fmla="*/ 324 w 358"/>
                  <a:gd name="T69" fmla="*/ 217 h 664"/>
                  <a:gd name="T70" fmla="*/ 324 w 358"/>
                  <a:gd name="T71" fmla="*/ 217 h 664"/>
                  <a:gd name="T72" fmla="*/ 279 w 358"/>
                  <a:gd name="T73" fmla="*/ 263 h 664"/>
                  <a:gd name="T74" fmla="*/ 232 w 358"/>
                  <a:gd name="T75" fmla="*/ 279 h 664"/>
                  <a:gd name="T76" fmla="*/ 232 w 358"/>
                  <a:gd name="T77" fmla="*/ 279 h 664"/>
                  <a:gd name="T78" fmla="*/ 218 w 358"/>
                  <a:gd name="T79" fmla="*/ 300 h 664"/>
                  <a:gd name="T80" fmla="*/ 223 w 358"/>
                  <a:gd name="T81" fmla="*/ 358 h 664"/>
                  <a:gd name="T82" fmla="*/ 223 w 358"/>
                  <a:gd name="T83" fmla="*/ 358 h 664"/>
                  <a:gd name="T84" fmla="*/ 198 w 358"/>
                  <a:gd name="T85" fmla="*/ 433 h 664"/>
                  <a:gd name="T86" fmla="*/ 6 w 358"/>
                  <a:gd name="T87" fmla="*/ 661 h 664"/>
                  <a:gd name="T88" fmla="*/ 6 w 358"/>
                  <a:gd name="T89" fmla="*/ 661 h 664"/>
                  <a:gd name="T90" fmla="*/ 3 w 358"/>
                  <a:gd name="T91" fmla="*/ 663 h 664"/>
                  <a:gd name="T92" fmla="*/ 3 w 358"/>
                  <a:gd name="T93" fmla="*/ 663 h 664"/>
                  <a:gd name="T94" fmla="*/ 2 w 358"/>
                  <a:gd name="T95" fmla="*/ 662 h 6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358" h="664">
                    <a:moveTo>
                      <a:pt x="313" y="12"/>
                    </a:moveTo>
                    <a:lnTo>
                      <a:pt x="313" y="80"/>
                    </a:lnTo>
                    <a:lnTo>
                      <a:pt x="313" y="80"/>
                    </a:lnTo>
                    <a:cubicBezTo>
                      <a:pt x="313" y="81"/>
                      <a:pt x="313" y="82"/>
                      <a:pt x="312" y="82"/>
                    </a:cubicBezTo>
                    <a:lnTo>
                      <a:pt x="312" y="82"/>
                    </a:lnTo>
                    <a:cubicBezTo>
                      <a:pt x="311" y="85"/>
                      <a:pt x="142" y="272"/>
                      <a:pt x="13" y="642"/>
                    </a:cubicBezTo>
                    <a:lnTo>
                      <a:pt x="193" y="429"/>
                    </a:lnTo>
                    <a:lnTo>
                      <a:pt x="193" y="429"/>
                    </a:lnTo>
                    <a:cubicBezTo>
                      <a:pt x="210" y="410"/>
                      <a:pt x="218" y="385"/>
                      <a:pt x="216" y="359"/>
                    </a:cubicBezTo>
                    <a:lnTo>
                      <a:pt x="211" y="301"/>
                    </a:lnTo>
                    <a:lnTo>
                      <a:pt x="211" y="301"/>
                    </a:lnTo>
                    <a:cubicBezTo>
                      <a:pt x="211" y="289"/>
                      <a:pt x="218" y="277"/>
                      <a:pt x="230" y="272"/>
                    </a:cubicBezTo>
                    <a:lnTo>
                      <a:pt x="277" y="256"/>
                    </a:lnTo>
                    <a:lnTo>
                      <a:pt x="277" y="256"/>
                    </a:lnTo>
                    <a:cubicBezTo>
                      <a:pt x="296" y="250"/>
                      <a:pt x="311" y="235"/>
                      <a:pt x="317" y="216"/>
                    </a:cubicBezTo>
                    <a:lnTo>
                      <a:pt x="317" y="216"/>
                    </a:lnTo>
                    <a:cubicBezTo>
                      <a:pt x="330" y="178"/>
                      <a:pt x="350" y="107"/>
                      <a:pt x="345" y="41"/>
                    </a:cubicBezTo>
                    <a:lnTo>
                      <a:pt x="313" y="12"/>
                    </a:lnTo>
                    <a:close/>
                    <a:moveTo>
                      <a:pt x="2" y="662"/>
                    </a:moveTo>
                    <a:lnTo>
                      <a:pt x="2" y="662"/>
                    </a:lnTo>
                    <a:cubicBezTo>
                      <a:pt x="0" y="661"/>
                      <a:pt x="0" y="660"/>
                      <a:pt x="0" y="658"/>
                    </a:cubicBezTo>
                    <a:lnTo>
                      <a:pt x="0" y="658"/>
                    </a:lnTo>
                    <a:cubicBezTo>
                      <a:pt x="68" y="458"/>
                      <a:pt x="148" y="310"/>
                      <a:pt x="203" y="222"/>
                    </a:cubicBezTo>
                    <a:lnTo>
                      <a:pt x="203" y="222"/>
                    </a:lnTo>
                    <a:cubicBezTo>
                      <a:pt x="258" y="134"/>
                      <a:pt x="299" y="86"/>
                      <a:pt x="306" y="78"/>
                    </a:cubicBezTo>
                    <a:lnTo>
                      <a:pt x="305" y="4"/>
                    </a:lnTo>
                    <a:lnTo>
                      <a:pt x="305" y="4"/>
                    </a:lnTo>
                    <a:cubicBezTo>
                      <a:pt x="305" y="3"/>
                      <a:pt x="306" y="1"/>
                      <a:pt x="308" y="1"/>
                    </a:cubicBezTo>
                    <a:lnTo>
                      <a:pt x="308" y="1"/>
                    </a:lnTo>
                    <a:cubicBezTo>
                      <a:pt x="309" y="0"/>
                      <a:pt x="311" y="0"/>
                      <a:pt x="311" y="1"/>
                    </a:cubicBezTo>
                    <a:lnTo>
                      <a:pt x="350" y="36"/>
                    </a:lnTo>
                    <a:lnTo>
                      <a:pt x="350" y="36"/>
                    </a:lnTo>
                    <a:cubicBezTo>
                      <a:pt x="350" y="37"/>
                      <a:pt x="352" y="38"/>
                      <a:pt x="352" y="39"/>
                    </a:cubicBezTo>
                    <a:lnTo>
                      <a:pt x="352" y="39"/>
                    </a:lnTo>
                    <a:cubicBezTo>
                      <a:pt x="357" y="107"/>
                      <a:pt x="337" y="180"/>
                      <a:pt x="324" y="217"/>
                    </a:cubicBezTo>
                    <a:lnTo>
                      <a:pt x="324" y="217"/>
                    </a:lnTo>
                    <a:cubicBezTo>
                      <a:pt x="317" y="239"/>
                      <a:pt x="300" y="256"/>
                      <a:pt x="279" y="263"/>
                    </a:cubicBezTo>
                    <a:lnTo>
                      <a:pt x="232" y="279"/>
                    </a:lnTo>
                    <a:lnTo>
                      <a:pt x="232" y="279"/>
                    </a:lnTo>
                    <a:cubicBezTo>
                      <a:pt x="223" y="283"/>
                      <a:pt x="218" y="291"/>
                      <a:pt x="218" y="300"/>
                    </a:cubicBezTo>
                    <a:lnTo>
                      <a:pt x="223" y="358"/>
                    </a:lnTo>
                    <a:lnTo>
                      <a:pt x="223" y="358"/>
                    </a:lnTo>
                    <a:cubicBezTo>
                      <a:pt x="225" y="386"/>
                      <a:pt x="217" y="412"/>
                      <a:pt x="198" y="433"/>
                    </a:cubicBezTo>
                    <a:lnTo>
                      <a:pt x="6" y="661"/>
                    </a:lnTo>
                    <a:lnTo>
                      <a:pt x="6" y="661"/>
                    </a:lnTo>
                    <a:cubicBezTo>
                      <a:pt x="5" y="662"/>
                      <a:pt x="4" y="663"/>
                      <a:pt x="3" y="663"/>
                    </a:cubicBezTo>
                    <a:lnTo>
                      <a:pt x="3" y="663"/>
                    </a:lnTo>
                    <a:cubicBezTo>
                      <a:pt x="3" y="663"/>
                      <a:pt x="3" y="663"/>
                      <a:pt x="2" y="6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55" name="Freeform 47">
                <a:extLst>
                  <a:ext uri="{FF2B5EF4-FFF2-40B4-BE49-F238E27FC236}">
                    <a16:creationId xmlns:a16="http://schemas.microsoft.com/office/drawing/2014/main" id="{7F6D4F46-FCB4-44A1-BF22-59FA350B7A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79387" y="5523180"/>
                <a:ext cx="2381415" cy="2099658"/>
              </a:xfrm>
              <a:custGeom>
                <a:avLst/>
                <a:gdLst>
                  <a:gd name="T0" fmla="*/ 0 w 2723"/>
                  <a:gd name="T1" fmla="*/ 0 h 2398"/>
                  <a:gd name="T2" fmla="*/ 1318 w 2723"/>
                  <a:gd name="T3" fmla="*/ 284 h 2398"/>
                  <a:gd name="T4" fmla="*/ 1118 w 2723"/>
                  <a:gd name="T5" fmla="*/ 517 h 2398"/>
                  <a:gd name="T6" fmla="*/ 2722 w 2723"/>
                  <a:gd name="T7" fmla="*/ 1892 h 2398"/>
                  <a:gd name="T8" fmla="*/ 2289 w 2723"/>
                  <a:gd name="T9" fmla="*/ 2397 h 2398"/>
                  <a:gd name="T10" fmla="*/ 685 w 2723"/>
                  <a:gd name="T11" fmla="*/ 1022 h 2398"/>
                  <a:gd name="T12" fmla="*/ 474 w 2723"/>
                  <a:gd name="T13" fmla="*/ 1268 h 2398"/>
                  <a:gd name="T14" fmla="*/ 0 w 2723"/>
                  <a:gd name="T15" fmla="*/ 0 h 23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723" h="2398">
                    <a:moveTo>
                      <a:pt x="0" y="0"/>
                    </a:moveTo>
                    <a:lnTo>
                      <a:pt x="1318" y="284"/>
                    </a:lnTo>
                    <a:lnTo>
                      <a:pt x="1118" y="517"/>
                    </a:lnTo>
                    <a:lnTo>
                      <a:pt x="2722" y="1892"/>
                    </a:lnTo>
                    <a:lnTo>
                      <a:pt x="2289" y="2397"/>
                    </a:lnTo>
                    <a:lnTo>
                      <a:pt x="685" y="1022"/>
                    </a:lnTo>
                    <a:lnTo>
                      <a:pt x="474" y="1268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accent5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56" name="Freeform 48">
                <a:extLst>
                  <a:ext uri="{FF2B5EF4-FFF2-40B4-BE49-F238E27FC236}">
                    <a16:creationId xmlns:a16="http://schemas.microsoft.com/office/drawing/2014/main" id="{5E339EDF-84A4-4CC4-8747-4B73DE8899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544655" y="6804589"/>
                <a:ext cx="212283" cy="204564"/>
              </a:xfrm>
              <a:custGeom>
                <a:avLst/>
                <a:gdLst>
                  <a:gd name="T0" fmla="*/ 231 w 244"/>
                  <a:gd name="T1" fmla="*/ 49 h 232"/>
                  <a:gd name="T2" fmla="*/ 174 w 244"/>
                  <a:gd name="T3" fmla="*/ 55 h 232"/>
                  <a:gd name="T4" fmla="*/ 123 w 244"/>
                  <a:gd name="T5" fmla="*/ 12 h 232"/>
                  <a:gd name="T6" fmla="*/ 123 w 244"/>
                  <a:gd name="T7" fmla="*/ 12 h 232"/>
                  <a:gd name="T8" fmla="*/ 44 w 244"/>
                  <a:gd name="T9" fmla="*/ 10 h 232"/>
                  <a:gd name="T10" fmla="*/ 44 w 244"/>
                  <a:gd name="T11" fmla="*/ 10 h 232"/>
                  <a:gd name="T12" fmla="*/ 89 w 244"/>
                  <a:gd name="T13" fmla="*/ 41 h 232"/>
                  <a:gd name="T14" fmla="*/ 109 w 244"/>
                  <a:gd name="T15" fmla="*/ 71 h 232"/>
                  <a:gd name="T16" fmla="*/ 67 w 244"/>
                  <a:gd name="T17" fmla="*/ 72 h 232"/>
                  <a:gd name="T18" fmla="*/ 17 w 244"/>
                  <a:gd name="T19" fmla="*/ 30 h 232"/>
                  <a:gd name="T20" fmla="*/ 17 w 244"/>
                  <a:gd name="T21" fmla="*/ 30 h 232"/>
                  <a:gd name="T22" fmla="*/ 15 w 244"/>
                  <a:gd name="T23" fmla="*/ 96 h 232"/>
                  <a:gd name="T24" fmla="*/ 35 w 244"/>
                  <a:gd name="T25" fmla="*/ 119 h 232"/>
                  <a:gd name="T26" fmla="*/ 35 w 244"/>
                  <a:gd name="T27" fmla="*/ 119 h 232"/>
                  <a:gd name="T28" fmla="*/ 57 w 244"/>
                  <a:gd name="T29" fmla="*/ 158 h 232"/>
                  <a:gd name="T30" fmla="*/ 57 w 244"/>
                  <a:gd name="T31" fmla="*/ 158 h 232"/>
                  <a:gd name="T32" fmla="*/ 77 w 244"/>
                  <a:gd name="T33" fmla="*/ 194 h 232"/>
                  <a:gd name="T34" fmla="*/ 77 w 244"/>
                  <a:gd name="T35" fmla="*/ 194 h 232"/>
                  <a:gd name="T36" fmla="*/ 110 w 244"/>
                  <a:gd name="T37" fmla="*/ 227 h 232"/>
                  <a:gd name="T38" fmla="*/ 243 w 244"/>
                  <a:gd name="T39" fmla="*/ 231 h 232"/>
                  <a:gd name="T40" fmla="*/ 231 w 244"/>
                  <a:gd name="T41" fmla="*/ 49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44" h="232">
                    <a:moveTo>
                      <a:pt x="231" y="49"/>
                    </a:moveTo>
                    <a:lnTo>
                      <a:pt x="174" y="55"/>
                    </a:lnTo>
                    <a:lnTo>
                      <a:pt x="123" y="12"/>
                    </a:lnTo>
                    <a:lnTo>
                      <a:pt x="123" y="12"/>
                    </a:lnTo>
                    <a:cubicBezTo>
                      <a:pt x="123" y="12"/>
                      <a:pt x="44" y="0"/>
                      <a:pt x="44" y="10"/>
                    </a:cubicBezTo>
                    <a:lnTo>
                      <a:pt x="44" y="10"/>
                    </a:lnTo>
                    <a:cubicBezTo>
                      <a:pt x="44" y="18"/>
                      <a:pt x="52" y="37"/>
                      <a:pt x="89" y="41"/>
                    </a:cubicBezTo>
                    <a:lnTo>
                      <a:pt x="109" y="71"/>
                    </a:lnTo>
                    <a:lnTo>
                      <a:pt x="67" y="72"/>
                    </a:lnTo>
                    <a:lnTo>
                      <a:pt x="17" y="30"/>
                    </a:lnTo>
                    <a:lnTo>
                      <a:pt x="17" y="30"/>
                    </a:lnTo>
                    <a:cubicBezTo>
                      <a:pt x="17" y="30"/>
                      <a:pt x="0" y="75"/>
                      <a:pt x="15" y="96"/>
                    </a:cubicBezTo>
                    <a:lnTo>
                      <a:pt x="35" y="119"/>
                    </a:lnTo>
                    <a:lnTo>
                      <a:pt x="35" y="119"/>
                    </a:lnTo>
                    <a:cubicBezTo>
                      <a:pt x="35" y="119"/>
                      <a:pt x="31" y="149"/>
                      <a:pt x="57" y="158"/>
                    </a:cubicBezTo>
                    <a:lnTo>
                      <a:pt x="57" y="158"/>
                    </a:lnTo>
                    <a:cubicBezTo>
                      <a:pt x="57" y="158"/>
                      <a:pt x="49" y="188"/>
                      <a:pt x="77" y="194"/>
                    </a:cubicBezTo>
                    <a:lnTo>
                      <a:pt x="77" y="194"/>
                    </a:lnTo>
                    <a:cubicBezTo>
                      <a:pt x="77" y="194"/>
                      <a:pt x="69" y="224"/>
                      <a:pt x="110" y="227"/>
                    </a:cubicBezTo>
                    <a:lnTo>
                      <a:pt x="243" y="231"/>
                    </a:lnTo>
                    <a:lnTo>
                      <a:pt x="231" y="49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57" name="Freeform 49">
                <a:extLst>
                  <a:ext uri="{FF2B5EF4-FFF2-40B4-BE49-F238E27FC236}">
                    <a16:creationId xmlns:a16="http://schemas.microsoft.com/office/drawing/2014/main" id="{3F721844-DF75-45E6-B2A1-278EC1F902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544655" y="6804589"/>
                <a:ext cx="212283" cy="204564"/>
              </a:xfrm>
              <a:custGeom>
                <a:avLst/>
                <a:gdLst>
                  <a:gd name="T0" fmla="*/ 231 w 244"/>
                  <a:gd name="T1" fmla="*/ 49 h 232"/>
                  <a:gd name="T2" fmla="*/ 174 w 244"/>
                  <a:gd name="T3" fmla="*/ 55 h 232"/>
                  <a:gd name="T4" fmla="*/ 123 w 244"/>
                  <a:gd name="T5" fmla="*/ 12 h 232"/>
                  <a:gd name="T6" fmla="*/ 123 w 244"/>
                  <a:gd name="T7" fmla="*/ 12 h 232"/>
                  <a:gd name="T8" fmla="*/ 44 w 244"/>
                  <a:gd name="T9" fmla="*/ 10 h 232"/>
                  <a:gd name="T10" fmla="*/ 44 w 244"/>
                  <a:gd name="T11" fmla="*/ 10 h 232"/>
                  <a:gd name="T12" fmla="*/ 89 w 244"/>
                  <a:gd name="T13" fmla="*/ 41 h 232"/>
                  <a:gd name="T14" fmla="*/ 109 w 244"/>
                  <a:gd name="T15" fmla="*/ 71 h 232"/>
                  <a:gd name="T16" fmla="*/ 67 w 244"/>
                  <a:gd name="T17" fmla="*/ 72 h 232"/>
                  <a:gd name="T18" fmla="*/ 17 w 244"/>
                  <a:gd name="T19" fmla="*/ 30 h 232"/>
                  <a:gd name="T20" fmla="*/ 17 w 244"/>
                  <a:gd name="T21" fmla="*/ 30 h 232"/>
                  <a:gd name="T22" fmla="*/ 15 w 244"/>
                  <a:gd name="T23" fmla="*/ 96 h 232"/>
                  <a:gd name="T24" fmla="*/ 35 w 244"/>
                  <a:gd name="T25" fmla="*/ 119 h 232"/>
                  <a:gd name="T26" fmla="*/ 35 w 244"/>
                  <a:gd name="T27" fmla="*/ 119 h 232"/>
                  <a:gd name="T28" fmla="*/ 57 w 244"/>
                  <a:gd name="T29" fmla="*/ 158 h 232"/>
                  <a:gd name="T30" fmla="*/ 57 w 244"/>
                  <a:gd name="T31" fmla="*/ 158 h 232"/>
                  <a:gd name="T32" fmla="*/ 77 w 244"/>
                  <a:gd name="T33" fmla="*/ 194 h 232"/>
                  <a:gd name="T34" fmla="*/ 77 w 244"/>
                  <a:gd name="T35" fmla="*/ 194 h 232"/>
                  <a:gd name="T36" fmla="*/ 110 w 244"/>
                  <a:gd name="T37" fmla="*/ 227 h 232"/>
                  <a:gd name="T38" fmla="*/ 243 w 244"/>
                  <a:gd name="T39" fmla="*/ 231 h 232"/>
                  <a:gd name="T40" fmla="*/ 231 w 244"/>
                  <a:gd name="T41" fmla="*/ 49 h 2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244" h="232">
                    <a:moveTo>
                      <a:pt x="231" y="49"/>
                    </a:moveTo>
                    <a:lnTo>
                      <a:pt x="174" y="55"/>
                    </a:lnTo>
                    <a:lnTo>
                      <a:pt x="123" y="12"/>
                    </a:lnTo>
                    <a:lnTo>
                      <a:pt x="123" y="12"/>
                    </a:lnTo>
                    <a:cubicBezTo>
                      <a:pt x="123" y="12"/>
                      <a:pt x="44" y="0"/>
                      <a:pt x="44" y="10"/>
                    </a:cubicBezTo>
                    <a:lnTo>
                      <a:pt x="44" y="10"/>
                    </a:lnTo>
                    <a:cubicBezTo>
                      <a:pt x="44" y="18"/>
                      <a:pt x="52" y="37"/>
                      <a:pt x="89" y="41"/>
                    </a:cubicBezTo>
                    <a:lnTo>
                      <a:pt x="109" y="71"/>
                    </a:lnTo>
                    <a:lnTo>
                      <a:pt x="67" y="72"/>
                    </a:lnTo>
                    <a:lnTo>
                      <a:pt x="17" y="30"/>
                    </a:lnTo>
                    <a:lnTo>
                      <a:pt x="17" y="30"/>
                    </a:lnTo>
                    <a:cubicBezTo>
                      <a:pt x="17" y="30"/>
                      <a:pt x="0" y="75"/>
                      <a:pt x="15" y="96"/>
                    </a:cubicBezTo>
                    <a:lnTo>
                      <a:pt x="35" y="119"/>
                    </a:lnTo>
                    <a:lnTo>
                      <a:pt x="35" y="119"/>
                    </a:lnTo>
                    <a:cubicBezTo>
                      <a:pt x="35" y="119"/>
                      <a:pt x="31" y="149"/>
                      <a:pt x="57" y="158"/>
                    </a:cubicBezTo>
                    <a:lnTo>
                      <a:pt x="57" y="158"/>
                    </a:lnTo>
                    <a:cubicBezTo>
                      <a:pt x="57" y="158"/>
                      <a:pt x="49" y="188"/>
                      <a:pt x="77" y="194"/>
                    </a:cubicBezTo>
                    <a:lnTo>
                      <a:pt x="77" y="194"/>
                    </a:lnTo>
                    <a:cubicBezTo>
                      <a:pt x="77" y="194"/>
                      <a:pt x="69" y="224"/>
                      <a:pt x="110" y="227"/>
                    </a:cubicBezTo>
                    <a:lnTo>
                      <a:pt x="243" y="231"/>
                    </a:lnTo>
                    <a:lnTo>
                      <a:pt x="231" y="49"/>
                    </a:lnTo>
                  </a:path>
                </a:pathLst>
              </a:custGeom>
              <a:solidFill>
                <a:srgbClr val="C4C8CE">
                  <a:alpha val="25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58" name="Freeform 50">
                <a:extLst>
                  <a:ext uri="{FF2B5EF4-FFF2-40B4-BE49-F238E27FC236}">
                    <a16:creationId xmlns:a16="http://schemas.microsoft.com/office/drawing/2014/main" id="{8C210CC7-C137-4CC4-B514-123E7C9C6A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49219" y="6823888"/>
                <a:ext cx="61755" cy="208422"/>
              </a:xfrm>
              <a:custGeom>
                <a:avLst/>
                <a:gdLst>
                  <a:gd name="T0" fmla="*/ 68 w 69"/>
                  <a:gd name="T1" fmla="*/ 233 h 238"/>
                  <a:gd name="T2" fmla="*/ 53 w 69"/>
                  <a:gd name="T3" fmla="*/ 0 h 238"/>
                  <a:gd name="T4" fmla="*/ 0 w 69"/>
                  <a:gd name="T5" fmla="*/ 7 h 238"/>
                  <a:gd name="T6" fmla="*/ 15 w 69"/>
                  <a:gd name="T7" fmla="*/ 237 h 238"/>
                  <a:gd name="T8" fmla="*/ 68 w 69"/>
                  <a:gd name="T9" fmla="*/ 233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9" h="238">
                    <a:moveTo>
                      <a:pt x="68" y="233"/>
                    </a:moveTo>
                    <a:lnTo>
                      <a:pt x="53" y="0"/>
                    </a:lnTo>
                    <a:lnTo>
                      <a:pt x="0" y="7"/>
                    </a:lnTo>
                    <a:lnTo>
                      <a:pt x="15" y="237"/>
                    </a:lnTo>
                    <a:lnTo>
                      <a:pt x="68" y="233"/>
                    </a:lnTo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59" name="Freeform 51">
                <a:extLst>
                  <a:ext uri="{FF2B5EF4-FFF2-40B4-BE49-F238E27FC236}">
                    <a16:creationId xmlns:a16="http://schemas.microsoft.com/office/drawing/2014/main" id="{D4AABA5C-5182-405E-9C69-F7C20A4969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45358" y="6820027"/>
                <a:ext cx="65616" cy="216141"/>
              </a:xfrm>
              <a:custGeom>
                <a:avLst/>
                <a:gdLst>
                  <a:gd name="T0" fmla="*/ 60 w 77"/>
                  <a:gd name="T1" fmla="*/ 0 h 245"/>
                  <a:gd name="T2" fmla="*/ 0 w 77"/>
                  <a:gd name="T3" fmla="*/ 8 h 245"/>
                  <a:gd name="T4" fmla="*/ 15 w 77"/>
                  <a:gd name="T5" fmla="*/ 244 h 245"/>
                  <a:gd name="T6" fmla="*/ 76 w 77"/>
                  <a:gd name="T7" fmla="*/ 240 h 245"/>
                  <a:gd name="T8" fmla="*/ 60 w 77"/>
                  <a:gd name="T9" fmla="*/ 0 h 245"/>
                  <a:gd name="T10" fmla="*/ 54 w 77"/>
                  <a:gd name="T11" fmla="*/ 9 h 245"/>
                  <a:gd name="T12" fmla="*/ 68 w 77"/>
                  <a:gd name="T13" fmla="*/ 234 h 245"/>
                  <a:gd name="T14" fmla="*/ 22 w 77"/>
                  <a:gd name="T15" fmla="*/ 237 h 245"/>
                  <a:gd name="T16" fmla="*/ 7 w 77"/>
                  <a:gd name="T17" fmla="*/ 14 h 245"/>
                  <a:gd name="T18" fmla="*/ 54 w 77"/>
                  <a:gd name="T19" fmla="*/ 9 h 2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77" h="245">
                    <a:moveTo>
                      <a:pt x="60" y="0"/>
                    </a:moveTo>
                    <a:lnTo>
                      <a:pt x="0" y="8"/>
                    </a:lnTo>
                    <a:lnTo>
                      <a:pt x="15" y="244"/>
                    </a:lnTo>
                    <a:lnTo>
                      <a:pt x="76" y="240"/>
                    </a:lnTo>
                    <a:lnTo>
                      <a:pt x="60" y="0"/>
                    </a:lnTo>
                    <a:close/>
                    <a:moveTo>
                      <a:pt x="54" y="9"/>
                    </a:moveTo>
                    <a:lnTo>
                      <a:pt x="68" y="234"/>
                    </a:lnTo>
                    <a:lnTo>
                      <a:pt x="22" y="237"/>
                    </a:lnTo>
                    <a:lnTo>
                      <a:pt x="7" y="14"/>
                    </a:lnTo>
                    <a:lnTo>
                      <a:pt x="54" y="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60" name="Freeform 52">
                <a:extLst>
                  <a:ext uri="{FF2B5EF4-FFF2-40B4-BE49-F238E27FC236}">
                    <a16:creationId xmlns:a16="http://schemas.microsoft.com/office/drawing/2014/main" id="{32E26AFC-2EB8-473E-9E79-D5EC6B3273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99393" y="6198622"/>
                <a:ext cx="918600" cy="833688"/>
              </a:xfrm>
              <a:custGeom>
                <a:avLst/>
                <a:gdLst>
                  <a:gd name="T0" fmla="*/ 444 w 1050"/>
                  <a:gd name="T1" fmla="*/ 655 h 953"/>
                  <a:gd name="T2" fmla="*/ 444 w 1050"/>
                  <a:gd name="T3" fmla="*/ 655 h 953"/>
                  <a:gd name="T4" fmla="*/ 594 w 1050"/>
                  <a:gd name="T5" fmla="*/ 321 h 953"/>
                  <a:gd name="T6" fmla="*/ 594 w 1050"/>
                  <a:gd name="T7" fmla="*/ 321 h 953"/>
                  <a:gd name="T8" fmla="*/ 914 w 1050"/>
                  <a:gd name="T9" fmla="*/ 83 h 953"/>
                  <a:gd name="T10" fmla="*/ 914 w 1050"/>
                  <a:gd name="T11" fmla="*/ 83 h 953"/>
                  <a:gd name="T12" fmla="*/ 876 w 1050"/>
                  <a:gd name="T13" fmla="*/ 513 h 953"/>
                  <a:gd name="T14" fmla="*/ 876 w 1050"/>
                  <a:gd name="T15" fmla="*/ 513 h 953"/>
                  <a:gd name="T16" fmla="*/ 687 w 1050"/>
                  <a:gd name="T17" fmla="*/ 819 h 953"/>
                  <a:gd name="T18" fmla="*/ 687 w 1050"/>
                  <a:gd name="T19" fmla="*/ 819 h 953"/>
                  <a:gd name="T20" fmla="*/ 526 w 1050"/>
                  <a:gd name="T21" fmla="*/ 916 h 953"/>
                  <a:gd name="T22" fmla="*/ 16 w 1050"/>
                  <a:gd name="T23" fmla="*/ 952 h 953"/>
                  <a:gd name="T24" fmla="*/ 0 w 1050"/>
                  <a:gd name="T25" fmla="*/ 712 h 953"/>
                  <a:gd name="T26" fmla="*/ 444 w 1050"/>
                  <a:gd name="T27" fmla="*/ 655 h 9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050" h="953">
                    <a:moveTo>
                      <a:pt x="444" y="655"/>
                    </a:moveTo>
                    <a:lnTo>
                      <a:pt x="444" y="655"/>
                    </a:lnTo>
                    <a:cubicBezTo>
                      <a:pt x="444" y="655"/>
                      <a:pt x="522" y="433"/>
                      <a:pt x="594" y="321"/>
                    </a:cubicBezTo>
                    <a:lnTo>
                      <a:pt x="594" y="321"/>
                    </a:lnTo>
                    <a:cubicBezTo>
                      <a:pt x="650" y="234"/>
                      <a:pt x="785" y="0"/>
                      <a:pt x="914" y="83"/>
                    </a:cubicBezTo>
                    <a:lnTo>
                      <a:pt x="914" y="83"/>
                    </a:lnTo>
                    <a:cubicBezTo>
                      <a:pt x="1049" y="170"/>
                      <a:pt x="919" y="438"/>
                      <a:pt x="876" y="513"/>
                    </a:cubicBezTo>
                    <a:lnTo>
                      <a:pt x="876" y="513"/>
                    </a:lnTo>
                    <a:cubicBezTo>
                      <a:pt x="830" y="592"/>
                      <a:pt x="745" y="730"/>
                      <a:pt x="687" y="819"/>
                    </a:cubicBezTo>
                    <a:lnTo>
                      <a:pt x="687" y="819"/>
                    </a:lnTo>
                    <a:cubicBezTo>
                      <a:pt x="652" y="875"/>
                      <a:pt x="592" y="911"/>
                      <a:pt x="526" y="916"/>
                    </a:cubicBezTo>
                    <a:lnTo>
                      <a:pt x="16" y="952"/>
                    </a:lnTo>
                    <a:lnTo>
                      <a:pt x="0" y="712"/>
                    </a:lnTo>
                    <a:lnTo>
                      <a:pt x="444" y="655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61" name="Freeform 53">
                <a:extLst>
                  <a:ext uri="{FF2B5EF4-FFF2-40B4-BE49-F238E27FC236}">
                    <a16:creationId xmlns:a16="http://schemas.microsoft.com/office/drawing/2014/main" id="{00BF9C7C-EAE5-4690-923A-DAAD10A00B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35537" y="6283535"/>
                <a:ext cx="243158" cy="362809"/>
              </a:xfrm>
              <a:custGeom>
                <a:avLst/>
                <a:gdLst>
                  <a:gd name="T0" fmla="*/ 6 w 277"/>
                  <a:gd name="T1" fmla="*/ 415 h 416"/>
                  <a:gd name="T2" fmla="*/ 6 w 277"/>
                  <a:gd name="T3" fmla="*/ 415 h 416"/>
                  <a:gd name="T4" fmla="*/ 276 w 277"/>
                  <a:gd name="T5" fmla="*/ 5 h 416"/>
                  <a:gd name="T6" fmla="*/ 272 w 277"/>
                  <a:gd name="T7" fmla="*/ 0 h 416"/>
                  <a:gd name="T8" fmla="*/ 272 w 277"/>
                  <a:gd name="T9" fmla="*/ 0 h 416"/>
                  <a:gd name="T10" fmla="*/ 182 w 277"/>
                  <a:gd name="T11" fmla="*/ 94 h 416"/>
                  <a:gd name="T12" fmla="*/ 182 w 277"/>
                  <a:gd name="T13" fmla="*/ 94 h 416"/>
                  <a:gd name="T14" fmla="*/ 0 w 277"/>
                  <a:gd name="T15" fmla="*/ 411 h 416"/>
                  <a:gd name="T16" fmla="*/ 6 w 277"/>
                  <a:gd name="T17" fmla="*/ 415 h 4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77" h="416">
                    <a:moveTo>
                      <a:pt x="6" y="415"/>
                    </a:moveTo>
                    <a:lnTo>
                      <a:pt x="6" y="415"/>
                    </a:lnTo>
                    <a:cubicBezTo>
                      <a:pt x="127" y="122"/>
                      <a:pt x="275" y="7"/>
                      <a:pt x="276" y="5"/>
                    </a:cubicBezTo>
                    <a:lnTo>
                      <a:pt x="272" y="0"/>
                    </a:lnTo>
                    <a:lnTo>
                      <a:pt x="272" y="0"/>
                    </a:lnTo>
                    <a:cubicBezTo>
                      <a:pt x="272" y="0"/>
                      <a:pt x="234" y="29"/>
                      <a:pt x="182" y="94"/>
                    </a:cubicBezTo>
                    <a:lnTo>
                      <a:pt x="182" y="94"/>
                    </a:lnTo>
                    <a:cubicBezTo>
                      <a:pt x="134" y="154"/>
                      <a:pt x="64" y="256"/>
                      <a:pt x="0" y="411"/>
                    </a:cubicBezTo>
                    <a:lnTo>
                      <a:pt x="6" y="415"/>
                    </a:lnTo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62" name="Freeform 54">
                <a:extLst>
                  <a:ext uri="{FF2B5EF4-FFF2-40B4-BE49-F238E27FC236}">
                    <a16:creationId xmlns:a16="http://schemas.microsoft.com/office/drawing/2014/main" id="{2D788F83-AADF-4A8E-86F4-DD082D63AD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85360" y="6769853"/>
                <a:ext cx="38597" cy="34736"/>
              </a:xfrm>
              <a:custGeom>
                <a:avLst/>
                <a:gdLst>
                  <a:gd name="T0" fmla="*/ 40 w 45"/>
                  <a:gd name="T1" fmla="*/ 40 h 41"/>
                  <a:gd name="T2" fmla="*/ 40 w 45"/>
                  <a:gd name="T3" fmla="*/ 40 h 41"/>
                  <a:gd name="T4" fmla="*/ 42 w 45"/>
                  <a:gd name="T5" fmla="*/ 40 h 41"/>
                  <a:gd name="T6" fmla="*/ 42 w 45"/>
                  <a:gd name="T7" fmla="*/ 40 h 41"/>
                  <a:gd name="T8" fmla="*/ 43 w 45"/>
                  <a:gd name="T9" fmla="*/ 35 h 41"/>
                  <a:gd name="T10" fmla="*/ 43 w 45"/>
                  <a:gd name="T11" fmla="*/ 35 h 41"/>
                  <a:gd name="T12" fmla="*/ 4 w 45"/>
                  <a:gd name="T13" fmla="*/ 0 h 41"/>
                  <a:gd name="T14" fmla="*/ 4 w 45"/>
                  <a:gd name="T15" fmla="*/ 0 h 41"/>
                  <a:gd name="T16" fmla="*/ 2 w 45"/>
                  <a:gd name="T17" fmla="*/ 1 h 41"/>
                  <a:gd name="T18" fmla="*/ 2 w 45"/>
                  <a:gd name="T19" fmla="*/ 1 h 41"/>
                  <a:gd name="T20" fmla="*/ 0 w 45"/>
                  <a:gd name="T21" fmla="*/ 4 h 41"/>
                  <a:gd name="T22" fmla="*/ 0 w 45"/>
                  <a:gd name="T23" fmla="*/ 20 h 41"/>
                  <a:gd name="T24" fmla="*/ 0 w 45"/>
                  <a:gd name="T25" fmla="*/ 20 h 41"/>
                  <a:gd name="T26" fmla="*/ 4 w 45"/>
                  <a:gd name="T27" fmla="*/ 23 h 41"/>
                  <a:gd name="T28" fmla="*/ 4 w 45"/>
                  <a:gd name="T29" fmla="*/ 23 h 41"/>
                  <a:gd name="T30" fmla="*/ 8 w 45"/>
                  <a:gd name="T31" fmla="*/ 20 h 41"/>
                  <a:gd name="T32" fmla="*/ 8 w 45"/>
                  <a:gd name="T33" fmla="*/ 8 h 41"/>
                  <a:gd name="T34" fmla="*/ 8 w 45"/>
                  <a:gd name="T35" fmla="*/ 8 h 41"/>
                  <a:gd name="T36" fmla="*/ 37 w 45"/>
                  <a:gd name="T37" fmla="*/ 37 h 41"/>
                  <a:gd name="T38" fmla="*/ 37 w 45"/>
                  <a:gd name="T39" fmla="*/ 37 h 41"/>
                  <a:gd name="T40" fmla="*/ 40 w 45"/>
                  <a:gd name="T41" fmla="*/ 4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5" h="41">
                    <a:moveTo>
                      <a:pt x="40" y="40"/>
                    </a:moveTo>
                    <a:lnTo>
                      <a:pt x="40" y="40"/>
                    </a:lnTo>
                    <a:cubicBezTo>
                      <a:pt x="41" y="40"/>
                      <a:pt x="41" y="40"/>
                      <a:pt x="42" y="40"/>
                    </a:cubicBezTo>
                    <a:lnTo>
                      <a:pt x="42" y="40"/>
                    </a:lnTo>
                    <a:cubicBezTo>
                      <a:pt x="43" y="39"/>
                      <a:pt x="44" y="37"/>
                      <a:pt x="43" y="35"/>
                    </a:cubicBezTo>
                    <a:lnTo>
                      <a:pt x="43" y="35"/>
                    </a:lnTo>
                    <a:cubicBezTo>
                      <a:pt x="32" y="3"/>
                      <a:pt x="5" y="0"/>
                      <a:pt x="4" y="0"/>
                    </a:cubicBezTo>
                    <a:lnTo>
                      <a:pt x="4" y="0"/>
                    </a:lnTo>
                    <a:cubicBezTo>
                      <a:pt x="4" y="0"/>
                      <a:pt x="2" y="0"/>
                      <a:pt x="2" y="1"/>
                    </a:cubicBezTo>
                    <a:lnTo>
                      <a:pt x="2" y="1"/>
                    </a:lnTo>
                    <a:cubicBezTo>
                      <a:pt x="1" y="2"/>
                      <a:pt x="0" y="3"/>
                      <a:pt x="0" y="4"/>
                    </a:cubicBezTo>
                    <a:lnTo>
                      <a:pt x="0" y="20"/>
                    </a:lnTo>
                    <a:lnTo>
                      <a:pt x="0" y="20"/>
                    </a:lnTo>
                    <a:cubicBezTo>
                      <a:pt x="0" y="22"/>
                      <a:pt x="2" y="23"/>
                      <a:pt x="4" y="23"/>
                    </a:cubicBezTo>
                    <a:lnTo>
                      <a:pt x="4" y="23"/>
                    </a:lnTo>
                    <a:cubicBezTo>
                      <a:pt x="6" y="23"/>
                      <a:pt x="8" y="22"/>
                      <a:pt x="8" y="20"/>
                    </a:cubicBezTo>
                    <a:lnTo>
                      <a:pt x="8" y="8"/>
                    </a:lnTo>
                    <a:lnTo>
                      <a:pt x="8" y="8"/>
                    </a:lnTo>
                    <a:cubicBezTo>
                      <a:pt x="15" y="10"/>
                      <a:pt x="29" y="17"/>
                      <a:pt x="37" y="37"/>
                    </a:cubicBezTo>
                    <a:lnTo>
                      <a:pt x="37" y="37"/>
                    </a:lnTo>
                    <a:cubicBezTo>
                      <a:pt x="37" y="39"/>
                      <a:pt x="39" y="40"/>
                      <a:pt x="40" y="40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63" name="Freeform 55">
                <a:extLst>
                  <a:ext uri="{FF2B5EF4-FFF2-40B4-BE49-F238E27FC236}">
                    <a16:creationId xmlns:a16="http://schemas.microsoft.com/office/drawing/2014/main" id="{B0AD75FF-6BEB-4BA5-9A0F-2E0397A4D7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42905" y="5762479"/>
                <a:ext cx="270177" cy="451582"/>
              </a:xfrm>
              <a:custGeom>
                <a:avLst/>
                <a:gdLst>
                  <a:gd name="T0" fmla="*/ 300 w 309"/>
                  <a:gd name="T1" fmla="*/ 244 h 515"/>
                  <a:gd name="T2" fmla="*/ 300 w 309"/>
                  <a:gd name="T3" fmla="*/ 244 h 515"/>
                  <a:gd name="T4" fmla="*/ 269 w 309"/>
                  <a:gd name="T5" fmla="*/ 235 h 515"/>
                  <a:gd name="T6" fmla="*/ 269 w 309"/>
                  <a:gd name="T7" fmla="*/ 235 h 515"/>
                  <a:gd name="T8" fmla="*/ 275 w 309"/>
                  <a:gd name="T9" fmla="*/ 225 h 515"/>
                  <a:gd name="T10" fmla="*/ 275 w 309"/>
                  <a:gd name="T11" fmla="*/ 225 h 515"/>
                  <a:gd name="T12" fmla="*/ 227 w 309"/>
                  <a:gd name="T13" fmla="*/ 37 h 515"/>
                  <a:gd name="T14" fmla="*/ 227 w 309"/>
                  <a:gd name="T15" fmla="*/ 37 h 515"/>
                  <a:gd name="T16" fmla="*/ 62 w 309"/>
                  <a:gd name="T17" fmla="*/ 82 h 515"/>
                  <a:gd name="T18" fmla="*/ 62 w 309"/>
                  <a:gd name="T19" fmla="*/ 82 h 515"/>
                  <a:gd name="T20" fmla="*/ 14 w 309"/>
                  <a:gd name="T21" fmla="*/ 155 h 515"/>
                  <a:gd name="T22" fmla="*/ 14 w 309"/>
                  <a:gd name="T23" fmla="*/ 155 h 515"/>
                  <a:gd name="T24" fmla="*/ 20 w 309"/>
                  <a:gd name="T25" fmla="*/ 185 h 515"/>
                  <a:gd name="T26" fmla="*/ 20 w 309"/>
                  <a:gd name="T27" fmla="*/ 185 h 515"/>
                  <a:gd name="T28" fmla="*/ 46 w 309"/>
                  <a:gd name="T29" fmla="*/ 323 h 515"/>
                  <a:gd name="T30" fmla="*/ 46 w 309"/>
                  <a:gd name="T31" fmla="*/ 323 h 515"/>
                  <a:gd name="T32" fmla="*/ 121 w 309"/>
                  <a:gd name="T33" fmla="*/ 333 h 515"/>
                  <a:gd name="T34" fmla="*/ 121 w 309"/>
                  <a:gd name="T35" fmla="*/ 333 h 515"/>
                  <a:gd name="T36" fmla="*/ 116 w 309"/>
                  <a:gd name="T37" fmla="*/ 374 h 515"/>
                  <a:gd name="T38" fmla="*/ 116 w 309"/>
                  <a:gd name="T39" fmla="*/ 476 h 515"/>
                  <a:gd name="T40" fmla="*/ 121 w 309"/>
                  <a:gd name="T41" fmla="*/ 514 h 515"/>
                  <a:gd name="T42" fmla="*/ 266 w 309"/>
                  <a:gd name="T43" fmla="*/ 476 h 515"/>
                  <a:gd name="T44" fmla="*/ 266 w 309"/>
                  <a:gd name="T45" fmla="*/ 286 h 515"/>
                  <a:gd name="T46" fmla="*/ 266 w 309"/>
                  <a:gd name="T47" fmla="*/ 286 h 515"/>
                  <a:gd name="T48" fmla="*/ 269 w 309"/>
                  <a:gd name="T49" fmla="*/ 285 h 515"/>
                  <a:gd name="T50" fmla="*/ 269 w 309"/>
                  <a:gd name="T51" fmla="*/ 285 h 515"/>
                  <a:gd name="T52" fmla="*/ 300 w 309"/>
                  <a:gd name="T53" fmla="*/ 244 h 5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9" h="515">
                    <a:moveTo>
                      <a:pt x="300" y="244"/>
                    </a:moveTo>
                    <a:lnTo>
                      <a:pt x="300" y="244"/>
                    </a:lnTo>
                    <a:cubicBezTo>
                      <a:pt x="297" y="235"/>
                      <a:pt x="283" y="233"/>
                      <a:pt x="269" y="235"/>
                    </a:cubicBezTo>
                    <a:lnTo>
                      <a:pt x="269" y="235"/>
                    </a:lnTo>
                    <a:cubicBezTo>
                      <a:pt x="270" y="232"/>
                      <a:pt x="273" y="229"/>
                      <a:pt x="275" y="225"/>
                    </a:cubicBezTo>
                    <a:lnTo>
                      <a:pt x="275" y="225"/>
                    </a:lnTo>
                    <a:cubicBezTo>
                      <a:pt x="308" y="160"/>
                      <a:pt x="297" y="74"/>
                      <a:pt x="227" y="37"/>
                    </a:cubicBezTo>
                    <a:lnTo>
                      <a:pt x="227" y="37"/>
                    </a:lnTo>
                    <a:cubicBezTo>
                      <a:pt x="157" y="0"/>
                      <a:pt x="95" y="16"/>
                      <a:pt x="62" y="82"/>
                    </a:cubicBezTo>
                    <a:lnTo>
                      <a:pt x="62" y="82"/>
                    </a:lnTo>
                    <a:cubicBezTo>
                      <a:pt x="32" y="144"/>
                      <a:pt x="21" y="141"/>
                      <a:pt x="14" y="155"/>
                    </a:cubicBezTo>
                    <a:lnTo>
                      <a:pt x="14" y="155"/>
                    </a:lnTo>
                    <a:cubicBezTo>
                      <a:pt x="10" y="160"/>
                      <a:pt x="21" y="179"/>
                      <a:pt x="20" y="185"/>
                    </a:cubicBezTo>
                    <a:lnTo>
                      <a:pt x="20" y="185"/>
                    </a:lnTo>
                    <a:cubicBezTo>
                      <a:pt x="3" y="241"/>
                      <a:pt x="0" y="298"/>
                      <a:pt x="46" y="323"/>
                    </a:cubicBezTo>
                    <a:lnTo>
                      <a:pt x="46" y="323"/>
                    </a:lnTo>
                    <a:cubicBezTo>
                      <a:pt x="68" y="336"/>
                      <a:pt x="95" y="338"/>
                      <a:pt x="121" y="333"/>
                    </a:cubicBezTo>
                    <a:lnTo>
                      <a:pt x="121" y="333"/>
                    </a:lnTo>
                    <a:cubicBezTo>
                      <a:pt x="118" y="346"/>
                      <a:pt x="116" y="360"/>
                      <a:pt x="116" y="374"/>
                    </a:cubicBezTo>
                    <a:lnTo>
                      <a:pt x="116" y="476"/>
                    </a:lnTo>
                    <a:lnTo>
                      <a:pt x="121" y="514"/>
                    </a:lnTo>
                    <a:lnTo>
                      <a:pt x="266" y="476"/>
                    </a:lnTo>
                    <a:lnTo>
                      <a:pt x="266" y="286"/>
                    </a:lnTo>
                    <a:lnTo>
                      <a:pt x="266" y="286"/>
                    </a:lnTo>
                    <a:cubicBezTo>
                      <a:pt x="267" y="286"/>
                      <a:pt x="268" y="286"/>
                      <a:pt x="269" y="285"/>
                    </a:cubicBezTo>
                    <a:lnTo>
                      <a:pt x="269" y="285"/>
                    </a:lnTo>
                    <a:cubicBezTo>
                      <a:pt x="292" y="275"/>
                      <a:pt x="306" y="255"/>
                      <a:pt x="300" y="24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808080"/>
                    </a:solidFill>
                    <a:bevel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64" name="Freeform 56">
                <a:extLst>
                  <a:ext uri="{FF2B5EF4-FFF2-40B4-BE49-F238E27FC236}">
                    <a16:creationId xmlns:a16="http://schemas.microsoft.com/office/drawing/2014/main" id="{0214DF3C-3634-4B84-8C87-A02B1A012D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42905" y="5762479"/>
                <a:ext cx="270177" cy="451582"/>
              </a:xfrm>
              <a:custGeom>
                <a:avLst/>
                <a:gdLst>
                  <a:gd name="T0" fmla="*/ 300 w 309"/>
                  <a:gd name="T1" fmla="*/ 244 h 515"/>
                  <a:gd name="T2" fmla="*/ 300 w 309"/>
                  <a:gd name="T3" fmla="*/ 244 h 515"/>
                  <a:gd name="T4" fmla="*/ 269 w 309"/>
                  <a:gd name="T5" fmla="*/ 235 h 515"/>
                  <a:gd name="T6" fmla="*/ 269 w 309"/>
                  <a:gd name="T7" fmla="*/ 235 h 515"/>
                  <a:gd name="T8" fmla="*/ 275 w 309"/>
                  <a:gd name="T9" fmla="*/ 225 h 515"/>
                  <a:gd name="T10" fmla="*/ 275 w 309"/>
                  <a:gd name="T11" fmla="*/ 225 h 515"/>
                  <a:gd name="T12" fmla="*/ 227 w 309"/>
                  <a:gd name="T13" fmla="*/ 37 h 515"/>
                  <a:gd name="T14" fmla="*/ 227 w 309"/>
                  <a:gd name="T15" fmla="*/ 37 h 515"/>
                  <a:gd name="T16" fmla="*/ 62 w 309"/>
                  <a:gd name="T17" fmla="*/ 82 h 515"/>
                  <a:gd name="T18" fmla="*/ 62 w 309"/>
                  <a:gd name="T19" fmla="*/ 82 h 515"/>
                  <a:gd name="T20" fmla="*/ 14 w 309"/>
                  <a:gd name="T21" fmla="*/ 155 h 515"/>
                  <a:gd name="T22" fmla="*/ 14 w 309"/>
                  <a:gd name="T23" fmla="*/ 155 h 515"/>
                  <a:gd name="T24" fmla="*/ 20 w 309"/>
                  <a:gd name="T25" fmla="*/ 185 h 515"/>
                  <a:gd name="T26" fmla="*/ 20 w 309"/>
                  <a:gd name="T27" fmla="*/ 185 h 515"/>
                  <a:gd name="T28" fmla="*/ 46 w 309"/>
                  <a:gd name="T29" fmla="*/ 323 h 515"/>
                  <a:gd name="T30" fmla="*/ 46 w 309"/>
                  <a:gd name="T31" fmla="*/ 323 h 515"/>
                  <a:gd name="T32" fmla="*/ 121 w 309"/>
                  <a:gd name="T33" fmla="*/ 333 h 515"/>
                  <a:gd name="T34" fmla="*/ 121 w 309"/>
                  <a:gd name="T35" fmla="*/ 333 h 515"/>
                  <a:gd name="T36" fmla="*/ 116 w 309"/>
                  <a:gd name="T37" fmla="*/ 374 h 515"/>
                  <a:gd name="T38" fmla="*/ 116 w 309"/>
                  <a:gd name="T39" fmla="*/ 476 h 515"/>
                  <a:gd name="T40" fmla="*/ 121 w 309"/>
                  <a:gd name="T41" fmla="*/ 514 h 515"/>
                  <a:gd name="T42" fmla="*/ 266 w 309"/>
                  <a:gd name="T43" fmla="*/ 476 h 515"/>
                  <a:gd name="T44" fmla="*/ 266 w 309"/>
                  <a:gd name="T45" fmla="*/ 286 h 515"/>
                  <a:gd name="T46" fmla="*/ 266 w 309"/>
                  <a:gd name="T47" fmla="*/ 286 h 515"/>
                  <a:gd name="T48" fmla="*/ 269 w 309"/>
                  <a:gd name="T49" fmla="*/ 285 h 515"/>
                  <a:gd name="T50" fmla="*/ 269 w 309"/>
                  <a:gd name="T51" fmla="*/ 285 h 515"/>
                  <a:gd name="T52" fmla="*/ 300 w 309"/>
                  <a:gd name="T53" fmla="*/ 244 h 5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09" h="515">
                    <a:moveTo>
                      <a:pt x="300" y="244"/>
                    </a:moveTo>
                    <a:lnTo>
                      <a:pt x="300" y="244"/>
                    </a:lnTo>
                    <a:cubicBezTo>
                      <a:pt x="297" y="235"/>
                      <a:pt x="283" y="233"/>
                      <a:pt x="269" y="235"/>
                    </a:cubicBezTo>
                    <a:lnTo>
                      <a:pt x="269" y="235"/>
                    </a:lnTo>
                    <a:cubicBezTo>
                      <a:pt x="270" y="232"/>
                      <a:pt x="273" y="229"/>
                      <a:pt x="275" y="225"/>
                    </a:cubicBezTo>
                    <a:lnTo>
                      <a:pt x="275" y="225"/>
                    </a:lnTo>
                    <a:cubicBezTo>
                      <a:pt x="308" y="160"/>
                      <a:pt x="297" y="74"/>
                      <a:pt x="227" y="37"/>
                    </a:cubicBezTo>
                    <a:lnTo>
                      <a:pt x="227" y="37"/>
                    </a:lnTo>
                    <a:cubicBezTo>
                      <a:pt x="157" y="0"/>
                      <a:pt x="95" y="16"/>
                      <a:pt x="62" y="82"/>
                    </a:cubicBezTo>
                    <a:lnTo>
                      <a:pt x="62" y="82"/>
                    </a:lnTo>
                    <a:cubicBezTo>
                      <a:pt x="32" y="144"/>
                      <a:pt x="21" y="141"/>
                      <a:pt x="14" y="155"/>
                    </a:cubicBezTo>
                    <a:lnTo>
                      <a:pt x="14" y="155"/>
                    </a:lnTo>
                    <a:cubicBezTo>
                      <a:pt x="10" y="160"/>
                      <a:pt x="21" y="179"/>
                      <a:pt x="20" y="185"/>
                    </a:cubicBezTo>
                    <a:lnTo>
                      <a:pt x="20" y="185"/>
                    </a:lnTo>
                    <a:cubicBezTo>
                      <a:pt x="3" y="241"/>
                      <a:pt x="0" y="298"/>
                      <a:pt x="46" y="323"/>
                    </a:cubicBezTo>
                    <a:lnTo>
                      <a:pt x="46" y="323"/>
                    </a:lnTo>
                    <a:cubicBezTo>
                      <a:pt x="68" y="336"/>
                      <a:pt x="95" y="338"/>
                      <a:pt x="121" y="333"/>
                    </a:cubicBezTo>
                    <a:lnTo>
                      <a:pt x="121" y="333"/>
                    </a:lnTo>
                    <a:cubicBezTo>
                      <a:pt x="118" y="346"/>
                      <a:pt x="116" y="360"/>
                      <a:pt x="116" y="374"/>
                    </a:cubicBezTo>
                    <a:lnTo>
                      <a:pt x="116" y="476"/>
                    </a:lnTo>
                    <a:lnTo>
                      <a:pt x="121" y="514"/>
                    </a:lnTo>
                    <a:lnTo>
                      <a:pt x="266" y="476"/>
                    </a:lnTo>
                    <a:lnTo>
                      <a:pt x="266" y="286"/>
                    </a:lnTo>
                    <a:lnTo>
                      <a:pt x="266" y="286"/>
                    </a:lnTo>
                    <a:cubicBezTo>
                      <a:pt x="267" y="286"/>
                      <a:pt x="268" y="286"/>
                      <a:pt x="269" y="285"/>
                    </a:cubicBezTo>
                    <a:lnTo>
                      <a:pt x="269" y="285"/>
                    </a:lnTo>
                    <a:cubicBezTo>
                      <a:pt x="292" y="275"/>
                      <a:pt x="306" y="255"/>
                      <a:pt x="300" y="244"/>
                    </a:cubicBezTo>
                  </a:path>
                </a:pathLst>
              </a:custGeom>
              <a:solidFill>
                <a:srgbClr val="C4C8CE">
                  <a:alpha val="25000"/>
                </a:srgbClr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75CB9717-12C7-428F-ACA9-4039AF8438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89219" y="6129149"/>
                <a:ext cx="192098" cy="149641"/>
              </a:xfrm>
              <a:custGeom>
                <a:avLst/>
                <a:gdLst>
                  <a:gd name="connsiteX0" fmla="*/ 190324 w 192098"/>
                  <a:gd name="connsiteY0" fmla="*/ 0 h 149641"/>
                  <a:gd name="connsiteX1" fmla="*/ 192098 w 192098"/>
                  <a:gd name="connsiteY1" fmla="*/ 69951 h 149641"/>
                  <a:gd name="connsiteX2" fmla="*/ 74168 w 192098"/>
                  <a:gd name="connsiteY2" fmla="*/ 149641 h 149641"/>
                  <a:gd name="connsiteX3" fmla="*/ 62182 w 192098"/>
                  <a:gd name="connsiteY3" fmla="*/ 84659 h 149641"/>
                  <a:gd name="connsiteX4" fmla="*/ 8990 w 192098"/>
                  <a:gd name="connsiteY4" fmla="*/ 130343 h 149641"/>
                  <a:gd name="connsiteX5" fmla="*/ 0 w 192098"/>
                  <a:gd name="connsiteY5" fmla="*/ 71847 h 149641"/>
                  <a:gd name="connsiteX6" fmla="*/ 60222 w 192098"/>
                  <a:gd name="connsiteY6" fmla="*/ 11578 h 149641"/>
                  <a:gd name="connsiteX7" fmla="*/ 64592 w 192098"/>
                  <a:gd name="connsiteY7" fmla="*/ 80530 h 14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92098" h="149641">
                    <a:moveTo>
                      <a:pt x="190324" y="0"/>
                    </a:moveTo>
                    <a:lnTo>
                      <a:pt x="192098" y="69951"/>
                    </a:lnTo>
                    <a:lnTo>
                      <a:pt x="74168" y="149641"/>
                    </a:lnTo>
                    <a:lnTo>
                      <a:pt x="62182" y="84659"/>
                    </a:lnTo>
                    <a:lnTo>
                      <a:pt x="8990" y="130343"/>
                    </a:lnTo>
                    <a:lnTo>
                      <a:pt x="0" y="71847"/>
                    </a:lnTo>
                    <a:lnTo>
                      <a:pt x="60222" y="11578"/>
                    </a:lnTo>
                    <a:lnTo>
                      <a:pt x="64592" y="8053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/>
            </p:spPr>
            <p:txBody>
              <a:bodyPr wrap="square" anchor="ctr">
                <a:noAutofit/>
              </a:bodyPr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66" name="Freeform 59">
                <a:extLst>
                  <a:ext uri="{FF2B5EF4-FFF2-40B4-BE49-F238E27FC236}">
                    <a16:creationId xmlns:a16="http://schemas.microsoft.com/office/drawing/2014/main" id="{433F3C42-3472-47AE-AD7C-F1FBC89046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81501" y="6194761"/>
                <a:ext cx="200703" cy="84913"/>
              </a:xfrm>
              <a:custGeom>
                <a:avLst/>
                <a:gdLst>
                  <a:gd name="T0" fmla="*/ 91 w 229"/>
                  <a:gd name="T1" fmla="*/ 98 h 99"/>
                  <a:gd name="T2" fmla="*/ 91 w 229"/>
                  <a:gd name="T3" fmla="*/ 98 h 99"/>
                  <a:gd name="T4" fmla="*/ 93 w 229"/>
                  <a:gd name="T5" fmla="*/ 98 h 99"/>
                  <a:gd name="T6" fmla="*/ 225 w 229"/>
                  <a:gd name="T7" fmla="*/ 7 h 99"/>
                  <a:gd name="T8" fmla="*/ 225 w 229"/>
                  <a:gd name="T9" fmla="*/ 7 h 99"/>
                  <a:gd name="T10" fmla="*/ 226 w 229"/>
                  <a:gd name="T11" fmla="*/ 3 h 99"/>
                  <a:gd name="T12" fmla="*/ 226 w 229"/>
                  <a:gd name="T13" fmla="*/ 3 h 99"/>
                  <a:gd name="T14" fmla="*/ 222 w 229"/>
                  <a:gd name="T15" fmla="*/ 1 h 99"/>
                  <a:gd name="T16" fmla="*/ 93 w 229"/>
                  <a:gd name="T17" fmla="*/ 88 h 99"/>
                  <a:gd name="T18" fmla="*/ 81 w 229"/>
                  <a:gd name="T19" fmla="*/ 19 h 99"/>
                  <a:gd name="T20" fmla="*/ 81 w 229"/>
                  <a:gd name="T21" fmla="*/ 19 h 99"/>
                  <a:gd name="T22" fmla="*/ 79 w 229"/>
                  <a:gd name="T23" fmla="*/ 16 h 99"/>
                  <a:gd name="T24" fmla="*/ 79 w 229"/>
                  <a:gd name="T25" fmla="*/ 16 h 99"/>
                  <a:gd name="T26" fmla="*/ 75 w 229"/>
                  <a:gd name="T27" fmla="*/ 16 h 99"/>
                  <a:gd name="T28" fmla="*/ 17 w 229"/>
                  <a:gd name="T29" fmla="*/ 66 h 99"/>
                  <a:gd name="T30" fmla="*/ 8 w 229"/>
                  <a:gd name="T31" fmla="*/ 7 h 99"/>
                  <a:gd name="T32" fmla="*/ 8 w 229"/>
                  <a:gd name="T33" fmla="*/ 7 h 99"/>
                  <a:gd name="T34" fmla="*/ 3 w 229"/>
                  <a:gd name="T35" fmla="*/ 4 h 99"/>
                  <a:gd name="T36" fmla="*/ 3 w 229"/>
                  <a:gd name="T37" fmla="*/ 4 h 99"/>
                  <a:gd name="T38" fmla="*/ 1 w 229"/>
                  <a:gd name="T39" fmla="*/ 7 h 99"/>
                  <a:gd name="T40" fmla="*/ 12 w 229"/>
                  <a:gd name="T41" fmla="*/ 74 h 99"/>
                  <a:gd name="T42" fmla="*/ 12 w 229"/>
                  <a:gd name="T43" fmla="*/ 74 h 99"/>
                  <a:gd name="T44" fmla="*/ 14 w 229"/>
                  <a:gd name="T45" fmla="*/ 76 h 99"/>
                  <a:gd name="T46" fmla="*/ 14 w 229"/>
                  <a:gd name="T47" fmla="*/ 76 h 99"/>
                  <a:gd name="T48" fmla="*/ 17 w 229"/>
                  <a:gd name="T49" fmla="*/ 75 h 99"/>
                  <a:gd name="T50" fmla="*/ 75 w 229"/>
                  <a:gd name="T51" fmla="*/ 26 h 99"/>
                  <a:gd name="T52" fmla="*/ 87 w 229"/>
                  <a:gd name="T53" fmla="*/ 95 h 99"/>
                  <a:gd name="T54" fmla="*/ 87 w 229"/>
                  <a:gd name="T55" fmla="*/ 95 h 99"/>
                  <a:gd name="T56" fmla="*/ 90 w 229"/>
                  <a:gd name="T57" fmla="*/ 98 h 99"/>
                  <a:gd name="T58" fmla="*/ 90 w 229"/>
                  <a:gd name="T59" fmla="*/ 98 h 99"/>
                  <a:gd name="T60" fmla="*/ 91 w 229"/>
                  <a:gd name="T61" fmla="*/ 98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29" h="99">
                    <a:moveTo>
                      <a:pt x="91" y="98"/>
                    </a:moveTo>
                    <a:lnTo>
                      <a:pt x="91" y="98"/>
                    </a:lnTo>
                    <a:cubicBezTo>
                      <a:pt x="91" y="98"/>
                      <a:pt x="92" y="98"/>
                      <a:pt x="93" y="98"/>
                    </a:cubicBezTo>
                    <a:lnTo>
                      <a:pt x="225" y="7"/>
                    </a:lnTo>
                    <a:lnTo>
                      <a:pt x="225" y="7"/>
                    </a:lnTo>
                    <a:cubicBezTo>
                      <a:pt x="227" y="7"/>
                      <a:pt x="228" y="4"/>
                      <a:pt x="226" y="3"/>
                    </a:cubicBezTo>
                    <a:lnTo>
                      <a:pt x="226" y="3"/>
                    </a:lnTo>
                    <a:cubicBezTo>
                      <a:pt x="225" y="1"/>
                      <a:pt x="223" y="0"/>
                      <a:pt x="222" y="1"/>
                    </a:cubicBezTo>
                    <a:lnTo>
                      <a:pt x="93" y="88"/>
                    </a:lnTo>
                    <a:lnTo>
                      <a:pt x="81" y="19"/>
                    </a:lnTo>
                    <a:lnTo>
                      <a:pt x="81" y="19"/>
                    </a:lnTo>
                    <a:cubicBezTo>
                      <a:pt x="81" y="17"/>
                      <a:pt x="80" y="16"/>
                      <a:pt x="79" y="16"/>
                    </a:cubicBezTo>
                    <a:lnTo>
                      <a:pt x="79" y="16"/>
                    </a:lnTo>
                    <a:cubicBezTo>
                      <a:pt x="77" y="15"/>
                      <a:pt x="76" y="15"/>
                      <a:pt x="75" y="16"/>
                    </a:cubicBezTo>
                    <a:lnTo>
                      <a:pt x="17" y="66"/>
                    </a:lnTo>
                    <a:lnTo>
                      <a:pt x="8" y="7"/>
                    </a:lnTo>
                    <a:lnTo>
                      <a:pt x="8" y="7"/>
                    </a:lnTo>
                    <a:cubicBezTo>
                      <a:pt x="8" y="5"/>
                      <a:pt x="5" y="3"/>
                      <a:pt x="3" y="4"/>
                    </a:cubicBezTo>
                    <a:lnTo>
                      <a:pt x="3" y="4"/>
                    </a:lnTo>
                    <a:cubicBezTo>
                      <a:pt x="2" y="4"/>
                      <a:pt x="0" y="6"/>
                      <a:pt x="1" y="7"/>
                    </a:cubicBezTo>
                    <a:lnTo>
                      <a:pt x="12" y="74"/>
                    </a:lnTo>
                    <a:lnTo>
                      <a:pt x="12" y="74"/>
                    </a:lnTo>
                    <a:cubicBezTo>
                      <a:pt x="12" y="75"/>
                      <a:pt x="13" y="76"/>
                      <a:pt x="14" y="76"/>
                    </a:cubicBezTo>
                    <a:lnTo>
                      <a:pt x="14" y="76"/>
                    </a:lnTo>
                    <a:cubicBezTo>
                      <a:pt x="15" y="77"/>
                      <a:pt x="16" y="76"/>
                      <a:pt x="17" y="75"/>
                    </a:cubicBezTo>
                    <a:lnTo>
                      <a:pt x="75" y="26"/>
                    </a:lnTo>
                    <a:lnTo>
                      <a:pt x="87" y="95"/>
                    </a:lnTo>
                    <a:lnTo>
                      <a:pt x="87" y="95"/>
                    </a:lnTo>
                    <a:cubicBezTo>
                      <a:pt x="87" y="96"/>
                      <a:pt x="88" y="97"/>
                      <a:pt x="90" y="98"/>
                    </a:cubicBezTo>
                    <a:lnTo>
                      <a:pt x="90" y="98"/>
                    </a:lnTo>
                    <a:lnTo>
                      <a:pt x="91" y="98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67" name="Freeform 60">
                <a:extLst>
                  <a:ext uri="{FF2B5EF4-FFF2-40B4-BE49-F238E27FC236}">
                    <a16:creationId xmlns:a16="http://schemas.microsoft.com/office/drawing/2014/main" id="{A056AFF7-C757-4689-BCFA-F01E80133B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46763" y="5592654"/>
                <a:ext cx="385967" cy="470879"/>
              </a:xfrm>
              <a:custGeom>
                <a:avLst/>
                <a:gdLst>
                  <a:gd name="T0" fmla="*/ 336 w 441"/>
                  <a:gd name="T1" fmla="*/ 238 h 536"/>
                  <a:gd name="T2" fmla="*/ 336 w 441"/>
                  <a:gd name="T3" fmla="*/ 238 h 536"/>
                  <a:gd name="T4" fmla="*/ 263 w 441"/>
                  <a:gd name="T5" fmla="*/ 159 h 536"/>
                  <a:gd name="T6" fmla="*/ 263 w 441"/>
                  <a:gd name="T7" fmla="*/ 159 h 536"/>
                  <a:gd name="T8" fmla="*/ 210 w 441"/>
                  <a:gd name="T9" fmla="*/ 166 h 536"/>
                  <a:gd name="T10" fmla="*/ 210 w 441"/>
                  <a:gd name="T11" fmla="*/ 166 h 536"/>
                  <a:gd name="T12" fmla="*/ 131 w 441"/>
                  <a:gd name="T13" fmla="*/ 73 h 536"/>
                  <a:gd name="T14" fmla="*/ 131 w 441"/>
                  <a:gd name="T15" fmla="*/ 73 h 536"/>
                  <a:gd name="T16" fmla="*/ 106 w 441"/>
                  <a:gd name="T17" fmla="*/ 124 h 536"/>
                  <a:gd name="T18" fmla="*/ 106 w 441"/>
                  <a:gd name="T19" fmla="*/ 124 h 536"/>
                  <a:gd name="T20" fmla="*/ 6 w 441"/>
                  <a:gd name="T21" fmla="*/ 116 h 536"/>
                  <a:gd name="T22" fmla="*/ 6 w 441"/>
                  <a:gd name="T23" fmla="*/ 116 h 536"/>
                  <a:gd name="T24" fmla="*/ 225 w 441"/>
                  <a:gd name="T25" fmla="*/ 321 h 536"/>
                  <a:gd name="T26" fmla="*/ 225 w 441"/>
                  <a:gd name="T27" fmla="*/ 321 h 536"/>
                  <a:gd name="T28" fmla="*/ 221 w 441"/>
                  <a:gd name="T29" fmla="*/ 440 h 536"/>
                  <a:gd name="T30" fmla="*/ 221 w 441"/>
                  <a:gd name="T31" fmla="*/ 440 h 536"/>
                  <a:gd name="T32" fmla="*/ 230 w 441"/>
                  <a:gd name="T33" fmla="*/ 446 h 536"/>
                  <a:gd name="T34" fmla="*/ 230 w 441"/>
                  <a:gd name="T35" fmla="*/ 446 h 536"/>
                  <a:gd name="T36" fmla="*/ 247 w 441"/>
                  <a:gd name="T37" fmla="*/ 435 h 536"/>
                  <a:gd name="T38" fmla="*/ 247 w 441"/>
                  <a:gd name="T39" fmla="*/ 435 h 536"/>
                  <a:gd name="T40" fmla="*/ 299 w 441"/>
                  <a:gd name="T41" fmla="*/ 437 h 536"/>
                  <a:gd name="T42" fmla="*/ 299 w 441"/>
                  <a:gd name="T43" fmla="*/ 437 h 536"/>
                  <a:gd name="T44" fmla="*/ 268 w 441"/>
                  <a:gd name="T45" fmla="*/ 478 h 536"/>
                  <a:gd name="T46" fmla="*/ 268 w 441"/>
                  <a:gd name="T47" fmla="*/ 478 h 536"/>
                  <a:gd name="T48" fmla="*/ 255 w 441"/>
                  <a:gd name="T49" fmla="*/ 483 h 536"/>
                  <a:gd name="T50" fmla="*/ 255 w 441"/>
                  <a:gd name="T51" fmla="*/ 483 h 536"/>
                  <a:gd name="T52" fmla="*/ 245 w 441"/>
                  <a:gd name="T53" fmla="*/ 532 h 536"/>
                  <a:gd name="T54" fmla="*/ 245 w 441"/>
                  <a:gd name="T55" fmla="*/ 532 h 536"/>
                  <a:gd name="T56" fmla="*/ 386 w 441"/>
                  <a:gd name="T57" fmla="*/ 358 h 536"/>
                  <a:gd name="T58" fmla="*/ 386 w 441"/>
                  <a:gd name="T59" fmla="*/ 358 h 536"/>
                  <a:gd name="T60" fmla="*/ 336 w 441"/>
                  <a:gd name="T61" fmla="*/ 238 h 5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441" h="536">
                    <a:moveTo>
                      <a:pt x="336" y="238"/>
                    </a:moveTo>
                    <a:lnTo>
                      <a:pt x="336" y="238"/>
                    </a:lnTo>
                    <a:cubicBezTo>
                      <a:pt x="272" y="231"/>
                      <a:pt x="288" y="169"/>
                      <a:pt x="263" y="159"/>
                    </a:cubicBezTo>
                    <a:lnTo>
                      <a:pt x="263" y="159"/>
                    </a:lnTo>
                    <a:cubicBezTo>
                      <a:pt x="239" y="147"/>
                      <a:pt x="227" y="168"/>
                      <a:pt x="210" y="166"/>
                    </a:cubicBezTo>
                    <a:lnTo>
                      <a:pt x="210" y="166"/>
                    </a:lnTo>
                    <a:cubicBezTo>
                      <a:pt x="193" y="162"/>
                      <a:pt x="162" y="73"/>
                      <a:pt x="131" y="73"/>
                    </a:cubicBezTo>
                    <a:lnTo>
                      <a:pt x="131" y="73"/>
                    </a:lnTo>
                    <a:cubicBezTo>
                      <a:pt x="99" y="73"/>
                      <a:pt x="106" y="124"/>
                      <a:pt x="106" y="124"/>
                    </a:cubicBezTo>
                    <a:lnTo>
                      <a:pt x="106" y="124"/>
                    </a:lnTo>
                    <a:cubicBezTo>
                      <a:pt x="106" y="124"/>
                      <a:pt x="8" y="0"/>
                      <a:pt x="6" y="116"/>
                    </a:cubicBezTo>
                    <a:lnTo>
                      <a:pt x="6" y="116"/>
                    </a:lnTo>
                    <a:cubicBezTo>
                      <a:pt x="0" y="293"/>
                      <a:pt x="178" y="281"/>
                      <a:pt x="225" y="321"/>
                    </a:cubicBezTo>
                    <a:lnTo>
                      <a:pt x="225" y="321"/>
                    </a:lnTo>
                    <a:cubicBezTo>
                      <a:pt x="271" y="360"/>
                      <a:pt x="197" y="419"/>
                      <a:pt x="221" y="440"/>
                    </a:cubicBezTo>
                    <a:lnTo>
                      <a:pt x="221" y="440"/>
                    </a:lnTo>
                    <a:cubicBezTo>
                      <a:pt x="225" y="442"/>
                      <a:pt x="228" y="444"/>
                      <a:pt x="230" y="446"/>
                    </a:cubicBezTo>
                    <a:lnTo>
                      <a:pt x="230" y="446"/>
                    </a:lnTo>
                    <a:cubicBezTo>
                      <a:pt x="235" y="442"/>
                      <a:pt x="240" y="438"/>
                      <a:pt x="247" y="435"/>
                    </a:cubicBezTo>
                    <a:lnTo>
                      <a:pt x="247" y="435"/>
                    </a:lnTo>
                    <a:cubicBezTo>
                      <a:pt x="270" y="424"/>
                      <a:pt x="294" y="425"/>
                      <a:pt x="299" y="437"/>
                    </a:cubicBezTo>
                    <a:lnTo>
                      <a:pt x="299" y="437"/>
                    </a:lnTo>
                    <a:cubicBezTo>
                      <a:pt x="305" y="448"/>
                      <a:pt x="291" y="468"/>
                      <a:pt x="268" y="478"/>
                    </a:cubicBezTo>
                    <a:lnTo>
                      <a:pt x="268" y="478"/>
                    </a:lnTo>
                    <a:cubicBezTo>
                      <a:pt x="264" y="480"/>
                      <a:pt x="260" y="482"/>
                      <a:pt x="255" y="483"/>
                    </a:cubicBezTo>
                    <a:lnTo>
                      <a:pt x="255" y="483"/>
                    </a:lnTo>
                    <a:cubicBezTo>
                      <a:pt x="244" y="509"/>
                      <a:pt x="233" y="535"/>
                      <a:pt x="245" y="532"/>
                    </a:cubicBezTo>
                    <a:lnTo>
                      <a:pt x="245" y="532"/>
                    </a:lnTo>
                    <a:cubicBezTo>
                      <a:pt x="385" y="498"/>
                      <a:pt x="386" y="358"/>
                      <a:pt x="386" y="358"/>
                    </a:cubicBezTo>
                    <a:lnTo>
                      <a:pt x="386" y="358"/>
                    </a:lnTo>
                    <a:cubicBezTo>
                      <a:pt x="440" y="307"/>
                      <a:pt x="385" y="243"/>
                      <a:pt x="336" y="238"/>
                    </a:cubicBezTo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68" name="Freeform 61">
                <a:extLst>
                  <a:ext uri="{FF2B5EF4-FFF2-40B4-BE49-F238E27FC236}">
                    <a16:creationId xmlns:a16="http://schemas.microsoft.com/office/drawing/2014/main" id="{F0FD3366-6A0E-453A-B39D-DAC9264858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54131" y="8352316"/>
                <a:ext cx="393686" cy="138948"/>
              </a:xfrm>
              <a:custGeom>
                <a:avLst/>
                <a:gdLst>
                  <a:gd name="T0" fmla="*/ 0 w 448"/>
                  <a:gd name="T1" fmla="*/ 156 h 157"/>
                  <a:gd name="T2" fmla="*/ 0 w 448"/>
                  <a:gd name="T3" fmla="*/ 156 h 157"/>
                  <a:gd name="T4" fmla="*/ 63 w 448"/>
                  <a:gd name="T5" fmla="*/ 90 h 157"/>
                  <a:gd name="T6" fmla="*/ 63 w 448"/>
                  <a:gd name="T7" fmla="*/ 90 h 157"/>
                  <a:gd name="T8" fmla="*/ 156 w 448"/>
                  <a:gd name="T9" fmla="*/ 84 h 157"/>
                  <a:gd name="T10" fmla="*/ 156 w 448"/>
                  <a:gd name="T11" fmla="*/ 84 h 157"/>
                  <a:gd name="T12" fmla="*/ 232 w 448"/>
                  <a:gd name="T13" fmla="*/ 15 h 157"/>
                  <a:gd name="T14" fmla="*/ 232 w 448"/>
                  <a:gd name="T15" fmla="*/ 15 h 157"/>
                  <a:gd name="T16" fmla="*/ 264 w 448"/>
                  <a:gd name="T17" fmla="*/ 0 h 157"/>
                  <a:gd name="T18" fmla="*/ 279 w 448"/>
                  <a:gd name="T19" fmla="*/ 0 h 157"/>
                  <a:gd name="T20" fmla="*/ 279 w 448"/>
                  <a:gd name="T21" fmla="*/ 0 h 157"/>
                  <a:gd name="T22" fmla="*/ 289 w 448"/>
                  <a:gd name="T23" fmla="*/ 18 h 157"/>
                  <a:gd name="T24" fmla="*/ 289 w 448"/>
                  <a:gd name="T25" fmla="*/ 18 h 157"/>
                  <a:gd name="T26" fmla="*/ 301 w 448"/>
                  <a:gd name="T27" fmla="*/ 50 h 157"/>
                  <a:gd name="T28" fmla="*/ 301 w 448"/>
                  <a:gd name="T29" fmla="*/ 50 h 157"/>
                  <a:gd name="T30" fmla="*/ 425 w 448"/>
                  <a:gd name="T31" fmla="*/ 0 h 157"/>
                  <a:gd name="T32" fmla="*/ 425 w 448"/>
                  <a:gd name="T33" fmla="*/ 0 h 157"/>
                  <a:gd name="T34" fmla="*/ 447 w 448"/>
                  <a:gd name="T35" fmla="*/ 23 h 157"/>
                  <a:gd name="T36" fmla="*/ 447 w 448"/>
                  <a:gd name="T37" fmla="*/ 156 h 157"/>
                  <a:gd name="T38" fmla="*/ 0 w 448"/>
                  <a:gd name="T39" fmla="*/ 156 h 1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448" h="157">
                    <a:moveTo>
                      <a:pt x="0" y="156"/>
                    </a:moveTo>
                    <a:lnTo>
                      <a:pt x="0" y="156"/>
                    </a:lnTo>
                    <a:cubicBezTo>
                      <a:pt x="0" y="118"/>
                      <a:pt x="28" y="87"/>
                      <a:pt x="63" y="90"/>
                    </a:cubicBezTo>
                    <a:lnTo>
                      <a:pt x="63" y="90"/>
                    </a:lnTo>
                    <a:cubicBezTo>
                      <a:pt x="98" y="92"/>
                      <a:pt x="137" y="92"/>
                      <a:pt x="156" y="84"/>
                    </a:cubicBezTo>
                    <a:lnTo>
                      <a:pt x="156" y="84"/>
                    </a:lnTo>
                    <a:cubicBezTo>
                      <a:pt x="176" y="76"/>
                      <a:pt x="213" y="37"/>
                      <a:pt x="232" y="15"/>
                    </a:cubicBezTo>
                    <a:lnTo>
                      <a:pt x="232" y="15"/>
                    </a:lnTo>
                    <a:cubicBezTo>
                      <a:pt x="241" y="5"/>
                      <a:pt x="252" y="0"/>
                      <a:pt x="264" y="0"/>
                    </a:cubicBezTo>
                    <a:lnTo>
                      <a:pt x="279" y="0"/>
                    </a:lnTo>
                    <a:lnTo>
                      <a:pt x="279" y="0"/>
                    </a:lnTo>
                    <a:cubicBezTo>
                      <a:pt x="288" y="0"/>
                      <a:pt x="293" y="11"/>
                      <a:pt x="289" y="18"/>
                    </a:cubicBezTo>
                    <a:lnTo>
                      <a:pt x="289" y="18"/>
                    </a:lnTo>
                    <a:cubicBezTo>
                      <a:pt x="279" y="36"/>
                      <a:pt x="275" y="50"/>
                      <a:pt x="301" y="50"/>
                    </a:cubicBezTo>
                    <a:lnTo>
                      <a:pt x="301" y="50"/>
                    </a:lnTo>
                    <a:cubicBezTo>
                      <a:pt x="382" y="50"/>
                      <a:pt x="364" y="0"/>
                      <a:pt x="425" y="0"/>
                    </a:cubicBezTo>
                    <a:lnTo>
                      <a:pt x="425" y="0"/>
                    </a:lnTo>
                    <a:cubicBezTo>
                      <a:pt x="438" y="0"/>
                      <a:pt x="447" y="11"/>
                      <a:pt x="447" y="23"/>
                    </a:cubicBezTo>
                    <a:lnTo>
                      <a:pt x="447" y="156"/>
                    </a:lnTo>
                    <a:lnTo>
                      <a:pt x="0" y="156"/>
                    </a:lnTo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  <p:sp>
            <p:nvSpPr>
              <p:cNvPr id="69" name="Freeform 62">
                <a:extLst>
                  <a:ext uri="{FF2B5EF4-FFF2-40B4-BE49-F238E27FC236}">
                    <a16:creationId xmlns:a16="http://schemas.microsoft.com/office/drawing/2014/main" id="{14A4631D-F90C-4337-B9C0-AB63D3835B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428865" y="8004946"/>
                <a:ext cx="393686" cy="138948"/>
              </a:xfrm>
              <a:custGeom>
                <a:avLst/>
                <a:gdLst>
                  <a:gd name="T0" fmla="*/ 0 w 448"/>
                  <a:gd name="T1" fmla="*/ 159 h 160"/>
                  <a:gd name="T2" fmla="*/ 0 w 448"/>
                  <a:gd name="T3" fmla="*/ 159 h 160"/>
                  <a:gd name="T4" fmla="*/ 63 w 448"/>
                  <a:gd name="T5" fmla="*/ 91 h 160"/>
                  <a:gd name="T6" fmla="*/ 63 w 448"/>
                  <a:gd name="T7" fmla="*/ 91 h 160"/>
                  <a:gd name="T8" fmla="*/ 156 w 448"/>
                  <a:gd name="T9" fmla="*/ 85 h 160"/>
                  <a:gd name="T10" fmla="*/ 156 w 448"/>
                  <a:gd name="T11" fmla="*/ 85 h 160"/>
                  <a:gd name="T12" fmla="*/ 232 w 448"/>
                  <a:gd name="T13" fmla="*/ 15 h 160"/>
                  <a:gd name="T14" fmla="*/ 232 w 448"/>
                  <a:gd name="T15" fmla="*/ 15 h 160"/>
                  <a:gd name="T16" fmla="*/ 265 w 448"/>
                  <a:gd name="T17" fmla="*/ 0 h 160"/>
                  <a:gd name="T18" fmla="*/ 279 w 448"/>
                  <a:gd name="T19" fmla="*/ 0 h 160"/>
                  <a:gd name="T20" fmla="*/ 279 w 448"/>
                  <a:gd name="T21" fmla="*/ 0 h 160"/>
                  <a:gd name="T22" fmla="*/ 288 w 448"/>
                  <a:gd name="T23" fmla="*/ 18 h 160"/>
                  <a:gd name="T24" fmla="*/ 288 w 448"/>
                  <a:gd name="T25" fmla="*/ 18 h 160"/>
                  <a:gd name="T26" fmla="*/ 301 w 448"/>
                  <a:gd name="T27" fmla="*/ 51 h 160"/>
                  <a:gd name="T28" fmla="*/ 301 w 448"/>
                  <a:gd name="T29" fmla="*/ 51 h 160"/>
                  <a:gd name="T30" fmla="*/ 425 w 448"/>
                  <a:gd name="T31" fmla="*/ 0 h 160"/>
                  <a:gd name="T32" fmla="*/ 425 w 448"/>
                  <a:gd name="T33" fmla="*/ 0 h 160"/>
                  <a:gd name="T34" fmla="*/ 447 w 448"/>
                  <a:gd name="T35" fmla="*/ 23 h 160"/>
                  <a:gd name="T36" fmla="*/ 447 w 448"/>
                  <a:gd name="T37" fmla="*/ 159 h 160"/>
                  <a:gd name="T38" fmla="*/ 0 w 448"/>
                  <a:gd name="T39" fmla="*/ 159 h 1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448" h="160">
                    <a:moveTo>
                      <a:pt x="0" y="159"/>
                    </a:moveTo>
                    <a:lnTo>
                      <a:pt x="0" y="159"/>
                    </a:lnTo>
                    <a:cubicBezTo>
                      <a:pt x="0" y="119"/>
                      <a:pt x="29" y="89"/>
                      <a:pt x="63" y="91"/>
                    </a:cubicBezTo>
                    <a:lnTo>
                      <a:pt x="63" y="91"/>
                    </a:lnTo>
                    <a:cubicBezTo>
                      <a:pt x="98" y="92"/>
                      <a:pt x="137" y="93"/>
                      <a:pt x="156" y="85"/>
                    </a:cubicBezTo>
                    <a:lnTo>
                      <a:pt x="156" y="85"/>
                    </a:lnTo>
                    <a:cubicBezTo>
                      <a:pt x="175" y="77"/>
                      <a:pt x="213" y="37"/>
                      <a:pt x="232" y="15"/>
                    </a:cubicBezTo>
                    <a:lnTo>
                      <a:pt x="232" y="15"/>
                    </a:lnTo>
                    <a:cubicBezTo>
                      <a:pt x="241" y="6"/>
                      <a:pt x="252" y="0"/>
                      <a:pt x="265" y="0"/>
                    </a:cubicBezTo>
                    <a:lnTo>
                      <a:pt x="279" y="0"/>
                    </a:lnTo>
                    <a:lnTo>
                      <a:pt x="279" y="0"/>
                    </a:lnTo>
                    <a:cubicBezTo>
                      <a:pt x="287" y="0"/>
                      <a:pt x="293" y="11"/>
                      <a:pt x="288" y="18"/>
                    </a:cubicBezTo>
                    <a:lnTo>
                      <a:pt x="288" y="18"/>
                    </a:lnTo>
                    <a:cubicBezTo>
                      <a:pt x="279" y="37"/>
                      <a:pt x="274" y="51"/>
                      <a:pt x="301" y="51"/>
                    </a:cubicBezTo>
                    <a:lnTo>
                      <a:pt x="301" y="51"/>
                    </a:lnTo>
                    <a:cubicBezTo>
                      <a:pt x="382" y="51"/>
                      <a:pt x="363" y="0"/>
                      <a:pt x="425" y="0"/>
                    </a:cubicBezTo>
                    <a:lnTo>
                      <a:pt x="425" y="0"/>
                    </a:lnTo>
                    <a:cubicBezTo>
                      <a:pt x="437" y="0"/>
                      <a:pt x="447" y="11"/>
                      <a:pt x="447" y="23"/>
                    </a:cubicBezTo>
                    <a:lnTo>
                      <a:pt x="447" y="159"/>
                    </a:lnTo>
                    <a:lnTo>
                      <a:pt x="0" y="159"/>
                    </a:lnTo>
                  </a:path>
                </a:pathLst>
              </a:custGeom>
              <a:solidFill>
                <a:schemeClr val="tx2"/>
              </a:solidFill>
              <a:ln>
                <a:noFill/>
              </a:ln>
              <a:effectLst/>
            </p:spPr>
            <p:txBody>
              <a:bodyPr wrap="none" anchor="ctr"/>
              <a:lstStyle/>
              <a:p>
                <a:endParaRPr lang="en-US" sz="6532" dirty="0">
                  <a:latin typeface="Montserrat" panose="00000500000000000000" pitchFamily="2" charset="0"/>
                </a:endParaRPr>
              </a:p>
            </p:txBody>
          </p:sp>
        </p:grpSp>
      </p:grpSp>
      <p:sp>
        <p:nvSpPr>
          <p:cNvPr id="80" name="Freeform 6">
            <a:extLst>
              <a:ext uri="{FF2B5EF4-FFF2-40B4-BE49-F238E27FC236}">
                <a16:creationId xmlns:a16="http://schemas.microsoft.com/office/drawing/2014/main" id="{22787F72-3F4D-40D0-88D1-54EE38AF5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70927" y="10038989"/>
            <a:ext cx="1443515" cy="1443515"/>
          </a:xfrm>
          <a:custGeom>
            <a:avLst/>
            <a:gdLst>
              <a:gd name="T0" fmla="*/ 1648 w 1649"/>
              <a:gd name="T1" fmla="*/ 824 h 1650"/>
              <a:gd name="T2" fmla="*/ 1648 w 1649"/>
              <a:gd name="T3" fmla="*/ 824 h 1650"/>
              <a:gd name="T4" fmla="*/ 825 w 1649"/>
              <a:gd name="T5" fmla="*/ 1649 h 1650"/>
              <a:gd name="T6" fmla="*/ 825 w 1649"/>
              <a:gd name="T7" fmla="*/ 1649 h 1650"/>
              <a:gd name="T8" fmla="*/ 0 w 1649"/>
              <a:gd name="T9" fmla="*/ 824 h 1650"/>
              <a:gd name="T10" fmla="*/ 0 w 1649"/>
              <a:gd name="T11" fmla="*/ 824 h 1650"/>
              <a:gd name="T12" fmla="*/ 825 w 1649"/>
              <a:gd name="T13" fmla="*/ 0 h 1650"/>
              <a:gd name="T14" fmla="*/ 825 w 1649"/>
              <a:gd name="T15" fmla="*/ 0 h 1650"/>
              <a:gd name="T16" fmla="*/ 1648 w 1649"/>
              <a:gd name="T17" fmla="*/ 824 h 16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49" h="1650">
                <a:moveTo>
                  <a:pt x="1648" y="824"/>
                </a:moveTo>
                <a:lnTo>
                  <a:pt x="1648" y="824"/>
                </a:lnTo>
                <a:cubicBezTo>
                  <a:pt x="1648" y="1280"/>
                  <a:pt x="1279" y="1649"/>
                  <a:pt x="825" y="1649"/>
                </a:cubicBezTo>
                <a:lnTo>
                  <a:pt x="825" y="1649"/>
                </a:lnTo>
                <a:cubicBezTo>
                  <a:pt x="369" y="1649"/>
                  <a:pt x="0" y="1280"/>
                  <a:pt x="0" y="824"/>
                </a:cubicBezTo>
                <a:lnTo>
                  <a:pt x="0" y="824"/>
                </a:lnTo>
                <a:cubicBezTo>
                  <a:pt x="0" y="369"/>
                  <a:pt x="369" y="0"/>
                  <a:pt x="825" y="0"/>
                </a:cubicBezTo>
                <a:lnTo>
                  <a:pt x="825" y="0"/>
                </a:lnTo>
                <a:cubicBezTo>
                  <a:pt x="1279" y="0"/>
                  <a:pt x="1648" y="369"/>
                  <a:pt x="1648" y="824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81" name="Freeform 7">
            <a:extLst>
              <a:ext uri="{FF2B5EF4-FFF2-40B4-BE49-F238E27FC236}">
                <a16:creationId xmlns:a16="http://schemas.microsoft.com/office/drawing/2014/main" id="{E0EBA818-2BE4-4706-804B-834D5E93F6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93743" y="7673015"/>
            <a:ext cx="1443515" cy="1443515"/>
          </a:xfrm>
          <a:custGeom>
            <a:avLst/>
            <a:gdLst>
              <a:gd name="T0" fmla="*/ 1648 w 1649"/>
              <a:gd name="T1" fmla="*/ 824 h 1650"/>
              <a:gd name="T2" fmla="*/ 1648 w 1649"/>
              <a:gd name="T3" fmla="*/ 824 h 1650"/>
              <a:gd name="T4" fmla="*/ 824 w 1649"/>
              <a:gd name="T5" fmla="*/ 1649 h 1650"/>
              <a:gd name="T6" fmla="*/ 824 w 1649"/>
              <a:gd name="T7" fmla="*/ 1649 h 1650"/>
              <a:gd name="T8" fmla="*/ 0 w 1649"/>
              <a:gd name="T9" fmla="*/ 824 h 1650"/>
              <a:gd name="T10" fmla="*/ 0 w 1649"/>
              <a:gd name="T11" fmla="*/ 824 h 1650"/>
              <a:gd name="T12" fmla="*/ 824 w 1649"/>
              <a:gd name="T13" fmla="*/ 0 h 1650"/>
              <a:gd name="T14" fmla="*/ 824 w 1649"/>
              <a:gd name="T15" fmla="*/ 0 h 1650"/>
              <a:gd name="T16" fmla="*/ 1648 w 1649"/>
              <a:gd name="T17" fmla="*/ 824 h 16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49" h="1650">
                <a:moveTo>
                  <a:pt x="1648" y="824"/>
                </a:moveTo>
                <a:lnTo>
                  <a:pt x="1648" y="824"/>
                </a:lnTo>
                <a:cubicBezTo>
                  <a:pt x="1648" y="1279"/>
                  <a:pt x="1279" y="1649"/>
                  <a:pt x="824" y="1649"/>
                </a:cubicBezTo>
                <a:lnTo>
                  <a:pt x="824" y="1649"/>
                </a:lnTo>
                <a:cubicBezTo>
                  <a:pt x="369" y="1649"/>
                  <a:pt x="0" y="1279"/>
                  <a:pt x="0" y="824"/>
                </a:cubicBezTo>
                <a:lnTo>
                  <a:pt x="0" y="824"/>
                </a:lnTo>
                <a:cubicBezTo>
                  <a:pt x="0" y="369"/>
                  <a:pt x="369" y="0"/>
                  <a:pt x="824" y="0"/>
                </a:cubicBezTo>
                <a:lnTo>
                  <a:pt x="824" y="0"/>
                </a:lnTo>
                <a:cubicBezTo>
                  <a:pt x="1279" y="0"/>
                  <a:pt x="1648" y="369"/>
                  <a:pt x="1648" y="824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82" name="Freeform 8">
            <a:extLst>
              <a:ext uri="{FF2B5EF4-FFF2-40B4-BE49-F238E27FC236}">
                <a16:creationId xmlns:a16="http://schemas.microsoft.com/office/drawing/2014/main" id="{61B0C607-4D65-4530-B4F6-1F55AB191F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60081" y="4291947"/>
            <a:ext cx="1443515" cy="1443515"/>
          </a:xfrm>
          <a:custGeom>
            <a:avLst/>
            <a:gdLst>
              <a:gd name="T0" fmla="*/ 1649 w 1650"/>
              <a:gd name="T1" fmla="*/ 824 h 1650"/>
              <a:gd name="T2" fmla="*/ 1649 w 1650"/>
              <a:gd name="T3" fmla="*/ 824 h 1650"/>
              <a:gd name="T4" fmla="*/ 825 w 1650"/>
              <a:gd name="T5" fmla="*/ 1649 h 1650"/>
              <a:gd name="T6" fmla="*/ 825 w 1650"/>
              <a:gd name="T7" fmla="*/ 1649 h 1650"/>
              <a:gd name="T8" fmla="*/ 0 w 1650"/>
              <a:gd name="T9" fmla="*/ 824 h 1650"/>
              <a:gd name="T10" fmla="*/ 0 w 1650"/>
              <a:gd name="T11" fmla="*/ 824 h 1650"/>
              <a:gd name="T12" fmla="*/ 825 w 1650"/>
              <a:gd name="T13" fmla="*/ 0 h 1650"/>
              <a:gd name="T14" fmla="*/ 825 w 1650"/>
              <a:gd name="T15" fmla="*/ 0 h 1650"/>
              <a:gd name="T16" fmla="*/ 1649 w 1650"/>
              <a:gd name="T17" fmla="*/ 824 h 16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50" h="1650">
                <a:moveTo>
                  <a:pt x="1649" y="824"/>
                </a:moveTo>
                <a:lnTo>
                  <a:pt x="1649" y="824"/>
                </a:lnTo>
                <a:cubicBezTo>
                  <a:pt x="1649" y="1280"/>
                  <a:pt x="1280" y="1649"/>
                  <a:pt x="825" y="1649"/>
                </a:cubicBezTo>
                <a:lnTo>
                  <a:pt x="825" y="1649"/>
                </a:lnTo>
                <a:cubicBezTo>
                  <a:pt x="370" y="1649"/>
                  <a:pt x="0" y="1280"/>
                  <a:pt x="0" y="824"/>
                </a:cubicBezTo>
                <a:lnTo>
                  <a:pt x="0" y="824"/>
                </a:lnTo>
                <a:cubicBezTo>
                  <a:pt x="0" y="369"/>
                  <a:pt x="370" y="0"/>
                  <a:pt x="825" y="0"/>
                </a:cubicBezTo>
                <a:lnTo>
                  <a:pt x="825" y="0"/>
                </a:lnTo>
                <a:cubicBezTo>
                  <a:pt x="1280" y="0"/>
                  <a:pt x="1649" y="369"/>
                  <a:pt x="1649" y="824"/>
                </a:cubicBez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137E927A-5C91-4994-97CD-0AB2B9B5D0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940716"/>
            <a:ext cx="2183713" cy="1458078"/>
          </a:xfrm>
          <a:custGeom>
            <a:avLst/>
            <a:gdLst>
              <a:gd name="connsiteX0" fmla="*/ 2145974 w 2183713"/>
              <a:gd name="connsiteY0" fmla="*/ 0 h 1458078"/>
              <a:gd name="connsiteX1" fmla="*/ 2183713 w 2183713"/>
              <a:gd name="connsiteY1" fmla="*/ 0 h 1458078"/>
              <a:gd name="connsiteX2" fmla="*/ 2183713 w 2183713"/>
              <a:gd name="connsiteY2" fmla="*/ 1458078 h 1458078"/>
              <a:gd name="connsiteX3" fmla="*/ 2145974 w 2183713"/>
              <a:gd name="connsiteY3" fmla="*/ 1458078 h 1458078"/>
              <a:gd name="connsiteX4" fmla="*/ 2145974 w 2183713"/>
              <a:gd name="connsiteY4" fmla="*/ 747898 h 1458078"/>
              <a:gd name="connsiteX5" fmla="*/ 0 w 2183713"/>
              <a:gd name="connsiteY5" fmla="*/ 747898 h 1458078"/>
              <a:gd name="connsiteX6" fmla="*/ 0 w 2183713"/>
              <a:gd name="connsiteY6" fmla="*/ 710178 h 1458078"/>
              <a:gd name="connsiteX7" fmla="*/ 2145974 w 2183713"/>
              <a:gd name="connsiteY7" fmla="*/ 710178 h 145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3713" h="1458078">
                <a:moveTo>
                  <a:pt x="2145974" y="0"/>
                </a:moveTo>
                <a:lnTo>
                  <a:pt x="2183713" y="0"/>
                </a:lnTo>
                <a:lnTo>
                  <a:pt x="2183713" y="1458078"/>
                </a:lnTo>
                <a:lnTo>
                  <a:pt x="2145974" y="1458078"/>
                </a:lnTo>
                <a:lnTo>
                  <a:pt x="2145974" y="747898"/>
                </a:lnTo>
                <a:lnTo>
                  <a:pt x="0" y="747898"/>
                </a:lnTo>
                <a:lnTo>
                  <a:pt x="0" y="710178"/>
                </a:lnTo>
                <a:lnTo>
                  <a:pt x="2145974" y="71017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5EFE0EBE-45A3-43E4-90C1-A1656911E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167397"/>
            <a:ext cx="2183713" cy="1458079"/>
          </a:xfrm>
          <a:custGeom>
            <a:avLst/>
            <a:gdLst>
              <a:gd name="connsiteX0" fmla="*/ 2145974 w 2183713"/>
              <a:gd name="connsiteY0" fmla="*/ 0 h 1458079"/>
              <a:gd name="connsiteX1" fmla="*/ 2183713 w 2183713"/>
              <a:gd name="connsiteY1" fmla="*/ 0 h 1458079"/>
              <a:gd name="connsiteX2" fmla="*/ 2183713 w 2183713"/>
              <a:gd name="connsiteY2" fmla="*/ 1458079 h 1458079"/>
              <a:gd name="connsiteX3" fmla="*/ 2145974 w 2183713"/>
              <a:gd name="connsiteY3" fmla="*/ 1458079 h 1458079"/>
              <a:gd name="connsiteX4" fmla="*/ 2145974 w 2183713"/>
              <a:gd name="connsiteY4" fmla="*/ 747899 h 1458079"/>
              <a:gd name="connsiteX5" fmla="*/ 0 w 2183713"/>
              <a:gd name="connsiteY5" fmla="*/ 747899 h 1458079"/>
              <a:gd name="connsiteX6" fmla="*/ 0 w 2183713"/>
              <a:gd name="connsiteY6" fmla="*/ 710179 h 1458079"/>
              <a:gd name="connsiteX7" fmla="*/ 2145974 w 2183713"/>
              <a:gd name="connsiteY7" fmla="*/ 710179 h 1458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3713" h="1458079">
                <a:moveTo>
                  <a:pt x="2145974" y="0"/>
                </a:moveTo>
                <a:lnTo>
                  <a:pt x="2183713" y="0"/>
                </a:lnTo>
                <a:lnTo>
                  <a:pt x="2183713" y="1458079"/>
                </a:lnTo>
                <a:lnTo>
                  <a:pt x="2145974" y="1458079"/>
                </a:lnTo>
                <a:lnTo>
                  <a:pt x="2145974" y="747899"/>
                </a:lnTo>
                <a:lnTo>
                  <a:pt x="0" y="747899"/>
                </a:lnTo>
                <a:lnTo>
                  <a:pt x="0" y="710179"/>
                </a:lnTo>
                <a:lnTo>
                  <a:pt x="2145974" y="71017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1326ED47-957B-4E9A-8E27-22DBDAB5E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397939"/>
            <a:ext cx="2183713" cy="1458079"/>
          </a:xfrm>
          <a:custGeom>
            <a:avLst/>
            <a:gdLst>
              <a:gd name="connsiteX0" fmla="*/ 2145974 w 2183713"/>
              <a:gd name="connsiteY0" fmla="*/ 0 h 1458079"/>
              <a:gd name="connsiteX1" fmla="*/ 2183713 w 2183713"/>
              <a:gd name="connsiteY1" fmla="*/ 0 h 1458079"/>
              <a:gd name="connsiteX2" fmla="*/ 2183713 w 2183713"/>
              <a:gd name="connsiteY2" fmla="*/ 1458079 h 1458079"/>
              <a:gd name="connsiteX3" fmla="*/ 2145974 w 2183713"/>
              <a:gd name="connsiteY3" fmla="*/ 1458079 h 1458079"/>
              <a:gd name="connsiteX4" fmla="*/ 2145974 w 2183713"/>
              <a:gd name="connsiteY4" fmla="*/ 747917 h 1458079"/>
              <a:gd name="connsiteX5" fmla="*/ 0 w 2183713"/>
              <a:gd name="connsiteY5" fmla="*/ 747917 h 1458079"/>
              <a:gd name="connsiteX6" fmla="*/ 0 w 2183713"/>
              <a:gd name="connsiteY6" fmla="*/ 710178 h 1458079"/>
              <a:gd name="connsiteX7" fmla="*/ 2145974 w 2183713"/>
              <a:gd name="connsiteY7" fmla="*/ 710178 h 1458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3713" h="1458079">
                <a:moveTo>
                  <a:pt x="2145974" y="0"/>
                </a:moveTo>
                <a:lnTo>
                  <a:pt x="2183713" y="0"/>
                </a:lnTo>
                <a:lnTo>
                  <a:pt x="2183713" y="1458079"/>
                </a:lnTo>
                <a:lnTo>
                  <a:pt x="2145974" y="1458079"/>
                </a:lnTo>
                <a:lnTo>
                  <a:pt x="2145974" y="747917"/>
                </a:lnTo>
                <a:lnTo>
                  <a:pt x="0" y="747917"/>
                </a:lnTo>
                <a:lnTo>
                  <a:pt x="0" y="710178"/>
                </a:lnTo>
                <a:lnTo>
                  <a:pt x="2145974" y="71017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6532" dirty="0">
              <a:latin typeface="Montserrat" panose="000005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C083E9-6B66-47AD-AF0F-FF590008DE1E}"/>
              </a:ext>
            </a:extLst>
          </p:cNvPr>
          <p:cNvSpPr txBox="1"/>
          <p:nvPr/>
        </p:nvSpPr>
        <p:spPr>
          <a:xfrm>
            <a:off x="1414778" y="750700"/>
            <a:ext cx="15536791" cy="116955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7000" b="1" spc="-29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CHALLENGES SLIDE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07E148-A327-4ECB-AB08-47BE69A71306}"/>
              </a:ext>
            </a:extLst>
          </p:cNvPr>
          <p:cNvSpPr txBox="1"/>
          <p:nvPr/>
        </p:nvSpPr>
        <p:spPr>
          <a:xfrm>
            <a:off x="1414780" y="1886522"/>
            <a:ext cx="1553679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spc="-120" dirty="0">
                <a:latin typeface="Montserrat" pitchFamily="2" charset="77"/>
                <a:cs typeface="Poppins" pitchFamily="2" charset="77"/>
              </a:rPr>
              <a:t>Make a big impact with our professional slides and charts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7691E6-111D-4CA9-ABB1-121D0455AB31}"/>
              </a:ext>
            </a:extLst>
          </p:cNvPr>
          <p:cNvSpPr txBox="1"/>
          <p:nvPr/>
        </p:nvSpPr>
        <p:spPr>
          <a:xfrm>
            <a:off x="2418118" y="3818808"/>
            <a:ext cx="7194847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 01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2B2E14-982F-458E-B36C-0B395272E36B}"/>
              </a:ext>
            </a:extLst>
          </p:cNvPr>
          <p:cNvSpPr txBox="1"/>
          <p:nvPr/>
        </p:nvSpPr>
        <p:spPr>
          <a:xfrm>
            <a:off x="2418119" y="4500150"/>
            <a:ext cx="7194849" cy="976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ECD994-53D8-4BD0-8719-0B05C9D7BB49}"/>
              </a:ext>
            </a:extLst>
          </p:cNvPr>
          <p:cNvSpPr txBox="1"/>
          <p:nvPr/>
        </p:nvSpPr>
        <p:spPr>
          <a:xfrm>
            <a:off x="2418121" y="7053094"/>
            <a:ext cx="7194847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CHALLENGE 02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38E7F83-2FA9-4CF0-A9DF-B1902F1EF378}"/>
              </a:ext>
            </a:extLst>
          </p:cNvPr>
          <p:cNvSpPr txBox="1"/>
          <p:nvPr/>
        </p:nvSpPr>
        <p:spPr>
          <a:xfrm>
            <a:off x="2418122" y="7734436"/>
            <a:ext cx="7194849" cy="976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40E105-E064-4143-BA56-EE6B44B0D000}"/>
              </a:ext>
            </a:extLst>
          </p:cNvPr>
          <p:cNvSpPr txBox="1"/>
          <p:nvPr/>
        </p:nvSpPr>
        <p:spPr>
          <a:xfrm>
            <a:off x="2418115" y="10287966"/>
            <a:ext cx="7194847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NI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OPPORTUNITY</a:t>
            </a:r>
            <a:endParaRPr lang="en-US" sz="3200" b="1" spc="-30" dirty="0">
              <a:solidFill>
                <a:schemeClr val="tx2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B6A257-9032-4AD4-A568-D50A9187138D}"/>
              </a:ext>
            </a:extLst>
          </p:cNvPr>
          <p:cNvSpPr txBox="1"/>
          <p:nvPr/>
        </p:nvSpPr>
        <p:spPr>
          <a:xfrm>
            <a:off x="2418116" y="10969308"/>
            <a:ext cx="7194849" cy="976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19F409A-FB11-477B-A1DA-0B510783B71B}"/>
              </a:ext>
            </a:extLst>
          </p:cNvPr>
          <p:cNvSpPr txBox="1"/>
          <p:nvPr/>
        </p:nvSpPr>
        <p:spPr>
          <a:xfrm>
            <a:off x="18267680" y="4444223"/>
            <a:ext cx="1359154" cy="116955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NI" sz="7000" b="1" spc="-29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C</a:t>
            </a:r>
            <a:endParaRPr lang="en-US" sz="7000" b="1" spc="-290" dirty="0">
              <a:solidFill>
                <a:schemeClr val="bg1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E18F8F-EF81-42C2-9731-F3CFA8BBF823}"/>
              </a:ext>
            </a:extLst>
          </p:cNvPr>
          <p:cNvSpPr txBox="1"/>
          <p:nvPr/>
        </p:nvSpPr>
        <p:spPr>
          <a:xfrm>
            <a:off x="13624560" y="7807939"/>
            <a:ext cx="1359154" cy="116955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NI" sz="7000" b="1" spc="-29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B</a:t>
            </a:r>
            <a:endParaRPr lang="en-US" sz="7000" b="1" spc="-290" dirty="0">
              <a:solidFill>
                <a:schemeClr val="bg1"/>
              </a:solidFill>
              <a:latin typeface="Montserrat" pitchFamily="2" charset="77"/>
              <a:cs typeface="Poppins" pitchFamily="2" charset="7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0689CF4-C084-4FFC-9F08-6C944AB565A0}"/>
              </a:ext>
            </a:extLst>
          </p:cNvPr>
          <p:cNvSpPr txBox="1"/>
          <p:nvPr/>
        </p:nvSpPr>
        <p:spPr>
          <a:xfrm>
            <a:off x="11484864" y="10172141"/>
            <a:ext cx="1359154" cy="116955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NI" sz="7000" b="1" spc="-29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A</a:t>
            </a:r>
            <a:endParaRPr lang="en-US" sz="7000" b="1" spc="-290" dirty="0">
              <a:solidFill>
                <a:schemeClr val="bg1"/>
              </a:solidFill>
              <a:latin typeface="Montserrat" pitchFamily="2" charset="77"/>
              <a:cs typeface="Poppins" pitchFamily="2" charset="77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Theme">
  <a:themeElements>
    <a:clrScheme name="Challenges Slides S2">
      <a:dk1>
        <a:srgbClr val="747993"/>
      </a:dk1>
      <a:lt1>
        <a:srgbClr val="FFFFFF"/>
      </a:lt1>
      <a:dk2>
        <a:srgbClr val="111340"/>
      </a:dk2>
      <a:lt2>
        <a:srgbClr val="FFFFFF"/>
      </a:lt2>
      <a:accent1>
        <a:srgbClr val="4C9482"/>
      </a:accent1>
      <a:accent2>
        <a:srgbClr val="80C6B2"/>
      </a:accent2>
      <a:accent3>
        <a:srgbClr val="7499AA"/>
      </a:accent3>
      <a:accent4>
        <a:srgbClr val="276A8A"/>
      </a:accent4>
      <a:accent5>
        <a:srgbClr val="E77736"/>
      </a:accent5>
      <a:accent6>
        <a:srgbClr val="C4C8CE"/>
      </a:accent6>
      <a:hlink>
        <a:srgbClr val="335FFE"/>
      </a:hlink>
      <a:folHlink>
        <a:srgbClr val="CA64D4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rgbClr val="6FBFFF"/>
            </a:gs>
            <a:gs pos="98000">
              <a:srgbClr val="3C8BFF"/>
            </a:gs>
          </a:gsLst>
          <a:lin ang="5400000" scaled="1"/>
          <a:tileRect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82555</TotalTime>
  <Words>1715</Words>
  <Application>Microsoft Macintosh PowerPoint</Application>
  <PresentationFormat>Custom</PresentationFormat>
  <Paragraphs>281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Montserrat</vt:lpstr>
      <vt:lpstr>Default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Slides</dc:title>
  <dc:subject>Templates</dc:subject>
  <dc:creator>Isabella Moncada</dc:creator>
  <cp:keywords/>
  <dc:description/>
  <cp:lastModifiedBy>Johanna Jovel Hernández</cp:lastModifiedBy>
  <cp:revision>9694</cp:revision>
  <cp:lastPrinted>2019-09-18T23:04:43Z</cp:lastPrinted>
  <dcterms:created xsi:type="dcterms:W3CDTF">2014-11-12T21:47:38Z</dcterms:created>
  <dcterms:modified xsi:type="dcterms:W3CDTF">2022-01-07T17:33:27Z</dcterms:modified>
  <cp:category/>
</cp:coreProperties>
</file>