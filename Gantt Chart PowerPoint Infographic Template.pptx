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248" userDrawn="1">
          <p15:clr>
            <a:srgbClr val="A4A3A4"/>
          </p15:clr>
        </p15:guide>
        <p15:guide id="2" pos="432" userDrawn="1">
          <p15:clr>
            <a:srgbClr val="A4A3A4"/>
          </p15:clr>
        </p15:guide>
        <p15:guide id="3" orient="horz" pos="504" userDrawn="1">
          <p15:clr>
            <a:srgbClr val="A4A3A4"/>
          </p15:clr>
        </p15:guide>
        <p15:guide id="4" orient="horz" pos="38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FBFBFB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9" autoAdjust="0"/>
    <p:restoredTop sz="94660"/>
  </p:normalViewPr>
  <p:slideViewPr>
    <p:cSldViewPr snapToGrid="0">
      <p:cViewPr>
        <p:scale>
          <a:sx n="100" d="100"/>
          <a:sy n="100" d="100"/>
        </p:scale>
        <p:origin x="1134" y="336"/>
      </p:cViewPr>
      <p:guideLst>
        <p:guide pos="7248"/>
        <p:guide pos="432"/>
        <p:guide orient="horz" pos="504"/>
        <p:guide orient="horz" pos="38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34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62925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61D35-E696-4D9B-8D13-EE28B6850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D6BFCC-C301-4A90-98DE-04AF588D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BF4D1-5626-4609-85F1-92E6DD1A6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DCD6-E28E-43D4-B040-009EF2171146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FB5C7-5A4E-492F-BC94-596F6FE48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EC675-E1FF-4238-8A97-301BCC2CB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A6CB8-CE84-4941-8F66-A3A085B92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06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71126C4-5702-DA3B-81BA-90C863582C39}"/>
              </a:ext>
            </a:extLst>
          </p:cNvPr>
          <p:cNvSpPr txBox="1"/>
          <p:nvPr userDrawn="1"/>
        </p:nvSpPr>
        <p:spPr>
          <a:xfrm>
            <a:off x="5814192" y="6316697"/>
            <a:ext cx="5636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260E2A6B-A809-4840-BF14-8648BC0BDF87}" type="slidenum">
              <a:rPr lang="id-ID" sz="1600" smtClean="0">
                <a:solidFill>
                  <a:schemeClr val="accent1"/>
                </a:solidFill>
                <a:latin typeface="Montserrat SemiBold" pitchFamily="2" charset="0"/>
                <a:cs typeface="Sora Light" pitchFamily="2" charset="0"/>
              </a:rPr>
              <a:pPr algn="ctr"/>
              <a:t>‹#›</a:t>
            </a:fld>
            <a:endParaRPr lang="en-ID" sz="1600" dirty="0">
              <a:solidFill>
                <a:schemeClr val="accent1"/>
              </a:solidFill>
              <a:latin typeface="Montserrat SemiBold" pitchFamily="2" charset="0"/>
              <a:cs typeface="Sora Light" pitchFamily="2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61CBECB-CB53-3F12-8599-0F8DA7C2BB27}"/>
              </a:ext>
            </a:extLst>
          </p:cNvPr>
          <p:cNvSpPr/>
          <p:nvPr userDrawn="1"/>
        </p:nvSpPr>
        <p:spPr>
          <a:xfrm>
            <a:off x="5762032" y="6445376"/>
            <a:ext cx="81196" cy="811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22C813C-8144-9FB6-5CB7-EDB7D0FD8C94}"/>
              </a:ext>
            </a:extLst>
          </p:cNvPr>
          <p:cNvSpPr/>
          <p:nvPr userDrawn="1"/>
        </p:nvSpPr>
        <p:spPr>
          <a:xfrm>
            <a:off x="6348772" y="6445376"/>
            <a:ext cx="81196" cy="811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70364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78448266-FBFE-493C-8155-9D3435EAAE51}"/>
              </a:ext>
            </a:extLst>
          </p:cNvPr>
          <p:cNvSpPr/>
          <p:nvPr/>
        </p:nvSpPr>
        <p:spPr>
          <a:xfrm>
            <a:off x="3386948" y="1897628"/>
            <a:ext cx="2088183" cy="48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BFB5CB9-5502-49A4-8E50-B8FDD38F6DAF}"/>
              </a:ext>
            </a:extLst>
          </p:cNvPr>
          <p:cNvSpPr/>
          <p:nvPr/>
        </p:nvSpPr>
        <p:spPr>
          <a:xfrm>
            <a:off x="5474949" y="1897628"/>
            <a:ext cx="2088183" cy="485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A243720-F9BF-4079-8704-34C5A841ECAE}"/>
              </a:ext>
            </a:extLst>
          </p:cNvPr>
          <p:cNvSpPr/>
          <p:nvPr/>
        </p:nvSpPr>
        <p:spPr>
          <a:xfrm>
            <a:off x="7562950" y="1897628"/>
            <a:ext cx="2088183" cy="4855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A1F3042-5198-4D3E-9EC8-CB374334413D}"/>
              </a:ext>
            </a:extLst>
          </p:cNvPr>
          <p:cNvSpPr/>
          <p:nvPr/>
        </p:nvSpPr>
        <p:spPr>
          <a:xfrm>
            <a:off x="9650950" y="1897628"/>
            <a:ext cx="2088183" cy="485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720A04D-1524-4358-A458-18975DCE524C}"/>
              </a:ext>
            </a:extLst>
          </p:cNvPr>
          <p:cNvSpPr/>
          <p:nvPr/>
        </p:nvSpPr>
        <p:spPr>
          <a:xfrm>
            <a:off x="484358" y="2378307"/>
            <a:ext cx="2789639" cy="4885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62C84A3-403F-4975-803B-CB19C771C9BB}"/>
              </a:ext>
            </a:extLst>
          </p:cNvPr>
          <p:cNvSpPr/>
          <p:nvPr/>
        </p:nvSpPr>
        <p:spPr>
          <a:xfrm>
            <a:off x="3386948" y="2378307"/>
            <a:ext cx="8352185" cy="4885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509EF73-964D-4F59-96BC-684CB17CEB9F}"/>
              </a:ext>
            </a:extLst>
          </p:cNvPr>
          <p:cNvSpPr/>
          <p:nvPr/>
        </p:nvSpPr>
        <p:spPr>
          <a:xfrm>
            <a:off x="484358" y="3345782"/>
            <a:ext cx="2789639" cy="4885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A48F892-F322-45BA-B855-B9B308C2588A}"/>
              </a:ext>
            </a:extLst>
          </p:cNvPr>
          <p:cNvSpPr/>
          <p:nvPr/>
        </p:nvSpPr>
        <p:spPr>
          <a:xfrm>
            <a:off x="3386948" y="3345782"/>
            <a:ext cx="8352185" cy="4885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68FF6A4-1781-4ECB-9503-2F757720F56B}"/>
              </a:ext>
            </a:extLst>
          </p:cNvPr>
          <p:cNvSpPr/>
          <p:nvPr/>
        </p:nvSpPr>
        <p:spPr>
          <a:xfrm>
            <a:off x="484358" y="4313258"/>
            <a:ext cx="2789639" cy="4885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39EA558-3F3A-4EA5-AF8C-8622A10D3893}"/>
              </a:ext>
            </a:extLst>
          </p:cNvPr>
          <p:cNvSpPr/>
          <p:nvPr/>
        </p:nvSpPr>
        <p:spPr>
          <a:xfrm>
            <a:off x="3386948" y="4313258"/>
            <a:ext cx="8352185" cy="4885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767FE15-60A6-461B-B86B-292E4F06E5C2}"/>
              </a:ext>
            </a:extLst>
          </p:cNvPr>
          <p:cNvSpPr/>
          <p:nvPr/>
        </p:nvSpPr>
        <p:spPr>
          <a:xfrm>
            <a:off x="484358" y="5280734"/>
            <a:ext cx="2789639" cy="4885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A28A991-2A07-48E5-9C04-115366E9A402}"/>
              </a:ext>
            </a:extLst>
          </p:cNvPr>
          <p:cNvSpPr/>
          <p:nvPr/>
        </p:nvSpPr>
        <p:spPr>
          <a:xfrm>
            <a:off x="3386948" y="5280734"/>
            <a:ext cx="8352185" cy="4885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A5C8CE1-E7E6-48AD-BC51-35BD5D1493FD}"/>
              </a:ext>
            </a:extLst>
          </p:cNvPr>
          <p:cNvSpPr txBox="1"/>
          <p:nvPr/>
        </p:nvSpPr>
        <p:spPr>
          <a:xfrm>
            <a:off x="3801422" y="1987086"/>
            <a:ext cx="13035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9194"/>
            <a:r>
              <a:rPr lang="en-US" sz="1600" b="1" dirty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Week One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AC825D8-566B-4108-8AAA-BCBC903E7879}"/>
              </a:ext>
            </a:extLst>
          </p:cNvPr>
          <p:cNvSpPr txBox="1"/>
          <p:nvPr/>
        </p:nvSpPr>
        <p:spPr>
          <a:xfrm>
            <a:off x="5845577" y="1987086"/>
            <a:ext cx="13067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9194"/>
            <a:r>
              <a:rPr lang="en-US" sz="1600" b="1" dirty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Week Two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72C005F-0579-4C85-BBE0-884DBFDDC731}"/>
              </a:ext>
            </a:extLst>
          </p:cNvPr>
          <p:cNvSpPr txBox="1"/>
          <p:nvPr/>
        </p:nvSpPr>
        <p:spPr>
          <a:xfrm>
            <a:off x="7877067" y="1987086"/>
            <a:ext cx="14686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9194"/>
            <a:r>
              <a:rPr lang="en-US" sz="1600" b="1" dirty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Week Three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F06505D-8CC5-494E-9CFA-3712B33FAC16}"/>
              </a:ext>
            </a:extLst>
          </p:cNvPr>
          <p:cNvSpPr txBox="1"/>
          <p:nvPr/>
        </p:nvSpPr>
        <p:spPr>
          <a:xfrm>
            <a:off x="9994671" y="1987086"/>
            <a:ext cx="13516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9194"/>
            <a:r>
              <a:rPr lang="en-US" sz="1600" b="1" dirty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Week Four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4CDE8B3-CE1E-4886-8FE1-67796689562F}"/>
              </a:ext>
            </a:extLst>
          </p:cNvPr>
          <p:cNvSpPr txBox="1"/>
          <p:nvPr/>
        </p:nvSpPr>
        <p:spPr>
          <a:xfrm>
            <a:off x="1245523" y="2500777"/>
            <a:ext cx="13227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9194"/>
            <a:r>
              <a:rPr lang="en-US" sz="1400" dirty="0">
                <a:solidFill>
                  <a:srgbClr val="000000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Project Task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0B81DA9-B6E7-4392-8813-E67815A7DF04}"/>
              </a:ext>
            </a:extLst>
          </p:cNvPr>
          <p:cNvSpPr txBox="1"/>
          <p:nvPr/>
        </p:nvSpPr>
        <p:spPr>
          <a:xfrm>
            <a:off x="1245518" y="3476085"/>
            <a:ext cx="13227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9194"/>
            <a:r>
              <a:rPr lang="en-US" sz="1400" dirty="0">
                <a:solidFill>
                  <a:srgbClr val="000000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Project Task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AD2DAAE-ED31-4CD0-A4BC-65699018C1AC}"/>
              </a:ext>
            </a:extLst>
          </p:cNvPr>
          <p:cNvSpPr txBox="1"/>
          <p:nvPr/>
        </p:nvSpPr>
        <p:spPr>
          <a:xfrm>
            <a:off x="1245518" y="4423884"/>
            <a:ext cx="13227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9194"/>
            <a:r>
              <a:rPr lang="en-US" sz="1400" dirty="0">
                <a:solidFill>
                  <a:srgbClr val="000000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Project Task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943DAF3-0DAA-4F3F-9227-79D561388EBE}"/>
              </a:ext>
            </a:extLst>
          </p:cNvPr>
          <p:cNvSpPr txBox="1"/>
          <p:nvPr/>
        </p:nvSpPr>
        <p:spPr>
          <a:xfrm>
            <a:off x="1245518" y="5399193"/>
            <a:ext cx="13227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9194"/>
            <a:r>
              <a:rPr lang="en-US" sz="1400" dirty="0">
                <a:solidFill>
                  <a:srgbClr val="000000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Project Task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8211842C-1DB8-4878-9609-FBCD6947EB3E}"/>
              </a:ext>
            </a:extLst>
          </p:cNvPr>
          <p:cNvSpPr/>
          <p:nvPr/>
        </p:nvSpPr>
        <p:spPr>
          <a:xfrm>
            <a:off x="4309246" y="2473799"/>
            <a:ext cx="287912" cy="28791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A8DEC570-DAC8-41E9-B33F-CCB41E72A401}"/>
              </a:ext>
            </a:extLst>
          </p:cNvPr>
          <p:cNvSpPr/>
          <p:nvPr/>
        </p:nvSpPr>
        <p:spPr>
          <a:xfrm>
            <a:off x="4309245" y="3442888"/>
            <a:ext cx="287912" cy="28791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28A2D8C-CA30-4445-B579-C946EFC015B3}"/>
              </a:ext>
            </a:extLst>
          </p:cNvPr>
          <p:cNvSpPr/>
          <p:nvPr/>
        </p:nvSpPr>
        <p:spPr>
          <a:xfrm>
            <a:off x="4309244" y="4411978"/>
            <a:ext cx="287912" cy="28791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53E34EDE-CBD5-46E5-8A1C-5A877EB7D5D5}"/>
              </a:ext>
            </a:extLst>
          </p:cNvPr>
          <p:cNvSpPr/>
          <p:nvPr/>
        </p:nvSpPr>
        <p:spPr>
          <a:xfrm>
            <a:off x="4309243" y="5381067"/>
            <a:ext cx="287912" cy="28791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3B7515E-0A41-4647-975A-DBCEF3159E2E}"/>
              </a:ext>
            </a:extLst>
          </p:cNvPr>
          <p:cNvSpPr txBox="1"/>
          <p:nvPr/>
        </p:nvSpPr>
        <p:spPr>
          <a:xfrm>
            <a:off x="1245518" y="2995072"/>
            <a:ext cx="13227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9194"/>
            <a:r>
              <a:rPr lang="en-US" sz="1400" dirty="0">
                <a:solidFill>
                  <a:srgbClr val="000000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Project Task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A978B49-92D5-4487-9286-88486063FED3}"/>
              </a:ext>
            </a:extLst>
          </p:cNvPr>
          <p:cNvSpPr txBox="1"/>
          <p:nvPr/>
        </p:nvSpPr>
        <p:spPr>
          <a:xfrm>
            <a:off x="1245518" y="3956211"/>
            <a:ext cx="13227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9194"/>
            <a:r>
              <a:rPr lang="en-US" sz="1400" dirty="0">
                <a:solidFill>
                  <a:srgbClr val="000000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Project Task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4A59226-4DCC-4D4E-8384-F0FAEF470B2B}"/>
              </a:ext>
            </a:extLst>
          </p:cNvPr>
          <p:cNvSpPr txBox="1"/>
          <p:nvPr/>
        </p:nvSpPr>
        <p:spPr>
          <a:xfrm>
            <a:off x="1245518" y="4918180"/>
            <a:ext cx="13227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9194"/>
            <a:r>
              <a:rPr lang="en-US" sz="1400" dirty="0">
                <a:solidFill>
                  <a:srgbClr val="000000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Project Task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A5840C07-CC8A-4910-A6D6-3F2BE15A2D69}"/>
              </a:ext>
            </a:extLst>
          </p:cNvPr>
          <p:cNvSpPr/>
          <p:nvPr/>
        </p:nvSpPr>
        <p:spPr>
          <a:xfrm>
            <a:off x="4309245" y="2958344"/>
            <a:ext cx="287912" cy="287912"/>
          </a:xfrm>
          <a:prstGeom prst="ellipse">
            <a:avLst/>
          </a:prstGeom>
          <a:solidFill>
            <a:schemeClr val="bg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A5E8AC6C-AF7F-4D78-B671-B203BAC5F7B0}"/>
              </a:ext>
            </a:extLst>
          </p:cNvPr>
          <p:cNvSpPr/>
          <p:nvPr/>
        </p:nvSpPr>
        <p:spPr>
          <a:xfrm>
            <a:off x="4309244" y="4902172"/>
            <a:ext cx="287912" cy="28791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2CCFF6B-7156-42BF-8F76-7FB7B9AF25F4}"/>
              </a:ext>
            </a:extLst>
          </p:cNvPr>
          <p:cNvSpPr/>
          <p:nvPr/>
        </p:nvSpPr>
        <p:spPr>
          <a:xfrm>
            <a:off x="4309243" y="4896523"/>
            <a:ext cx="287912" cy="28791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776CD926-6595-4839-B173-EA03227B2C88}"/>
              </a:ext>
            </a:extLst>
          </p:cNvPr>
          <p:cNvSpPr/>
          <p:nvPr/>
        </p:nvSpPr>
        <p:spPr>
          <a:xfrm>
            <a:off x="6357016" y="2473799"/>
            <a:ext cx="287912" cy="28791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AAA03983-5D66-473A-B576-B1FCF0B59F9C}"/>
              </a:ext>
            </a:extLst>
          </p:cNvPr>
          <p:cNvSpPr/>
          <p:nvPr/>
        </p:nvSpPr>
        <p:spPr>
          <a:xfrm>
            <a:off x="6357015" y="3442888"/>
            <a:ext cx="287912" cy="2879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BBB59C1A-DCDA-427B-B554-0D163668B6D2}"/>
              </a:ext>
            </a:extLst>
          </p:cNvPr>
          <p:cNvSpPr/>
          <p:nvPr/>
        </p:nvSpPr>
        <p:spPr>
          <a:xfrm>
            <a:off x="6357013" y="4411978"/>
            <a:ext cx="287912" cy="28791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5724F0B-B7E1-4D60-B0E4-49F44F0C062A}"/>
              </a:ext>
            </a:extLst>
          </p:cNvPr>
          <p:cNvSpPr/>
          <p:nvPr/>
        </p:nvSpPr>
        <p:spPr>
          <a:xfrm>
            <a:off x="6357015" y="2958344"/>
            <a:ext cx="287912" cy="287912"/>
          </a:xfrm>
          <a:prstGeom prst="ellipse">
            <a:avLst/>
          </a:prstGeom>
          <a:solidFill>
            <a:schemeClr val="bg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0DBBC2B8-D39E-4683-A364-B683C3D9AD1F}"/>
              </a:ext>
            </a:extLst>
          </p:cNvPr>
          <p:cNvSpPr/>
          <p:nvPr/>
        </p:nvSpPr>
        <p:spPr>
          <a:xfrm>
            <a:off x="6357013" y="3927434"/>
            <a:ext cx="287912" cy="287912"/>
          </a:xfrm>
          <a:prstGeom prst="ellipse">
            <a:avLst/>
          </a:prstGeom>
          <a:solidFill>
            <a:schemeClr val="bg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99B5A69-9918-4377-9F70-927EC71C9335}"/>
              </a:ext>
            </a:extLst>
          </p:cNvPr>
          <p:cNvSpPr/>
          <p:nvPr/>
        </p:nvSpPr>
        <p:spPr>
          <a:xfrm>
            <a:off x="6357012" y="3934785"/>
            <a:ext cx="287912" cy="2879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ADB0F31B-64A2-4F45-AAD0-7E172960B8E9}"/>
              </a:ext>
            </a:extLst>
          </p:cNvPr>
          <p:cNvSpPr/>
          <p:nvPr/>
        </p:nvSpPr>
        <p:spPr>
          <a:xfrm>
            <a:off x="8460885" y="2476261"/>
            <a:ext cx="287912" cy="28791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156CE1DF-F91E-44F2-BB87-A6C91E620738}"/>
              </a:ext>
            </a:extLst>
          </p:cNvPr>
          <p:cNvSpPr/>
          <p:nvPr/>
        </p:nvSpPr>
        <p:spPr>
          <a:xfrm>
            <a:off x="8460884" y="3445351"/>
            <a:ext cx="287912" cy="28791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945CE84B-BBA6-4022-B880-833D7692C8B3}"/>
              </a:ext>
            </a:extLst>
          </p:cNvPr>
          <p:cNvSpPr/>
          <p:nvPr/>
        </p:nvSpPr>
        <p:spPr>
          <a:xfrm>
            <a:off x="8460883" y="4414442"/>
            <a:ext cx="287912" cy="2879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5F6E3D9B-6A92-4497-978F-E4053A42F16C}"/>
              </a:ext>
            </a:extLst>
          </p:cNvPr>
          <p:cNvSpPr/>
          <p:nvPr/>
        </p:nvSpPr>
        <p:spPr>
          <a:xfrm>
            <a:off x="8460883" y="3929897"/>
            <a:ext cx="287912" cy="287912"/>
          </a:xfrm>
          <a:prstGeom prst="ellipse">
            <a:avLst/>
          </a:prstGeom>
          <a:solidFill>
            <a:schemeClr val="bg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56F4CF1B-24E4-43BA-8143-D0C1471E19FB}"/>
              </a:ext>
            </a:extLst>
          </p:cNvPr>
          <p:cNvSpPr/>
          <p:nvPr/>
        </p:nvSpPr>
        <p:spPr>
          <a:xfrm>
            <a:off x="8460882" y="4898987"/>
            <a:ext cx="287912" cy="287912"/>
          </a:xfrm>
          <a:prstGeom prst="ellipse">
            <a:avLst/>
          </a:prstGeom>
          <a:solidFill>
            <a:schemeClr val="bg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E02463A7-4879-48B0-816A-BE3F323F5D44}"/>
              </a:ext>
            </a:extLst>
          </p:cNvPr>
          <p:cNvSpPr/>
          <p:nvPr/>
        </p:nvSpPr>
        <p:spPr>
          <a:xfrm>
            <a:off x="10548665" y="2473544"/>
            <a:ext cx="287912" cy="28791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9B674CD3-D9B5-4DE5-96E6-B014B2C0B504}"/>
              </a:ext>
            </a:extLst>
          </p:cNvPr>
          <p:cNvSpPr/>
          <p:nvPr/>
        </p:nvSpPr>
        <p:spPr>
          <a:xfrm>
            <a:off x="10548663" y="4411724"/>
            <a:ext cx="287912" cy="28791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FE7B3B64-BCA6-40D9-830B-882622C6E042}"/>
              </a:ext>
            </a:extLst>
          </p:cNvPr>
          <p:cNvSpPr/>
          <p:nvPr/>
        </p:nvSpPr>
        <p:spPr>
          <a:xfrm>
            <a:off x="10548662" y="5380814"/>
            <a:ext cx="287912" cy="28791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018DDBF0-A63D-4482-A831-FACD63EA4355}"/>
              </a:ext>
            </a:extLst>
          </p:cNvPr>
          <p:cNvSpPr/>
          <p:nvPr/>
        </p:nvSpPr>
        <p:spPr>
          <a:xfrm>
            <a:off x="10255246" y="2958091"/>
            <a:ext cx="287912" cy="287912"/>
          </a:xfrm>
          <a:prstGeom prst="ellipse">
            <a:avLst/>
          </a:prstGeom>
          <a:solidFill>
            <a:schemeClr val="bg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F6F6C60-5785-4257-8B34-7667E96D5967}"/>
              </a:ext>
            </a:extLst>
          </p:cNvPr>
          <p:cNvSpPr txBox="1"/>
          <p:nvPr/>
        </p:nvSpPr>
        <p:spPr>
          <a:xfrm>
            <a:off x="2973049" y="710787"/>
            <a:ext cx="6245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+mj-lt"/>
                <a:cs typeface="Sora SemiBold" pitchFamily="2" charset="0"/>
              </a:rPr>
              <a:t>Gant Chart</a:t>
            </a:r>
            <a:r>
              <a:rPr lang="en-US" sz="4000" b="1" dirty="0">
                <a:solidFill>
                  <a:schemeClr val="accent2"/>
                </a:solidFill>
                <a:latin typeface="+mj-lt"/>
                <a:cs typeface="Sora SemiBold" pitchFamily="2" charset="0"/>
              </a:rPr>
              <a:t>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SemiBold" pitchFamily="2" charset="0"/>
              </a:rPr>
              <a:t>Infographic</a:t>
            </a:r>
          </a:p>
        </p:txBody>
      </p:sp>
      <p:sp>
        <p:nvSpPr>
          <p:cNvPr id="104" name="Freeform 26">
            <a:extLst>
              <a:ext uri="{FF2B5EF4-FFF2-40B4-BE49-F238E27FC236}">
                <a16:creationId xmlns:a16="http://schemas.microsoft.com/office/drawing/2014/main" id="{919B47CC-22DC-47F2-92D0-EE0FF12FE3E8}"/>
              </a:ext>
            </a:extLst>
          </p:cNvPr>
          <p:cNvSpPr>
            <a:spLocks/>
          </p:cNvSpPr>
          <p:nvPr/>
        </p:nvSpPr>
        <p:spPr bwMode="auto">
          <a:xfrm>
            <a:off x="4398692" y="2560971"/>
            <a:ext cx="109014" cy="113058"/>
          </a:xfrm>
          <a:custGeom>
            <a:avLst/>
            <a:gdLst>
              <a:gd name="T0" fmla="*/ 103 w 274"/>
              <a:gd name="T1" fmla="*/ 284 h 284"/>
              <a:gd name="T2" fmla="*/ 80 w 274"/>
              <a:gd name="T3" fmla="*/ 273 h 284"/>
              <a:gd name="T4" fmla="*/ 9 w 274"/>
              <a:gd name="T5" fmla="*/ 178 h 284"/>
              <a:gd name="T6" fmla="*/ 14 w 274"/>
              <a:gd name="T7" fmla="*/ 139 h 284"/>
              <a:gd name="T8" fmla="*/ 53 w 274"/>
              <a:gd name="T9" fmla="*/ 145 h 284"/>
              <a:gd name="T10" fmla="*/ 100 w 274"/>
              <a:gd name="T11" fmla="*/ 207 h 284"/>
              <a:gd name="T12" fmla="*/ 219 w 274"/>
              <a:gd name="T13" fmla="*/ 17 h 284"/>
              <a:gd name="T14" fmla="*/ 257 w 274"/>
              <a:gd name="T15" fmla="*/ 8 h 284"/>
              <a:gd name="T16" fmla="*/ 266 w 274"/>
              <a:gd name="T17" fmla="*/ 47 h 284"/>
              <a:gd name="T18" fmla="*/ 126 w 274"/>
              <a:gd name="T19" fmla="*/ 271 h 284"/>
              <a:gd name="T20" fmla="*/ 104 w 274"/>
              <a:gd name="T21" fmla="*/ 284 h 284"/>
              <a:gd name="T22" fmla="*/ 103 w 274"/>
              <a:gd name="T23" fmla="*/ 284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74" h="284">
                <a:moveTo>
                  <a:pt x="103" y="284"/>
                </a:moveTo>
                <a:cubicBezTo>
                  <a:pt x="94" y="284"/>
                  <a:pt x="86" y="280"/>
                  <a:pt x="80" y="273"/>
                </a:cubicBezTo>
                <a:cubicBezTo>
                  <a:pt x="9" y="178"/>
                  <a:pt x="9" y="178"/>
                  <a:pt x="9" y="178"/>
                </a:cubicBezTo>
                <a:cubicBezTo>
                  <a:pt x="0" y="166"/>
                  <a:pt x="2" y="149"/>
                  <a:pt x="14" y="139"/>
                </a:cubicBezTo>
                <a:cubicBezTo>
                  <a:pt x="27" y="130"/>
                  <a:pt x="44" y="133"/>
                  <a:pt x="53" y="145"/>
                </a:cubicBezTo>
                <a:cubicBezTo>
                  <a:pt x="100" y="207"/>
                  <a:pt x="100" y="207"/>
                  <a:pt x="100" y="20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27" y="4"/>
                  <a:pt x="244" y="0"/>
                  <a:pt x="257" y="8"/>
                </a:cubicBezTo>
                <a:cubicBezTo>
                  <a:pt x="270" y="16"/>
                  <a:pt x="274" y="33"/>
                  <a:pt x="266" y="47"/>
                </a:cubicBezTo>
                <a:cubicBezTo>
                  <a:pt x="126" y="271"/>
                  <a:pt x="126" y="271"/>
                  <a:pt x="126" y="271"/>
                </a:cubicBezTo>
                <a:cubicBezTo>
                  <a:pt x="121" y="279"/>
                  <a:pt x="113" y="283"/>
                  <a:pt x="104" y="284"/>
                </a:cubicBezTo>
                <a:cubicBezTo>
                  <a:pt x="104" y="284"/>
                  <a:pt x="103" y="284"/>
                  <a:pt x="103" y="2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05" name="Freeform 26">
            <a:extLst>
              <a:ext uri="{FF2B5EF4-FFF2-40B4-BE49-F238E27FC236}">
                <a16:creationId xmlns:a16="http://schemas.microsoft.com/office/drawing/2014/main" id="{55A805FB-A2C6-436C-9BDE-9FDD3CC77952}"/>
              </a:ext>
            </a:extLst>
          </p:cNvPr>
          <p:cNvSpPr>
            <a:spLocks/>
          </p:cNvSpPr>
          <p:nvPr/>
        </p:nvSpPr>
        <p:spPr bwMode="auto">
          <a:xfrm>
            <a:off x="4398692" y="4984757"/>
            <a:ext cx="109014" cy="113058"/>
          </a:xfrm>
          <a:custGeom>
            <a:avLst/>
            <a:gdLst>
              <a:gd name="T0" fmla="*/ 103 w 274"/>
              <a:gd name="T1" fmla="*/ 284 h 284"/>
              <a:gd name="T2" fmla="*/ 80 w 274"/>
              <a:gd name="T3" fmla="*/ 273 h 284"/>
              <a:gd name="T4" fmla="*/ 9 w 274"/>
              <a:gd name="T5" fmla="*/ 178 h 284"/>
              <a:gd name="T6" fmla="*/ 14 w 274"/>
              <a:gd name="T7" fmla="*/ 139 h 284"/>
              <a:gd name="T8" fmla="*/ 53 w 274"/>
              <a:gd name="T9" fmla="*/ 145 h 284"/>
              <a:gd name="T10" fmla="*/ 100 w 274"/>
              <a:gd name="T11" fmla="*/ 207 h 284"/>
              <a:gd name="T12" fmla="*/ 219 w 274"/>
              <a:gd name="T13" fmla="*/ 17 h 284"/>
              <a:gd name="T14" fmla="*/ 257 w 274"/>
              <a:gd name="T15" fmla="*/ 8 h 284"/>
              <a:gd name="T16" fmla="*/ 266 w 274"/>
              <a:gd name="T17" fmla="*/ 47 h 284"/>
              <a:gd name="T18" fmla="*/ 126 w 274"/>
              <a:gd name="T19" fmla="*/ 271 h 284"/>
              <a:gd name="T20" fmla="*/ 104 w 274"/>
              <a:gd name="T21" fmla="*/ 284 h 284"/>
              <a:gd name="T22" fmla="*/ 103 w 274"/>
              <a:gd name="T23" fmla="*/ 284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74" h="284">
                <a:moveTo>
                  <a:pt x="103" y="284"/>
                </a:moveTo>
                <a:cubicBezTo>
                  <a:pt x="94" y="284"/>
                  <a:pt x="86" y="280"/>
                  <a:pt x="80" y="273"/>
                </a:cubicBezTo>
                <a:cubicBezTo>
                  <a:pt x="9" y="178"/>
                  <a:pt x="9" y="178"/>
                  <a:pt x="9" y="178"/>
                </a:cubicBezTo>
                <a:cubicBezTo>
                  <a:pt x="0" y="166"/>
                  <a:pt x="2" y="149"/>
                  <a:pt x="14" y="139"/>
                </a:cubicBezTo>
                <a:cubicBezTo>
                  <a:pt x="27" y="130"/>
                  <a:pt x="44" y="133"/>
                  <a:pt x="53" y="145"/>
                </a:cubicBezTo>
                <a:cubicBezTo>
                  <a:pt x="100" y="207"/>
                  <a:pt x="100" y="207"/>
                  <a:pt x="100" y="20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27" y="4"/>
                  <a:pt x="244" y="0"/>
                  <a:pt x="257" y="8"/>
                </a:cubicBezTo>
                <a:cubicBezTo>
                  <a:pt x="270" y="16"/>
                  <a:pt x="274" y="33"/>
                  <a:pt x="266" y="47"/>
                </a:cubicBezTo>
                <a:cubicBezTo>
                  <a:pt x="126" y="271"/>
                  <a:pt x="126" y="271"/>
                  <a:pt x="126" y="271"/>
                </a:cubicBezTo>
                <a:cubicBezTo>
                  <a:pt x="121" y="279"/>
                  <a:pt x="113" y="283"/>
                  <a:pt x="104" y="284"/>
                </a:cubicBezTo>
                <a:cubicBezTo>
                  <a:pt x="104" y="284"/>
                  <a:pt x="103" y="284"/>
                  <a:pt x="103" y="2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08" name="Freeform 26">
            <a:extLst>
              <a:ext uri="{FF2B5EF4-FFF2-40B4-BE49-F238E27FC236}">
                <a16:creationId xmlns:a16="http://schemas.microsoft.com/office/drawing/2014/main" id="{EC31DA76-12AE-4E05-83F0-59654E297891}"/>
              </a:ext>
            </a:extLst>
          </p:cNvPr>
          <p:cNvSpPr>
            <a:spLocks/>
          </p:cNvSpPr>
          <p:nvPr/>
        </p:nvSpPr>
        <p:spPr bwMode="auto">
          <a:xfrm>
            <a:off x="6446380" y="3530315"/>
            <a:ext cx="109014" cy="113058"/>
          </a:xfrm>
          <a:custGeom>
            <a:avLst/>
            <a:gdLst>
              <a:gd name="T0" fmla="*/ 103 w 274"/>
              <a:gd name="T1" fmla="*/ 284 h 284"/>
              <a:gd name="T2" fmla="*/ 80 w 274"/>
              <a:gd name="T3" fmla="*/ 273 h 284"/>
              <a:gd name="T4" fmla="*/ 9 w 274"/>
              <a:gd name="T5" fmla="*/ 178 h 284"/>
              <a:gd name="T6" fmla="*/ 14 w 274"/>
              <a:gd name="T7" fmla="*/ 139 h 284"/>
              <a:gd name="T8" fmla="*/ 53 w 274"/>
              <a:gd name="T9" fmla="*/ 145 h 284"/>
              <a:gd name="T10" fmla="*/ 100 w 274"/>
              <a:gd name="T11" fmla="*/ 207 h 284"/>
              <a:gd name="T12" fmla="*/ 219 w 274"/>
              <a:gd name="T13" fmla="*/ 17 h 284"/>
              <a:gd name="T14" fmla="*/ 257 w 274"/>
              <a:gd name="T15" fmla="*/ 8 h 284"/>
              <a:gd name="T16" fmla="*/ 266 w 274"/>
              <a:gd name="T17" fmla="*/ 47 h 284"/>
              <a:gd name="T18" fmla="*/ 126 w 274"/>
              <a:gd name="T19" fmla="*/ 271 h 284"/>
              <a:gd name="T20" fmla="*/ 104 w 274"/>
              <a:gd name="T21" fmla="*/ 284 h 284"/>
              <a:gd name="T22" fmla="*/ 103 w 274"/>
              <a:gd name="T23" fmla="*/ 284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74" h="284">
                <a:moveTo>
                  <a:pt x="103" y="284"/>
                </a:moveTo>
                <a:cubicBezTo>
                  <a:pt x="94" y="284"/>
                  <a:pt x="86" y="280"/>
                  <a:pt x="80" y="273"/>
                </a:cubicBezTo>
                <a:cubicBezTo>
                  <a:pt x="9" y="178"/>
                  <a:pt x="9" y="178"/>
                  <a:pt x="9" y="178"/>
                </a:cubicBezTo>
                <a:cubicBezTo>
                  <a:pt x="0" y="166"/>
                  <a:pt x="2" y="149"/>
                  <a:pt x="14" y="139"/>
                </a:cubicBezTo>
                <a:cubicBezTo>
                  <a:pt x="27" y="130"/>
                  <a:pt x="44" y="133"/>
                  <a:pt x="53" y="145"/>
                </a:cubicBezTo>
                <a:cubicBezTo>
                  <a:pt x="100" y="207"/>
                  <a:pt x="100" y="207"/>
                  <a:pt x="100" y="20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27" y="4"/>
                  <a:pt x="244" y="0"/>
                  <a:pt x="257" y="8"/>
                </a:cubicBezTo>
                <a:cubicBezTo>
                  <a:pt x="270" y="16"/>
                  <a:pt x="274" y="33"/>
                  <a:pt x="266" y="47"/>
                </a:cubicBezTo>
                <a:cubicBezTo>
                  <a:pt x="126" y="271"/>
                  <a:pt x="126" y="271"/>
                  <a:pt x="126" y="271"/>
                </a:cubicBezTo>
                <a:cubicBezTo>
                  <a:pt x="121" y="279"/>
                  <a:pt x="113" y="283"/>
                  <a:pt x="104" y="284"/>
                </a:cubicBezTo>
                <a:cubicBezTo>
                  <a:pt x="104" y="284"/>
                  <a:pt x="103" y="284"/>
                  <a:pt x="103" y="2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1" name="Freeform 26">
            <a:extLst>
              <a:ext uri="{FF2B5EF4-FFF2-40B4-BE49-F238E27FC236}">
                <a16:creationId xmlns:a16="http://schemas.microsoft.com/office/drawing/2014/main" id="{807EC293-7A78-4812-A84B-8F18C6072ADE}"/>
              </a:ext>
            </a:extLst>
          </p:cNvPr>
          <p:cNvSpPr>
            <a:spLocks/>
          </p:cNvSpPr>
          <p:nvPr/>
        </p:nvSpPr>
        <p:spPr bwMode="auto">
          <a:xfrm>
            <a:off x="6446380" y="4020051"/>
            <a:ext cx="109014" cy="113058"/>
          </a:xfrm>
          <a:custGeom>
            <a:avLst/>
            <a:gdLst>
              <a:gd name="T0" fmla="*/ 103 w 274"/>
              <a:gd name="T1" fmla="*/ 284 h 284"/>
              <a:gd name="T2" fmla="*/ 80 w 274"/>
              <a:gd name="T3" fmla="*/ 273 h 284"/>
              <a:gd name="T4" fmla="*/ 9 w 274"/>
              <a:gd name="T5" fmla="*/ 178 h 284"/>
              <a:gd name="T6" fmla="*/ 14 w 274"/>
              <a:gd name="T7" fmla="*/ 139 h 284"/>
              <a:gd name="T8" fmla="*/ 53 w 274"/>
              <a:gd name="T9" fmla="*/ 145 h 284"/>
              <a:gd name="T10" fmla="*/ 100 w 274"/>
              <a:gd name="T11" fmla="*/ 207 h 284"/>
              <a:gd name="T12" fmla="*/ 219 w 274"/>
              <a:gd name="T13" fmla="*/ 17 h 284"/>
              <a:gd name="T14" fmla="*/ 257 w 274"/>
              <a:gd name="T15" fmla="*/ 8 h 284"/>
              <a:gd name="T16" fmla="*/ 266 w 274"/>
              <a:gd name="T17" fmla="*/ 47 h 284"/>
              <a:gd name="T18" fmla="*/ 126 w 274"/>
              <a:gd name="T19" fmla="*/ 271 h 284"/>
              <a:gd name="T20" fmla="*/ 104 w 274"/>
              <a:gd name="T21" fmla="*/ 284 h 284"/>
              <a:gd name="T22" fmla="*/ 103 w 274"/>
              <a:gd name="T23" fmla="*/ 284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74" h="284">
                <a:moveTo>
                  <a:pt x="103" y="284"/>
                </a:moveTo>
                <a:cubicBezTo>
                  <a:pt x="94" y="284"/>
                  <a:pt x="86" y="280"/>
                  <a:pt x="80" y="273"/>
                </a:cubicBezTo>
                <a:cubicBezTo>
                  <a:pt x="9" y="178"/>
                  <a:pt x="9" y="178"/>
                  <a:pt x="9" y="178"/>
                </a:cubicBezTo>
                <a:cubicBezTo>
                  <a:pt x="0" y="166"/>
                  <a:pt x="2" y="149"/>
                  <a:pt x="14" y="139"/>
                </a:cubicBezTo>
                <a:cubicBezTo>
                  <a:pt x="27" y="130"/>
                  <a:pt x="44" y="133"/>
                  <a:pt x="53" y="145"/>
                </a:cubicBezTo>
                <a:cubicBezTo>
                  <a:pt x="100" y="207"/>
                  <a:pt x="100" y="207"/>
                  <a:pt x="100" y="20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27" y="4"/>
                  <a:pt x="244" y="0"/>
                  <a:pt x="257" y="8"/>
                </a:cubicBezTo>
                <a:cubicBezTo>
                  <a:pt x="270" y="16"/>
                  <a:pt x="274" y="33"/>
                  <a:pt x="266" y="47"/>
                </a:cubicBezTo>
                <a:cubicBezTo>
                  <a:pt x="126" y="271"/>
                  <a:pt x="126" y="271"/>
                  <a:pt x="126" y="271"/>
                </a:cubicBezTo>
                <a:cubicBezTo>
                  <a:pt x="121" y="279"/>
                  <a:pt x="113" y="283"/>
                  <a:pt x="104" y="284"/>
                </a:cubicBezTo>
                <a:cubicBezTo>
                  <a:pt x="104" y="284"/>
                  <a:pt x="103" y="284"/>
                  <a:pt x="103" y="2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2" name="Freeform 26">
            <a:extLst>
              <a:ext uri="{FF2B5EF4-FFF2-40B4-BE49-F238E27FC236}">
                <a16:creationId xmlns:a16="http://schemas.microsoft.com/office/drawing/2014/main" id="{9407CB46-D864-445B-9647-B97E0E811158}"/>
              </a:ext>
            </a:extLst>
          </p:cNvPr>
          <p:cNvSpPr>
            <a:spLocks/>
          </p:cNvSpPr>
          <p:nvPr/>
        </p:nvSpPr>
        <p:spPr bwMode="auto">
          <a:xfrm>
            <a:off x="8556896" y="4499151"/>
            <a:ext cx="109014" cy="113058"/>
          </a:xfrm>
          <a:custGeom>
            <a:avLst/>
            <a:gdLst>
              <a:gd name="T0" fmla="*/ 103 w 274"/>
              <a:gd name="T1" fmla="*/ 284 h 284"/>
              <a:gd name="T2" fmla="*/ 80 w 274"/>
              <a:gd name="T3" fmla="*/ 273 h 284"/>
              <a:gd name="T4" fmla="*/ 9 w 274"/>
              <a:gd name="T5" fmla="*/ 178 h 284"/>
              <a:gd name="T6" fmla="*/ 14 w 274"/>
              <a:gd name="T7" fmla="*/ 139 h 284"/>
              <a:gd name="T8" fmla="*/ 53 w 274"/>
              <a:gd name="T9" fmla="*/ 145 h 284"/>
              <a:gd name="T10" fmla="*/ 100 w 274"/>
              <a:gd name="T11" fmla="*/ 207 h 284"/>
              <a:gd name="T12" fmla="*/ 219 w 274"/>
              <a:gd name="T13" fmla="*/ 17 h 284"/>
              <a:gd name="T14" fmla="*/ 257 w 274"/>
              <a:gd name="T15" fmla="*/ 8 h 284"/>
              <a:gd name="T16" fmla="*/ 266 w 274"/>
              <a:gd name="T17" fmla="*/ 47 h 284"/>
              <a:gd name="T18" fmla="*/ 126 w 274"/>
              <a:gd name="T19" fmla="*/ 271 h 284"/>
              <a:gd name="T20" fmla="*/ 104 w 274"/>
              <a:gd name="T21" fmla="*/ 284 h 284"/>
              <a:gd name="T22" fmla="*/ 103 w 274"/>
              <a:gd name="T23" fmla="*/ 284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74" h="284">
                <a:moveTo>
                  <a:pt x="103" y="284"/>
                </a:moveTo>
                <a:cubicBezTo>
                  <a:pt x="94" y="284"/>
                  <a:pt x="86" y="280"/>
                  <a:pt x="80" y="273"/>
                </a:cubicBezTo>
                <a:cubicBezTo>
                  <a:pt x="9" y="178"/>
                  <a:pt x="9" y="178"/>
                  <a:pt x="9" y="178"/>
                </a:cubicBezTo>
                <a:cubicBezTo>
                  <a:pt x="0" y="166"/>
                  <a:pt x="2" y="149"/>
                  <a:pt x="14" y="139"/>
                </a:cubicBezTo>
                <a:cubicBezTo>
                  <a:pt x="27" y="130"/>
                  <a:pt x="44" y="133"/>
                  <a:pt x="53" y="145"/>
                </a:cubicBezTo>
                <a:cubicBezTo>
                  <a:pt x="100" y="207"/>
                  <a:pt x="100" y="207"/>
                  <a:pt x="100" y="20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27" y="4"/>
                  <a:pt x="244" y="0"/>
                  <a:pt x="257" y="8"/>
                </a:cubicBezTo>
                <a:cubicBezTo>
                  <a:pt x="270" y="16"/>
                  <a:pt x="274" y="33"/>
                  <a:pt x="266" y="47"/>
                </a:cubicBezTo>
                <a:cubicBezTo>
                  <a:pt x="126" y="271"/>
                  <a:pt x="126" y="271"/>
                  <a:pt x="126" y="271"/>
                </a:cubicBezTo>
                <a:cubicBezTo>
                  <a:pt x="121" y="279"/>
                  <a:pt x="113" y="283"/>
                  <a:pt x="104" y="284"/>
                </a:cubicBezTo>
                <a:cubicBezTo>
                  <a:pt x="104" y="284"/>
                  <a:pt x="103" y="284"/>
                  <a:pt x="103" y="2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5" name="Freeform 26">
            <a:extLst>
              <a:ext uri="{FF2B5EF4-FFF2-40B4-BE49-F238E27FC236}">
                <a16:creationId xmlns:a16="http://schemas.microsoft.com/office/drawing/2014/main" id="{D6C35107-A889-465B-99A5-F6966D7E0718}"/>
              </a:ext>
            </a:extLst>
          </p:cNvPr>
          <p:cNvSpPr>
            <a:spLocks/>
          </p:cNvSpPr>
          <p:nvPr/>
        </p:nvSpPr>
        <p:spPr bwMode="auto">
          <a:xfrm>
            <a:off x="10638111" y="5476257"/>
            <a:ext cx="109014" cy="113058"/>
          </a:xfrm>
          <a:custGeom>
            <a:avLst/>
            <a:gdLst>
              <a:gd name="T0" fmla="*/ 103 w 274"/>
              <a:gd name="T1" fmla="*/ 284 h 284"/>
              <a:gd name="T2" fmla="*/ 80 w 274"/>
              <a:gd name="T3" fmla="*/ 273 h 284"/>
              <a:gd name="T4" fmla="*/ 9 w 274"/>
              <a:gd name="T5" fmla="*/ 178 h 284"/>
              <a:gd name="T6" fmla="*/ 14 w 274"/>
              <a:gd name="T7" fmla="*/ 139 h 284"/>
              <a:gd name="T8" fmla="*/ 53 w 274"/>
              <a:gd name="T9" fmla="*/ 145 h 284"/>
              <a:gd name="T10" fmla="*/ 100 w 274"/>
              <a:gd name="T11" fmla="*/ 207 h 284"/>
              <a:gd name="T12" fmla="*/ 219 w 274"/>
              <a:gd name="T13" fmla="*/ 17 h 284"/>
              <a:gd name="T14" fmla="*/ 257 w 274"/>
              <a:gd name="T15" fmla="*/ 8 h 284"/>
              <a:gd name="T16" fmla="*/ 266 w 274"/>
              <a:gd name="T17" fmla="*/ 47 h 284"/>
              <a:gd name="T18" fmla="*/ 126 w 274"/>
              <a:gd name="T19" fmla="*/ 271 h 284"/>
              <a:gd name="T20" fmla="*/ 104 w 274"/>
              <a:gd name="T21" fmla="*/ 284 h 284"/>
              <a:gd name="T22" fmla="*/ 103 w 274"/>
              <a:gd name="T23" fmla="*/ 284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74" h="284">
                <a:moveTo>
                  <a:pt x="103" y="284"/>
                </a:moveTo>
                <a:cubicBezTo>
                  <a:pt x="94" y="284"/>
                  <a:pt x="86" y="280"/>
                  <a:pt x="80" y="273"/>
                </a:cubicBezTo>
                <a:cubicBezTo>
                  <a:pt x="9" y="178"/>
                  <a:pt x="9" y="178"/>
                  <a:pt x="9" y="178"/>
                </a:cubicBezTo>
                <a:cubicBezTo>
                  <a:pt x="0" y="166"/>
                  <a:pt x="2" y="149"/>
                  <a:pt x="14" y="139"/>
                </a:cubicBezTo>
                <a:cubicBezTo>
                  <a:pt x="27" y="130"/>
                  <a:pt x="44" y="133"/>
                  <a:pt x="53" y="145"/>
                </a:cubicBezTo>
                <a:cubicBezTo>
                  <a:pt x="100" y="207"/>
                  <a:pt x="100" y="207"/>
                  <a:pt x="100" y="20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27" y="4"/>
                  <a:pt x="244" y="0"/>
                  <a:pt x="257" y="8"/>
                </a:cubicBezTo>
                <a:cubicBezTo>
                  <a:pt x="270" y="16"/>
                  <a:pt x="274" y="33"/>
                  <a:pt x="266" y="47"/>
                </a:cubicBezTo>
                <a:cubicBezTo>
                  <a:pt x="126" y="271"/>
                  <a:pt x="126" y="271"/>
                  <a:pt x="126" y="271"/>
                </a:cubicBezTo>
                <a:cubicBezTo>
                  <a:pt x="121" y="279"/>
                  <a:pt x="113" y="283"/>
                  <a:pt x="104" y="284"/>
                </a:cubicBezTo>
                <a:cubicBezTo>
                  <a:pt x="104" y="284"/>
                  <a:pt x="103" y="284"/>
                  <a:pt x="103" y="2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6" name="Freeform 26">
            <a:extLst>
              <a:ext uri="{FF2B5EF4-FFF2-40B4-BE49-F238E27FC236}">
                <a16:creationId xmlns:a16="http://schemas.microsoft.com/office/drawing/2014/main" id="{B277DD0B-9EBD-4F9B-8B59-37758E4EF7AC}"/>
              </a:ext>
            </a:extLst>
          </p:cNvPr>
          <p:cNvSpPr>
            <a:spLocks/>
          </p:cNvSpPr>
          <p:nvPr/>
        </p:nvSpPr>
        <p:spPr bwMode="auto">
          <a:xfrm>
            <a:off x="10638111" y="2568489"/>
            <a:ext cx="109014" cy="113058"/>
          </a:xfrm>
          <a:custGeom>
            <a:avLst/>
            <a:gdLst>
              <a:gd name="T0" fmla="*/ 103 w 274"/>
              <a:gd name="T1" fmla="*/ 284 h 284"/>
              <a:gd name="T2" fmla="*/ 80 w 274"/>
              <a:gd name="T3" fmla="*/ 273 h 284"/>
              <a:gd name="T4" fmla="*/ 9 w 274"/>
              <a:gd name="T5" fmla="*/ 178 h 284"/>
              <a:gd name="T6" fmla="*/ 14 w 274"/>
              <a:gd name="T7" fmla="*/ 139 h 284"/>
              <a:gd name="T8" fmla="*/ 53 w 274"/>
              <a:gd name="T9" fmla="*/ 145 h 284"/>
              <a:gd name="T10" fmla="*/ 100 w 274"/>
              <a:gd name="T11" fmla="*/ 207 h 284"/>
              <a:gd name="T12" fmla="*/ 219 w 274"/>
              <a:gd name="T13" fmla="*/ 17 h 284"/>
              <a:gd name="T14" fmla="*/ 257 w 274"/>
              <a:gd name="T15" fmla="*/ 8 h 284"/>
              <a:gd name="T16" fmla="*/ 266 w 274"/>
              <a:gd name="T17" fmla="*/ 47 h 284"/>
              <a:gd name="T18" fmla="*/ 126 w 274"/>
              <a:gd name="T19" fmla="*/ 271 h 284"/>
              <a:gd name="T20" fmla="*/ 104 w 274"/>
              <a:gd name="T21" fmla="*/ 284 h 284"/>
              <a:gd name="T22" fmla="*/ 103 w 274"/>
              <a:gd name="T23" fmla="*/ 284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74" h="284">
                <a:moveTo>
                  <a:pt x="103" y="284"/>
                </a:moveTo>
                <a:cubicBezTo>
                  <a:pt x="94" y="284"/>
                  <a:pt x="86" y="280"/>
                  <a:pt x="80" y="273"/>
                </a:cubicBezTo>
                <a:cubicBezTo>
                  <a:pt x="9" y="178"/>
                  <a:pt x="9" y="178"/>
                  <a:pt x="9" y="178"/>
                </a:cubicBezTo>
                <a:cubicBezTo>
                  <a:pt x="0" y="166"/>
                  <a:pt x="2" y="149"/>
                  <a:pt x="14" y="139"/>
                </a:cubicBezTo>
                <a:cubicBezTo>
                  <a:pt x="27" y="130"/>
                  <a:pt x="44" y="133"/>
                  <a:pt x="53" y="145"/>
                </a:cubicBezTo>
                <a:cubicBezTo>
                  <a:pt x="100" y="207"/>
                  <a:pt x="100" y="207"/>
                  <a:pt x="100" y="20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27" y="4"/>
                  <a:pt x="244" y="0"/>
                  <a:pt x="257" y="8"/>
                </a:cubicBezTo>
                <a:cubicBezTo>
                  <a:pt x="270" y="16"/>
                  <a:pt x="274" y="33"/>
                  <a:pt x="266" y="47"/>
                </a:cubicBezTo>
                <a:cubicBezTo>
                  <a:pt x="126" y="271"/>
                  <a:pt x="126" y="271"/>
                  <a:pt x="126" y="271"/>
                </a:cubicBezTo>
                <a:cubicBezTo>
                  <a:pt x="121" y="279"/>
                  <a:pt x="113" y="283"/>
                  <a:pt x="104" y="284"/>
                </a:cubicBezTo>
                <a:cubicBezTo>
                  <a:pt x="104" y="284"/>
                  <a:pt x="103" y="284"/>
                  <a:pt x="103" y="2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14250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EE16ED89-B19E-4DE8-889A-43BDABF14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890923"/>
              </p:ext>
            </p:extLst>
          </p:nvPr>
        </p:nvGraphicFramePr>
        <p:xfrm>
          <a:off x="484357" y="1604994"/>
          <a:ext cx="3282226" cy="45672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2226">
                  <a:extLst>
                    <a:ext uri="{9D8B030D-6E8A-4147-A177-3AD203B41FA5}">
                      <a16:colId xmlns:a16="http://schemas.microsoft.com/office/drawing/2014/main" val="242656898"/>
                    </a:ext>
                  </a:extLst>
                </a:gridCol>
              </a:tblGrid>
              <a:tr h="6524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j-lt"/>
                        </a:rPr>
                        <a:t>Project Title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166786"/>
                  </a:ext>
                </a:extLst>
              </a:tr>
              <a:tr h="652458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+mj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Project Task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921577"/>
                  </a:ext>
                </a:extLst>
              </a:tr>
              <a:tr h="652458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+mj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Project Task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271199"/>
                  </a:ext>
                </a:extLst>
              </a:tr>
              <a:tr h="652458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+mj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Project Task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160144"/>
                  </a:ext>
                </a:extLst>
              </a:tr>
              <a:tr h="652458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+mj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Project Task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140263"/>
                  </a:ext>
                </a:extLst>
              </a:tr>
              <a:tr h="652458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+mj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Project Task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768072"/>
                  </a:ext>
                </a:extLst>
              </a:tr>
              <a:tr h="652458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+mj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Project Task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451616"/>
                  </a:ext>
                </a:extLst>
              </a:tr>
            </a:tbl>
          </a:graphicData>
        </a:graphic>
      </p:graphicFrame>
      <p:graphicFrame>
        <p:nvGraphicFramePr>
          <p:cNvPr id="81" name="Table 80">
            <a:extLst>
              <a:ext uri="{FF2B5EF4-FFF2-40B4-BE49-F238E27FC236}">
                <a16:creationId xmlns:a16="http://schemas.microsoft.com/office/drawing/2014/main" id="{0CDD86DF-E067-433F-AD78-5BDCB00C99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173922"/>
              </p:ext>
            </p:extLst>
          </p:nvPr>
        </p:nvGraphicFramePr>
        <p:xfrm>
          <a:off x="3766583" y="1604993"/>
          <a:ext cx="7966620" cy="456720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96662">
                  <a:extLst>
                    <a:ext uri="{9D8B030D-6E8A-4147-A177-3AD203B41FA5}">
                      <a16:colId xmlns:a16="http://schemas.microsoft.com/office/drawing/2014/main" val="3589553386"/>
                    </a:ext>
                  </a:extLst>
                </a:gridCol>
                <a:gridCol w="796662">
                  <a:extLst>
                    <a:ext uri="{9D8B030D-6E8A-4147-A177-3AD203B41FA5}">
                      <a16:colId xmlns:a16="http://schemas.microsoft.com/office/drawing/2014/main" val="2958578984"/>
                    </a:ext>
                  </a:extLst>
                </a:gridCol>
                <a:gridCol w="796662">
                  <a:extLst>
                    <a:ext uri="{9D8B030D-6E8A-4147-A177-3AD203B41FA5}">
                      <a16:colId xmlns:a16="http://schemas.microsoft.com/office/drawing/2014/main" val="3548570476"/>
                    </a:ext>
                  </a:extLst>
                </a:gridCol>
                <a:gridCol w="796662">
                  <a:extLst>
                    <a:ext uri="{9D8B030D-6E8A-4147-A177-3AD203B41FA5}">
                      <a16:colId xmlns:a16="http://schemas.microsoft.com/office/drawing/2014/main" val="3966467763"/>
                    </a:ext>
                  </a:extLst>
                </a:gridCol>
                <a:gridCol w="796662">
                  <a:extLst>
                    <a:ext uri="{9D8B030D-6E8A-4147-A177-3AD203B41FA5}">
                      <a16:colId xmlns:a16="http://schemas.microsoft.com/office/drawing/2014/main" val="3077428874"/>
                    </a:ext>
                  </a:extLst>
                </a:gridCol>
                <a:gridCol w="796662">
                  <a:extLst>
                    <a:ext uri="{9D8B030D-6E8A-4147-A177-3AD203B41FA5}">
                      <a16:colId xmlns:a16="http://schemas.microsoft.com/office/drawing/2014/main" val="373573018"/>
                    </a:ext>
                  </a:extLst>
                </a:gridCol>
                <a:gridCol w="796662">
                  <a:extLst>
                    <a:ext uri="{9D8B030D-6E8A-4147-A177-3AD203B41FA5}">
                      <a16:colId xmlns:a16="http://schemas.microsoft.com/office/drawing/2014/main" val="2449081854"/>
                    </a:ext>
                  </a:extLst>
                </a:gridCol>
                <a:gridCol w="796662">
                  <a:extLst>
                    <a:ext uri="{9D8B030D-6E8A-4147-A177-3AD203B41FA5}">
                      <a16:colId xmlns:a16="http://schemas.microsoft.com/office/drawing/2014/main" val="418678764"/>
                    </a:ext>
                  </a:extLst>
                </a:gridCol>
                <a:gridCol w="796662">
                  <a:extLst>
                    <a:ext uri="{9D8B030D-6E8A-4147-A177-3AD203B41FA5}">
                      <a16:colId xmlns:a16="http://schemas.microsoft.com/office/drawing/2014/main" val="943840792"/>
                    </a:ext>
                  </a:extLst>
                </a:gridCol>
                <a:gridCol w="796662">
                  <a:extLst>
                    <a:ext uri="{9D8B030D-6E8A-4147-A177-3AD203B41FA5}">
                      <a16:colId xmlns:a16="http://schemas.microsoft.com/office/drawing/2014/main" val="1711374024"/>
                    </a:ext>
                  </a:extLst>
                </a:gridCol>
              </a:tblGrid>
              <a:tr h="65245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  1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2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3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4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5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6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7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8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9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</a:rPr>
                        <a:t>10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010185"/>
                  </a:ext>
                </a:extLst>
              </a:tr>
              <a:tr h="652458">
                <a:tc gridSpan="5"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189738"/>
                  </a:ext>
                </a:extLst>
              </a:tr>
              <a:tr h="652458">
                <a:tc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078328"/>
                  </a:ext>
                </a:extLst>
              </a:tr>
              <a:tr h="652458">
                <a:tc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449278"/>
                  </a:ext>
                </a:extLst>
              </a:tr>
              <a:tr h="652458">
                <a:tc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110543"/>
                  </a:ext>
                </a:extLst>
              </a:tr>
              <a:tr h="652458">
                <a:tc gridSpan="5"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426234"/>
                  </a:ext>
                </a:extLst>
              </a:tr>
              <a:tr h="652458">
                <a:tc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500" dirty="0">
                        <a:latin typeface="+mj-lt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3317144"/>
                  </a:ext>
                </a:extLst>
              </a:tr>
            </a:tbl>
          </a:graphicData>
        </a:graphic>
      </p:graphicFrame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3945DE21-9439-4EB2-A588-AF7F9CDDD86E}"/>
              </a:ext>
            </a:extLst>
          </p:cNvPr>
          <p:cNvSpPr/>
          <p:nvPr/>
        </p:nvSpPr>
        <p:spPr>
          <a:xfrm>
            <a:off x="7754605" y="2509510"/>
            <a:ext cx="2384802" cy="16060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1BD951DC-804C-4702-83FF-09002E76D427}"/>
              </a:ext>
            </a:extLst>
          </p:cNvPr>
          <p:cNvSpPr/>
          <p:nvPr/>
        </p:nvSpPr>
        <p:spPr>
          <a:xfrm>
            <a:off x="3767089" y="3174963"/>
            <a:ext cx="3172068" cy="16060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E06CE2A8-9B74-4FB0-98DC-C336E319BAF2}"/>
              </a:ext>
            </a:extLst>
          </p:cNvPr>
          <p:cNvSpPr/>
          <p:nvPr/>
        </p:nvSpPr>
        <p:spPr>
          <a:xfrm>
            <a:off x="5353123" y="3808295"/>
            <a:ext cx="3172068" cy="160603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CBEA17C8-415B-4B3C-8290-5092C295F874}"/>
              </a:ext>
            </a:extLst>
          </p:cNvPr>
          <p:cNvSpPr/>
          <p:nvPr/>
        </p:nvSpPr>
        <p:spPr>
          <a:xfrm>
            <a:off x="7754605" y="4478787"/>
            <a:ext cx="3979750" cy="16060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5F83A06C-7F2E-40C7-BC68-01F4999838AF}"/>
              </a:ext>
            </a:extLst>
          </p:cNvPr>
          <p:cNvSpPr/>
          <p:nvPr/>
        </p:nvSpPr>
        <p:spPr>
          <a:xfrm>
            <a:off x="5353123" y="5109548"/>
            <a:ext cx="2401482" cy="16060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BADFA9E3-FEFB-4B04-A5F6-E2B39FCF5B5E}"/>
              </a:ext>
            </a:extLst>
          </p:cNvPr>
          <p:cNvSpPr/>
          <p:nvPr/>
        </p:nvSpPr>
        <p:spPr>
          <a:xfrm>
            <a:off x="3765431" y="5791898"/>
            <a:ext cx="4786282" cy="160603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D5F5960-7B31-4753-A840-6C4CD306F5F7}"/>
              </a:ext>
            </a:extLst>
          </p:cNvPr>
          <p:cNvSpPr txBox="1"/>
          <p:nvPr/>
        </p:nvSpPr>
        <p:spPr>
          <a:xfrm>
            <a:off x="2973049" y="710787"/>
            <a:ext cx="6245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+mj-lt"/>
                <a:cs typeface="Sora SemiBold" pitchFamily="2" charset="0"/>
              </a:rPr>
              <a:t>Gant Chart</a:t>
            </a:r>
            <a:r>
              <a:rPr lang="en-US" sz="4000" b="1" dirty="0">
                <a:solidFill>
                  <a:schemeClr val="accent2"/>
                </a:solidFill>
                <a:latin typeface="+mj-lt"/>
                <a:cs typeface="Sora SemiBold" pitchFamily="2" charset="0"/>
              </a:rPr>
              <a:t>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SemiBold" pitchFamily="2" charset="0"/>
              </a:rPr>
              <a:t>Infographic</a:t>
            </a:r>
          </a:p>
        </p:txBody>
      </p:sp>
    </p:spTree>
    <p:extLst>
      <p:ext uri="{BB962C8B-B14F-4D97-AF65-F5344CB8AC3E}">
        <p14:creationId xmlns:p14="http://schemas.microsoft.com/office/powerpoint/2010/main" val="4245517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5A99F9F-DDC0-4542-AC90-E575DDAA7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254852"/>
              </p:ext>
            </p:extLst>
          </p:nvPr>
        </p:nvGraphicFramePr>
        <p:xfrm>
          <a:off x="685800" y="1976973"/>
          <a:ext cx="8511364" cy="37701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76">
                  <a:extLst>
                    <a:ext uri="{9D8B030D-6E8A-4147-A177-3AD203B41FA5}">
                      <a16:colId xmlns:a16="http://schemas.microsoft.com/office/drawing/2014/main" val="1582354507"/>
                    </a:ext>
                  </a:extLst>
                </a:gridCol>
                <a:gridCol w="601049">
                  <a:extLst>
                    <a:ext uri="{9D8B030D-6E8A-4147-A177-3AD203B41FA5}">
                      <a16:colId xmlns:a16="http://schemas.microsoft.com/office/drawing/2014/main" val="4203357256"/>
                    </a:ext>
                  </a:extLst>
                </a:gridCol>
                <a:gridCol w="601049">
                  <a:extLst>
                    <a:ext uri="{9D8B030D-6E8A-4147-A177-3AD203B41FA5}">
                      <a16:colId xmlns:a16="http://schemas.microsoft.com/office/drawing/2014/main" val="947963969"/>
                    </a:ext>
                  </a:extLst>
                </a:gridCol>
                <a:gridCol w="601049">
                  <a:extLst>
                    <a:ext uri="{9D8B030D-6E8A-4147-A177-3AD203B41FA5}">
                      <a16:colId xmlns:a16="http://schemas.microsoft.com/office/drawing/2014/main" val="1731835878"/>
                    </a:ext>
                  </a:extLst>
                </a:gridCol>
                <a:gridCol w="601049">
                  <a:extLst>
                    <a:ext uri="{9D8B030D-6E8A-4147-A177-3AD203B41FA5}">
                      <a16:colId xmlns:a16="http://schemas.microsoft.com/office/drawing/2014/main" val="4022243206"/>
                    </a:ext>
                  </a:extLst>
                </a:gridCol>
                <a:gridCol w="601049">
                  <a:extLst>
                    <a:ext uri="{9D8B030D-6E8A-4147-A177-3AD203B41FA5}">
                      <a16:colId xmlns:a16="http://schemas.microsoft.com/office/drawing/2014/main" val="2518957691"/>
                    </a:ext>
                  </a:extLst>
                </a:gridCol>
                <a:gridCol w="601049">
                  <a:extLst>
                    <a:ext uri="{9D8B030D-6E8A-4147-A177-3AD203B41FA5}">
                      <a16:colId xmlns:a16="http://schemas.microsoft.com/office/drawing/2014/main" val="4284947266"/>
                    </a:ext>
                  </a:extLst>
                </a:gridCol>
                <a:gridCol w="601049">
                  <a:extLst>
                    <a:ext uri="{9D8B030D-6E8A-4147-A177-3AD203B41FA5}">
                      <a16:colId xmlns:a16="http://schemas.microsoft.com/office/drawing/2014/main" val="829228496"/>
                    </a:ext>
                  </a:extLst>
                </a:gridCol>
                <a:gridCol w="601049">
                  <a:extLst>
                    <a:ext uri="{9D8B030D-6E8A-4147-A177-3AD203B41FA5}">
                      <a16:colId xmlns:a16="http://schemas.microsoft.com/office/drawing/2014/main" val="993744075"/>
                    </a:ext>
                  </a:extLst>
                </a:gridCol>
                <a:gridCol w="601049">
                  <a:extLst>
                    <a:ext uri="{9D8B030D-6E8A-4147-A177-3AD203B41FA5}">
                      <a16:colId xmlns:a16="http://schemas.microsoft.com/office/drawing/2014/main" val="893109124"/>
                    </a:ext>
                  </a:extLst>
                </a:gridCol>
                <a:gridCol w="601049">
                  <a:extLst>
                    <a:ext uri="{9D8B030D-6E8A-4147-A177-3AD203B41FA5}">
                      <a16:colId xmlns:a16="http://schemas.microsoft.com/office/drawing/2014/main" val="2897342564"/>
                    </a:ext>
                  </a:extLst>
                </a:gridCol>
                <a:gridCol w="601049">
                  <a:extLst>
                    <a:ext uri="{9D8B030D-6E8A-4147-A177-3AD203B41FA5}">
                      <a16:colId xmlns:a16="http://schemas.microsoft.com/office/drawing/2014/main" val="2076044236"/>
                    </a:ext>
                  </a:extLst>
                </a:gridCol>
                <a:gridCol w="601049">
                  <a:extLst>
                    <a:ext uri="{9D8B030D-6E8A-4147-A177-3AD203B41FA5}">
                      <a16:colId xmlns:a16="http://schemas.microsoft.com/office/drawing/2014/main" val="690617770"/>
                    </a:ext>
                  </a:extLst>
                </a:gridCol>
              </a:tblGrid>
              <a:tr h="628932">
                <a:tc>
                  <a:txBody>
                    <a:bodyPr/>
                    <a:lstStyle/>
                    <a:p>
                      <a:pPr algn="ctr"/>
                      <a:r>
                        <a:rPr lang="id-ID" sz="3200" dirty="0">
                          <a:solidFill>
                            <a:schemeClr val="bg1"/>
                          </a:solidFill>
                          <a:latin typeface="+mj-lt"/>
                        </a:rPr>
                        <a:t>2017</a:t>
                      </a:r>
                    </a:p>
                  </a:txBody>
                  <a:tcPr marL="90693" marR="90693" marT="45347" marB="45347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latin typeface="+mj-lt"/>
                        </a:rPr>
                        <a:t>Jan</a:t>
                      </a:r>
                    </a:p>
                  </a:txBody>
                  <a:tcPr marL="90693" marR="90693" marT="45347" marB="4534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latin typeface="+mj-lt"/>
                        </a:rPr>
                        <a:t>Feb</a:t>
                      </a:r>
                    </a:p>
                  </a:txBody>
                  <a:tcPr marL="90693" marR="90693" marT="45347" marB="4534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latin typeface="+mj-lt"/>
                        </a:rPr>
                        <a:t>Mar</a:t>
                      </a:r>
                    </a:p>
                  </a:txBody>
                  <a:tcPr marL="90693" marR="90693" marT="45347" marB="4534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latin typeface="+mj-lt"/>
                        </a:rPr>
                        <a:t>Apr</a:t>
                      </a:r>
                    </a:p>
                  </a:txBody>
                  <a:tcPr marL="90693" marR="90693" marT="45347" marB="4534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latin typeface="+mj-lt"/>
                        </a:rPr>
                        <a:t>May</a:t>
                      </a:r>
                    </a:p>
                  </a:txBody>
                  <a:tcPr marL="90693" marR="90693" marT="45347" marB="4534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latin typeface="+mj-lt"/>
                        </a:rPr>
                        <a:t>Jun</a:t>
                      </a:r>
                    </a:p>
                  </a:txBody>
                  <a:tcPr marL="90693" marR="90693" marT="45347" marB="4534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latin typeface="+mj-lt"/>
                        </a:rPr>
                        <a:t>Jul</a:t>
                      </a:r>
                    </a:p>
                  </a:txBody>
                  <a:tcPr marL="90693" marR="90693" marT="45347" marB="4534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latin typeface="+mj-lt"/>
                        </a:rPr>
                        <a:t>Aug</a:t>
                      </a:r>
                    </a:p>
                  </a:txBody>
                  <a:tcPr marL="90693" marR="90693" marT="45347" marB="4534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latin typeface="+mj-lt"/>
                        </a:rPr>
                        <a:t>Sep</a:t>
                      </a:r>
                    </a:p>
                  </a:txBody>
                  <a:tcPr marL="90693" marR="90693" marT="45347" marB="4534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latin typeface="+mj-lt"/>
                        </a:rPr>
                        <a:t>Oct</a:t>
                      </a:r>
                    </a:p>
                  </a:txBody>
                  <a:tcPr marL="90693" marR="90693" marT="45347" marB="4534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latin typeface="+mj-lt"/>
                        </a:rPr>
                        <a:t>Nov</a:t>
                      </a:r>
                    </a:p>
                  </a:txBody>
                  <a:tcPr marL="90693" marR="90693" marT="45347" marB="4534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id-ID" sz="1400" dirty="0">
                          <a:solidFill>
                            <a:schemeClr val="tx1"/>
                          </a:solidFill>
                          <a:latin typeface="+mj-lt"/>
                        </a:rPr>
                        <a:t>Dec</a:t>
                      </a:r>
                    </a:p>
                  </a:txBody>
                  <a:tcPr marL="90693" marR="90693" marT="45347" marB="4534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8790654"/>
                  </a:ext>
                </a:extLst>
              </a:tr>
              <a:tr h="628932">
                <a:tc rowSpan="5">
                  <a:txBody>
                    <a:bodyPr/>
                    <a:lstStyle/>
                    <a:p>
                      <a:endParaRPr lang="id-ID" sz="900" b="1" dirty="0"/>
                    </a:p>
                  </a:txBody>
                  <a:tcPr marL="45842" marR="45842" marT="22921" marB="22921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d-ID" dirty="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75609"/>
                  </a:ext>
                </a:extLst>
              </a:tr>
              <a:tr h="628932"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d-ID" dirty="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531673"/>
                  </a:ext>
                </a:extLst>
              </a:tr>
              <a:tr h="628932"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d-ID" dirty="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098951"/>
                  </a:ext>
                </a:extLst>
              </a:tr>
              <a:tr h="628932"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d-ID" dirty="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d-ID" dirty="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5316468"/>
                  </a:ext>
                </a:extLst>
              </a:tr>
              <a:tr h="625517">
                <a:tc v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d-ID" dirty="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d-ID" dirty="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d-ID" dirty="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d-ID" dirty="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24469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EADAE86-354D-41EC-86E1-567A5467E3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552231"/>
              </p:ext>
            </p:extLst>
          </p:nvPr>
        </p:nvGraphicFramePr>
        <p:xfrm>
          <a:off x="685799" y="3862061"/>
          <a:ext cx="1304925" cy="1826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4925">
                  <a:extLst>
                    <a:ext uri="{9D8B030D-6E8A-4147-A177-3AD203B41FA5}">
                      <a16:colId xmlns:a16="http://schemas.microsoft.com/office/drawing/2014/main" val="3413658096"/>
                    </a:ext>
                  </a:extLst>
                </a:gridCol>
              </a:tblGrid>
              <a:tr h="270059">
                <a:tc>
                  <a:txBody>
                    <a:bodyPr/>
                    <a:lstStyle/>
                    <a:p>
                      <a:pPr algn="ctr"/>
                      <a:r>
                        <a:rPr lang="id-ID" sz="3200" dirty="0">
                          <a:latin typeface="+mj-lt"/>
                        </a:rPr>
                        <a:t>2018</a:t>
                      </a:r>
                    </a:p>
                  </a:txBody>
                  <a:tcPr marL="90693" marR="90693" marT="45347" marB="45347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411120"/>
                  </a:ext>
                </a:extLst>
              </a:tr>
              <a:tr h="270059"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89683"/>
                  </a:ext>
                </a:extLst>
              </a:tr>
              <a:tr h="270059">
                <a:tc>
                  <a:txBody>
                    <a:bodyPr/>
                    <a:lstStyle/>
                    <a:p>
                      <a:endParaRPr lang="id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474167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B3BB76C2-2B72-4F69-BCA0-52107393CA3D}"/>
              </a:ext>
            </a:extLst>
          </p:cNvPr>
          <p:cNvGrpSpPr/>
          <p:nvPr/>
        </p:nvGrpSpPr>
        <p:grpSpPr>
          <a:xfrm>
            <a:off x="9325500" y="1882278"/>
            <a:ext cx="2180700" cy="1114922"/>
            <a:chOff x="5740261" y="1359502"/>
            <a:chExt cx="2180700" cy="1114922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C7E36EF-5D5B-40D6-9DDE-51BAB4B3934D}"/>
                </a:ext>
              </a:extLst>
            </p:cNvPr>
            <p:cNvSpPr/>
            <p:nvPr/>
          </p:nvSpPr>
          <p:spPr>
            <a:xfrm>
              <a:off x="5740261" y="1359502"/>
              <a:ext cx="2180700" cy="1114922"/>
            </a:xfrm>
            <a:prstGeom prst="roundRect">
              <a:avLst>
                <a:gd name="adj" fmla="val 3805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381000" dir="2100000" sx="90000" sy="9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5" name="Oval 13">
              <a:extLst>
                <a:ext uri="{FF2B5EF4-FFF2-40B4-BE49-F238E27FC236}">
                  <a16:creationId xmlns:a16="http://schemas.microsoft.com/office/drawing/2014/main" id="{29C8CD71-635A-4195-B1CC-2ACF76627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5795" y="1516435"/>
              <a:ext cx="499884" cy="49835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0693" tIns="45347" rIns="90693" bIns="45347" numCol="1" anchor="t" anchorCtr="0" compatLnSpc="1">
              <a:prstTxWarp prst="textNoShape">
                <a:avLst/>
              </a:prstTxWarp>
            </a:bodyPr>
            <a:lstStyle/>
            <a:p>
              <a:pPr defTabSz="229194"/>
              <a:endParaRPr lang="en-US" sz="1785" dirty="0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8379402-3B65-4A3A-896C-8A0B01814504}"/>
                </a:ext>
              </a:extLst>
            </p:cNvPr>
            <p:cNvSpPr txBox="1"/>
            <p:nvPr/>
          </p:nvSpPr>
          <p:spPr>
            <a:xfrm>
              <a:off x="6524272" y="1613717"/>
              <a:ext cx="1166935" cy="318331"/>
            </a:xfrm>
            <a:prstGeom prst="rect">
              <a:avLst/>
            </a:prstGeom>
            <a:noFill/>
          </p:spPr>
          <p:txBody>
            <a:bodyPr wrap="none" lIns="71412" tIns="35706" rIns="71412" bIns="35706" rtlCol="0" anchor="b">
              <a:spAutoFit/>
            </a:bodyPr>
            <a:lstStyle/>
            <a:p>
              <a:pPr defTabSz="229194"/>
              <a:r>
                <a:rPr lang="en-US" sz="1600" b="1" dirty="0">
                  <a:solidFill>
                    <a:schemeClr val="accent1"/>
                  </a:solidFill>
                  <a:latin typeface="+mj-lt"/>
                  <a:cs typeface="Poppins" panose="00000500000000000000" pitchFamily="2" charset="0"/>
                </a:rPr>
                <a:t>Title Here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2043B8A-9E93-48C2-9D3F-8F42F72FA4C7}"/>
                </a:ext>
              </a:extLst>
            </p:cNvPr>
            <p:cNvSpPr txBox="1"/>
            <p:nvPr/>
          </p:nvSpPr>
          <p:spPr>
            <a:xfrm>
              <a:off x="5965794" y="2072749"/>
              <a:ext cx="1827189" cy="276909"/>
            </a:xfrm>
            <a:prstGeom prst="rect">
              <a:avLst/>
            </a:prstGeom>
            <a:noFill/>
          </p:spPr>
          <p:txBody>
            <a:bodyPr wrap="square" lIns="71412" tIns="35706" rIns="71412" bIns="35706" rtlCol="0" anchor="t">
              <a:spAutoFit/>
            </a:bodyPr>
            <a:lstStyle/>
            <a:p>
              <a:pPr defTabSz="229194">
                <a:lnSpc>
                  <a:spcPts val="1805"/>
                </a:lnSpc>
              </a:pPr>
              <a:r>
                <a:rPr lang="en-US" sz="1000" dirty="0">
                  <a:solidFill>
                    <a:srgbClr val="747A94"/>
                  </a:solidFill>
                  <a:cs typeface="Poppins" panose="00000500000000000000" pitchFamily="2" charset="0"/>
                </a:rPr>
                <a:t>Lorem Ipsum is simply du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671173F-6FFB-412D-8D3E-571F1DF4AC82}"/>
              </a:ext>
            </a:extLst>
          </p:cNvPr>
          <p:cNvSpPr txBox="1"/>
          <p:nvPr/>
        </p:nvSpPr>
        <p:spPr>
          <a:xfrm>
            <a:off x="2973049" y="710787"/>
            <a:ext cx="6245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+mj-lt"/>
                <a:cs typeface="Sora SemiBold" pitchFamily="2" charset="0"/>
              </a:rPr>
              <a:t>Gant Chart</a:t>
            </a:r>
            <a:r>
              <a:rPr lang="en-US" sz="4000" b="1" dirty="0">
                <a:solidFill>
                  <a:schemeClr val="accent2"/>
                </a:solidFill>
                <a:latin typeface="+mj-lt"/>
                <a:cs typeface="Sora SemiBold" pitchFamily="2" charset="0"/>
              </a:rPr>
              <a:t>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SemiBold" pitchFamily="2" charset="0"/>
              </a:rPr>
              <a:t>Infographic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F4A0070-3743-46C7-B632-2B66FD338198}"/>
              </a:ext>
            </a:extLst>
          </p:cNvPr>
          <p:cNvGrpSpPr/>
          <p:nvPr/>
        </p:nvGrpSpPr>
        <p:grpSpPr>
          <a:xfrm>
            <a:off x="9325500" y="3250811"/>
            <a:ext cx="2180700" cy="1114922"/>
            <a:chOff x="5740261" y="1359502"/>
            <a:chExt cx="2180700" cy="1114922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11ABB944-FE51-4904-BE99-9A8F23C7DC63}"/>
                </a:ext>
              </a:extLst>
            </p:cNvPr>
            <p:cNvSpPr/>
            <p:nvPr/>
          </p:nvSpPr>
          <p:spPr>
            <a:xfrm>
              <a:off x="5740261" y="1359502"/>
              <a:ext cx="2180700" cy="1114922"/>
            </a:xfrm>
            <a:prstGeom prst="roundRect">
              <a:avLst>
                <a:gd name="adj" fmla="val 3805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381000" dir="2100000" sx="90000" sy="9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8" name="Oval 13">
              <a:extLst>
                <a:ext uri="{FF2B5EF4-FFF2-40B4-BE49-F238E27FC236}">
                  <a16:creationId xmlns:a16="http://schemas.microsoft.com/office/drawing/2014/main" id="{3B85DAD0-9938-45BF-844B-41487B5A0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5795" y="1516435"/>
              <a:ext cx="499884" cy="49835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0693" tIns="45347" rIns="90693" bIns="45347" numCol="1" anchor="t" anchorCtr="0" compatLnSpc="1">
              <a:prstTxWarp prst="textNoShape">
                <a:avLst/>
              </a:prstTxWarp>
            </a:bodyPr>
            <a:lstStyle/>
            <a:p>
              <a:pPr defTabSz="229194"/>
              <a:endParaRPr lang="en-US" sz="1785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EFF8A7B-2300-4C21-9D72-B841272C5204}"/>
                </a:ext>
              </a:extLst>
            </p:cNvPr>
            <p:cNvSpPr txBox="1"/>
            <p:nvPr/>
          </p:nvSpPr>
          <p:spPr>
            <a:xfrm>
              <a:off x="6524272" y="1613717"/>
              <a:ext cx="1166935" cy="318331"/>
            </a:xfrm>
            <a:prstGeom prst="rect">
              <a:avLst/>
            </a:prstGeom>
            <a:noFill/>
          </p:spPr>
          <p:txBody>
            <a:bodyPr wrap="none" lIns="71412" tIns="35706" rIns="71412" bIns="35706" rtlCol="0" anchor="b">
              <a:spAutoFit/>
            </a:bodyPr>
            <a:lstStyle/>
            <a:p>
              <a:pPr defTabSz="229194"/>
              <a:r>
                <a:rPr lang="en-US" sz="1600" b="1" dirty="0">
                  <a:solidFill>
                    <a:schemeClr val="accent2"/>
                  </a:solidFill>
                  <a:latin typeface="+mj-lt"/>
                  <a:cs typeface="Poppins" panose="00000500000000000000" pitchFamily="2" charset="0"/>
                </a:rPr>
                <a:t>Title Here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192425E-F184-470C-9D14-CC108BE1CA00}"/>
                </a:ext>
              </a:extLst>
            </p:cNvPr>
            <p:cNvSpPr txBox="1"/>
            <p:nvPr/>
          </p:nvSpPr>
          <p:spPr>
            <a:xfrm>
              <a:off x="5965794" y="2072749"/>
              <a:ext cx="1827189" cy="276909"/>
            </a:xfrm>
            <a:prstGeom prst="rect">
              <a:avLst/>
            </a:prstGeom>
            <a:noFill/>
          </p:spPr>
          <p:txBody>
            <a:bodyPr wrap="square" lIns="71412" tIns="35706" rIns="71412" bIns="35706" rtlCol="0" anchor="t">
              <a:spAutoFit/>
            </a:bodyPr>
            <a:lstStyle/>
            <a:p>
              <a:pPr defTabSz="229194">
                <a:lnSpc>
                  <a:spcPts val="1805"/>
                </a:lnSpc>
              </a:pPr>
              <a:r>
                <a:rPr lang="en-US" sz="1000" dirty="0">
                  <a:solidFill>
                    <a:srgbClr val="747A94"/>
                  </a:solidFill>
                  <a:cs typeface="Poppins" panose="00000500000000000000" pitchFamily="2" charset="0"/>
                </a:rPr>
                <a:t>Lorem Ipsum is simply du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BBEAAC0-C818-4B25-8CC1-FCEF88048CBF}"/>
              </a:ext>
            </a:extLst>
          </p:cNvPr>
          <p:cNvGrpSpPr/>
          <p:nvPr/>
        </p:nvGrpSpPr>
        <p:grpSpPr>
          <a:xfrm>
            <a:off x="9325500" y="4619421"/>
            <a:ext cx="2180700" cy="1114922"/>
            <a:chOff x="5740261" y="1359502"/>
            <a:chExt cx="2180700" cy="1114922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657B692F-32AC-4D8E-A0DE-54D82F2B59BF}"/>
                </a:ext>
              </a:extLst>
            </p:cNvPr>
            <p:cNvSpPr/>
            <p:nvPr/>
          </p:nvSpPr>
          <p:spPr>
            <a:xfrm>
              <a:off x="5740261" y="1359502"/>
              <a:ext cx="2180700" cy="1114922"/>
            </a:xfrm>
            <a:prstGeom prst="roundRect">
              <a:avLst>
                <a:gd name="adj" fmla="val 3805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381000" dir="2100000" sx="90000" sy="9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33" name="Oval 13">
              <a:extLst>
                <a:ext uri="{FF2B5EF4-FFF2-40B4-BE49-F238E27FC236}">
                  <a16:creationId xmlns:a16="http://schemas.microsoft.com/office/drawing/2014/main" id="{5AE0AF2B-262C-4779-9ED4-5A6F575C5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5795" y="1516435"/>
              <a:ext cx="499884" cy="49835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0693" tIns="45347" rIns="90693" bIns="45347" numCol="1" anchor="t" anchorCtr="0" compatLnSpc="1">
              <a:prstTxWarp prst="textNoShape">
                <a:avLst/>
              </a:prstTxWarp>
            </a:bodyPr>
            <a:lstStyle/>
            <a:p>
              <a:pPr defTabSz="229194"/>
              <a:endParaRPr lang="en-US" sz="1785" dirty="0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25379CC-1982-478B-9C9D-5A33FECC569C}"/>
                </a:ext>
              </a:extLst>
            </p:cNvPr>
            <p:cNvSpPr txBox="1"/>
            <p:nvPr/>
          </p:nvSpPr>
          <p:spPr>
            <a:xfrm>
              <a:off x="6524272" y="1613717"/>
              <a:ext cx="1166935" cy="318331"/>
            </a:xfrm>
            <a:prstGeom prst="rect">
              <a:avLst/>
            </a:prstGeom>
            <a:noFill/>
          </p:spPr>
          <p:txBody>
            <a:bodyPr wrap="none" lIns="71412" tIns="35706" rIns="71412" bIns="35706" rtlCol="0" anchor="b">
              <a:spAutoFit/>
            </a:bodyPr>
            <a:lstStyle/>
            <a:p>
              <a:pPr defTabSz="229194"/>
              <a:r>
                <a:rPr lang="en-US" sz="1600" b="1" dirty="0">
                  <a:solidFill>
                    <a:schemeClr val="accent3"/>
                  </a:solidFill>
                  <a:latin typeface="+mj-lt"/>
                  <a:cs typeface="Poppins" panose="00000500000000000000" pitchFamily="2" charset="0"/>
                </a:rPr>
                <a:t>Title Here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B1A322D-B6B7-4BFE-B031-0EDCB12D100B}"/>
                </a:ext>
              </a:extLst>
            </p:cNvPr>
            <p:cNvSpPr txBox="1"/>
            <p:nvPr/>
          </p:nvSpPr>
          <p:spPr>
            <a:xfrm>
              <a:off x="5965794" y="2072749"/>
              <a:ext cx="1827189" cy="276909"/>
            </a:xfrm>
            <a:prstGeom prst="rect">
              <a:avLst/>
            </a:prstGeom>
            <a:noFill/>
          </p:spPr>
          <p:txBody>
            <a:bodyPr wrap="square" lIns="71412" tIns="35706" rIns="71412" bIns="35706" rtlCol="0" anchor="t">
              <a:spAutoFit/>
            </a:bodyPr>
            <a:lstStyle/>
            <a:p>
              <a:pPr defTabSz="229194">
                <a:lnSpc>
                  <a:spcPts val="1805"/>
                </a:lnSpc>
              </a:pPr>
              <a:r>
                <a:rPr lang="en-US" sz="1000" dirty="0">
                  <a:solidFill>
                    <a:srgbClr val="747A94"/>
                  </a:solidFill>
                  <a:cs typeface="Poppins" panose="00000500000000000000" pitchFamily="2" charset="0"/>
                </a:rPr>
                <a:t>Lorem Ipsum is simply du</a:t>
              </a:r>
            </a:p>
          </p:txBody>
        </p:sp>
      </p:grpSp>
      <p:sp>
        <p:nvSpPr>
          <p:cNvPr id="36" name="Freeform 66">
            <a:extLst>
              <a:ext uri="{FF2B5EF4-FFF2-40B4-BE49-F238E27FC236}">
                <a16:creationId xmlns:a16="http://schemas.microsoft.com/office/drawing/2014/main" id="{CF77C393-ADFC-4031-AAA6-C6963AA0D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3115" y="4919787"/>
            <a:ext cx="195722" cy="211486"/>
          </a:xfrm>
          <a:custGeom>
            <a:avLst/>
            <a:gdLst>
              <a:gd name="T0" fmla="*/ 170151 w 545"/>
              <a:gd name="T1" fmla="*/ 127474 h 589"/>
              <a:gd name="T2" fmla="*/ 170151 w 545"/>
              <a:gd name="T3" fmla="*/ 127474 h 589"/>
              <a:gd name="T4" fmla="*/ 170151 w 545"/>
              <a:gd name="T5" fmla="*/ 68973 h 589"/>
              <a:gd name="T6" fmla="*/ 100790 w 545"/>
              <a:gd name="T7" fmla="*/ 0 h 589"/>
              <a:gd name="T8" fmla="*/ 26372 w 545"/>
              <a:gd name="T9" fmla="*/ 68973 h 589"/>
              <a:gd name="T10" fmla="*/ 26372 w 545"/>
              <a:gd name="T11" fmla="*/ 127474 h 589"/>
              <a:gd name="T12" fmla="*/ 0 w 545"/>
              <a:gd name="T13" fmla="*/ 185974 h 589"/>
              <a:gd name="T14" fmla="*/ 63581 w 545"/>
              <a:gd name="T15" fmla="*/ 185974 h 589"/>
              <a:gd name="T16" fmla="*/ 100790 w 545"/>
              <a:gd name="T17" fmla="*/ 212336 h 589"/>
              <a:gd name="T18" fmla="*/ 132581 w 545"/>
              <a:gd name="T19" fmla="*/ 185974 h 589"/>
              <a:gd name="T20" fmla="*/ 196523 w 545"/>
              <a:gd name="T21" fmla="*/ 185974 h 589"/>
              <a:gd name="T22" fmla="*/ 170151 w 545"/>
              <a:gd name="T23" fmla="*/ 127474 h 589"/>
              <a:gd name="T24" fmla="*/ 100790 w 545"/>
              <a:gd name="T25" fmla="*/ 196447 h 589"/>
              <a:gd name="T26" fmla="*/ 100790 w 545"/>
              <a:gd name="T27" fmla="*/ 196447 h 589"/>
              <a:gd name="T28" fmla="*/ 79476 w 545"/>
              <a:gd name="T29" fmla="*/ 185974 h 589"/>
              <a:gd name="T30" fmla="*/ 117047 w 545"/>
              <a:gd name="T31" fmla="*/ 185974 h 589"/>
              <a:gd name="T32" fmla="*/ 100790 w 545"/>
              <a:gd name="T33" fmla="*/ 196447 h 589"/>
              <a:gd name="T34" fmla="*/ 20953 w 545"/>
              <a:gd name="T35" fmla="*/ 170085 h 589"/>
              <a:gd name="T36" fmla="*/ 20953 w 545"/>
              <a:gd name="T37" fmla="*/ 170085 h 589"/>
              <a:gd name="T38" fmla="*/ 42267 w 545"/>
              <a:gd name="T39" fmla="*/ 127474 h 589"/>
              <a:gd name="T40" fmla="*/ 42267 w 545"/>
              <a:gd name="T41" fmla="*/ 68973 h 589"/>
              <a:gd name="T42" fmla="*/ 100790 w 545"/>
              <a:gd name="T43" fmla="*/ 15889 h 589"/>
              <a:gd name="T44" fmla="*/ 153895 w 545"/>
              <a:gd name="T45" fmla="*/ 68973 h 589"/>
              <a:gd name="T46" fmla="*/ 153895 w 545"/>
              <a:gd name="T47" fmla="*/ 127474 h 589"/>
              <a:gd name="T48" fmla="*/ 175209 w 545"/>
              <a:gd name="T49" fmla="*/ 170085 h 589"/>
              <a:gd name="T50" fmla="*/ 20953 w 545"/>
              <a:gd name="T51" fmla="*/ 170085 h 589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545" h="589">
                <a:moveTo>
                  <a:pt x="471" y="353"/>
                </a:moveTo>
                <a:lnTo>
                  <a:pt x="471" y="353"/>
                </a:lnTo>
                <a:cubicBezTo>
                  <a:pt x="471" y="191"/>
                  <a:pt x="471" y="191"/>
                  <a:pt x="471" y="191"/>
                </a:cubicBezTo>
                <a:cubicBezTo>
                  <a:pt x="471" y="88"/>
                  <a:pt x="383" y="0"/>
                  <a:pt x="279" y="0"/>
                </a:cubicBezTo>
                <a:cubicBezTo>
                  <a:pt x="162" y="0"/>
                  <a:pt x="73" y="88"/>
                  <a:pt x="73" y="191"/>
                </a:cubicBezTo>
                <a:cubicBezTo>
                  <a:pt x="73" y="353"/>
                  <a:pt x="73" y="353"/>
                  <a:pt x="73" y="353"/>
                </a:cubicBezTo>
                <a:cubicBezTo>
                  <a:pt x="0" y="515"/>
                  <a:pt x="0" y="515"/>
                  <a:pt x="0" y="515"/>
                </a:cubicBezTo>
                <a:cubicBezTo>
                  <a:pt x="176" y="515"/>
                  <a:pt x="176" y="515"/>
                  <a:pt x="176" y="515"/>
                </a:cubicBezTo>
                <a:cubicBezTo>
                  <a:pt x="191" y="559"/>
                  <a:pt x="220" y="588"/>
                  <a:pt x="279" y="588"/>
                </a:cubicBezTo>
                <a:cubicBezTo>
                  <a:pt x="324" y="588"/>
                  <a:pt x="367" y="559"/>
                  <a:pt x="367" y="515"/>
                </a:cubicBezTo>
                <a:cubicBezTo>
                  <a:pt x="544" y="515"/>
                  <a:pt x="544" y="515"/>
                  <a:pt x="544" y="515"/>
                </a:cubicBezTo>
                <a:lnTo>
                  <a:pt x="471" y="353"/>
                </a:lnTo>
                <a:close/>
                <a:moveTo>
                  <a:pt x="279" y="544"/>
                </a:moveTo>
                <a:lnTo>
                  <a:pt x="279" y="544"/>
                </a:lnTo>
                <a:cubicBezTo>
                  <a:pt x="250" y="544"/>
                  <a:pt x="220" y="530"/>
                  <a:pt x="220" y="515"/>
                </a:cubicBezTo>
                <a:cubicBezTo>
                  <a:pt x="324" y="515"/>
                  <a:pt x="324" y="515"/>
                  <a:pt x="324" y="515"/>
                </a:cubicBezTo>
                <a:cubicBezTo>
                  <a:pt x="324" y="530"/>
                  <a:pt x="294" y="544"/>
                  <a:pt x="279" y="544"/>
                </a:cubicBezTo>
                <a:close/>
                <a:moveTo>
                  <a:pt x="58" y="471"/>
                </a:moveTo>
                <a:lnTo>
                  <a:pt x="58" y="471"/>
                </a:lnTo>
                <a:cubicBezTo>
                  <a:pt x="117" y="353"/>
                  <a:pt x="117" y="353"/>
                  <a:pt x="117" y="353"/>
                </a:cubicBezTo>
                <a:cubicBezTo>
                  <a:pt x="117" y="191"/>
                  <a:pt x="117" y="191"/>
                  <a:pt x="117" y="191"/>
                </a:cubicBezTo>
                <a:cubicBezTo>
                  <a:pt x="117" y="103"/>
                  <a:pt x="191" y="44"/>
                  <a:pt x="279" y="44"/>
                </a:cubicBezTo>
                <a:cubicBezTo>
                  <a:pt x="367" y="44"/>
                  <a:pt x="426" y="103"/>
                  <a:pt x="426" y="191"/>
                </a:cubicBezTo>
                <a:cubicBezTo>
                  <a:pt x="426" y="353"/>
                  <a:pt x="426" y="353"/>
                  <a:pt x="426" y="353"/>
                </a:cubicBezTo>
                <a:cubicBezTo>
                  <a:pt x="485" y="471"/>
                  <a:pt x="485" y="471"/>
                  <a:pt x="485" y="471"/>
                </a:cubicBezTo>
                <a:lnTo>
                  <a:pt x="58" y="4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7" name="Freeform 80">
            <a:extLst>
              <a:ext uri="{FF2B5EF4-FFF2-40B4-BE49-F238E27FC236}">
                <a16:creationId xmlns:a16="http://schemas.microsoft.com/office/drawing/2014/main" id="{66E2F65F-0237-46C7-A8E4-AF68623BB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2605" y="3550567"/>
            <a:ext cx="227250" cy="227248"/>
          </a:xfrm>
          <a:custGeom>
            <a:avLst/>
            <a:gdLst>
              <a:gd name="T0" fmla="*/ 95550 w 634"/>
              <a:gd name="T1" fmla="*/ 191059 h 634"/>
              <a:gd name="T2" fmla="*/ 95550 w 634"/>
              <a:gd name="T3" fmla="*/ 191059 h 634"/>
              <a:gd name="T4" fmla="*/ 85093 w 634"/>
              <a:gd name="T5" fmla="*/ 201874 h 634"/>
              <a:gd name="T6" fmla="*/ 85093 w 634"/>
              <a:gd name="T7" fmla="*/ 223143 h 634"/>
              <a:gd name="T8" fmla="*/ 95550 w 634"/>
              <a:gd name="T9" fmla="*/ 228190 h 634"/>
              <a:gd name="T10" fmla="*/ 100958 w 634"/>
              <a:gd name="T11" fmla="*/ 223143 h 634"/>
              <a:gd name="T12" fmla="*/ 100958 w 634"/>
              <a:gd name="T13" fmla="*/ 201874 h 634"/>
              <a:gd name="T14" fmla="*/ 95550 w 634"/>
              <a:gd name="T15" fmla="*/ 191059 h 634"/>
              <a:gd name="T16" fmla="*/ 53364 w 634"/>
              <a:gd name="T17" fmla="*/ 191059 h 634"/>
              <a:gd name="T18" fmla="*/ 53364 w 634"/>
              <a:gd name="T19" fmla="*/ 191059 h 634"/>
              <a:gd name="T20" fmla="*/ 42547 w 634"/>
              <a:gd name="T21" fmla="*/ 201874 h 634"/>
              <a:gd name="T22" fmla="*/ 42547 w 634"/>
              <a:gd name="T23" fmla="*/ 223143 h 634"/>
              <a:gd name="T24" fmla="*/ 53364 w 634"/>
              <a:gd name="T25" fmla="*/ 228190 h 634"/>
              <a:gd name="T26" fmla="*/ 58411 w 634"/>
              <a:gd name="T27" fmla="*/ 223143 h 634"/>
              <a:gd name="T28" fmla="*/ 58411 w 634"/>
              <a:gd name="T29" fmla="*/ 201874 h 634"/>
              <a:gd name="T30" fmla="*/ 53364 w 634"/>
              <a:gd name="T31" fmla="*/ 191059 h 634"/>
              <a:gd name="T32" fmla="*/ 138096 w 634"/>
              <a:gd name="T33" fmla="*/ 191059 h 634"/>
              <a:gd name="T34" fmla="*/ 138096 w 634"/>
              <a:gd name="T35" fmla="*/ 191059 h 634"/>
              <a:gd name="T36" fmla="*/ 127279 w 634"/>
              <a:gd name="T37" fmla="*/ 201874 h 634"/>
              <a:gd name="T38" fmla="*/ 127279 w 634"/>
              <a:gd name="T39" fmla="*/ 223143 h 634"/>
              <a:gd name="T40" fmla="*/ 138096 w 634"/>
              <a:gd name="T41" fmla="*/ 228190 h 634"/>
              <a:gd name="T42" fmla="*/ 143505 w 634"/>
              <a:gd name="T43" fmla="*/ 223143 h 634"/>
              <a:gd name="T44" fmla="*/ 143505 w 634"/>
              <a:gd name="T45" fmla="*/ 201874 h 634"/>
              <a:gd name="T46" fmla="*/ 138096 w 634"/>
              <a:gd name="T47" fmla="*/ 191059 h 634"/>
              <a:gd name="T48" fmla="*/ 180643 w 634"/>
              <a:gd name="T49" fmla="*/ 191059 h 634"/>
              <a:gd name="T50" fmla="*/ 180643 w 634"/>
              <a:gd name="T51" fmla="*/ 191059 h 634"/>
              <a:gd name="T52" fmla="*/ 169826 w 634"/>
              <a:gd name="T53" fmla="*/ 201874 h 634"/>
              <a:gd name="T54" fmla="*/ 169826 w 634"/>
              <a:gd name="T55" fmla="*/ 223143 h 634"/>
              <a:gd name="T56" fmla="*/ 180643 w 634"/>
              <a:gd name="T57" fmla="*/ 228190 h 634"/>
              <a:gd name="T58" fmla="*/ 186051 w 634"/>
              <a:gd name="T59" fmla="*/ 223143 h 634"/>
              <a:gd name="T60" fmla="*/ 186051 w 634"/>
              <a:gd name="T61" fmla="*/ 201874 h 634"/>
              <a:gd name="T62" fmla="*/ 180643 w 634"/>
              <a:gd name="T63" fmla="*/ 191059 h 634"/>
              <a:gd name="T64" fmla="*/ 164778 w 634"/>
              <a:gd name="T65" fmla="*/ 37130 h 634"/>
              <a:gd name="T66" fmla="*/ 164778 w 634"/>
              <a:gd name="T67" fmla="*/ 37130 h 634"/>
              <a:gd name="T68" fmla="*/ 106367 w 634"/>
              <a:gd name="T69" fmla="*/ 0 h 634"/>
              <a:gd name="T70" fmla="*/ 42547 w 634"/>
              <a:gd name="T71" fmla="*/ 58399 h 634"/>
              <a:gd name="T72" fmla="*/ 0 w 634"/>
              <a:gd name="T73" fmla="*/ 116798 h 634"/>
              <a:gd name="T74" fmla="*/ 58411 w 634"/>
              <a:gd name="T75" fmla="*/ 169790 h 634"/>
              <a:gd name="T76" fmla="*/ 159370 w 634"/>
              <a:gd name="T77" fmla="*/ 169790 h 634"/>
              <a:gd name="T78" fmla="*/ 228237 w 634"/>
              <a:gd name="T79" fmla="*/ 106344 h 634"/>
              <a:gd name="T80" fmla="*/ 164778 w 634"/>
              <a:gd name="T81" fmla="*/ 37130 h 634"/>
              <a:gd name="T82" fmla="*/ 159370 w 634"/>
              <a:gd name="T83" fmla="*/ 159336 h 634"/>
              <a:gd name="T84" fmla="*/ 159370 w 634"/>
              <a:gd name="T85" fmla="*/ 159336 h 634"/>
              <a:gd name="T86" fmla="*/ 58411 w 634"/>
              <a:gd name="T87" fmla="*/ 159336 h 634"/>
              <a:gd name="T88" fmla="*/ 15865 w 634"/>
              <a:gd name="T89" fmla="*/ 116798 h 634"/>
              <a:gd name="T90" fmla="*/ 58411 w 634"/>
              <a:gd name="T91" fmla="*/ 74261 h 634"/>
              <a:gd name="T92" fmla="*/ 106367 w 634"/>
              <a:gd name="T93" fmla="*/ 15862 h 634"/>
              <a:gd name="T94" fmla="*/ 153961 w 634"/>
              <a:gd name="T95" fmla="*/ 53352 h 634"/>
              <a:gd name="T96" fmla="*/ 212373 w 634"/>
              <a:gd name="T97" fmla="*/ 100937 h 634"/>
              <a:gd name="T98" fmla="*/ 159370 w 634"/>
              <a:gd name="T99" fmla="*/ 159336 h 634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634" h="634">
                <a:moveTo>
                  <a:pt x="265" y="530"/>
                </a:moveTo>
                <a:lnTo>
                  <a:pt x="265" y="530"/>
                </a:lnTo>
                <a:cubicBezTo>
                  <a:pt x="251" y="530"/>
                  <a:pt x="236" y="545"/>
                  <a:pt x="236" y="560"/>
                </a:cubicBezTo>
                <a:cubicBezTo>
                  <a:pt x="236" y="619"/>
                  <a:pt x="236" y="619"/>
                  <a:pt x="236" y="619"/>
                </a:cubicBezTo>
                <a:cubicBezTo>
                  <a:pt x="236" y="619"/>
                  <a:pt x="251" y="633"/>
                  <a:pt x="265" y="633"/>
                </a:cubicBezTo>
                <a:lnTo>
                  <a:pt x="280" y="619"/>
                </a:lnTo>
                <a:cubicBezTo>
                  <a:pt x="280" y="560"/>
                  <a:pt x="280" y="560"/>
                  <a:pt x="280" y="560"/>
                </a:cubicBezTo>
                <a:cubicBezTo>
                  <a:pt x="280" y="545"/>
                  <a:pt x="265" y="530"/>
                  <a:pt x="265" y="530"/>
                </a:cubicBezTo>
                <a:close/>
                <a:moveTo>
                  <a:pt x="148" y="530"/>
                </a:moveTo>
                <a:lnTo>
                  <a:pt x="148" y="530"/>
                </a:lnTo>
                <a:cubicBezTo>
                  <a:pt x="133" y="530"/>
                  <a:pt x="118" y="545"/>
                  <a:pt x="118" y="560"/>
                </a:cubicBezTo>
                <a:cubicBezTo>
                  <a:pt x="118" y="619"/>
                  <a:pt x="118" y="619"/>
                  <a:pt x="118" y="619"/>
                </a:cubicBezTo>
                <a:cubicBezTo>
                  <a:pt x="118" y="619"/>
                  <a:pt x="133" y="633"/>
                  <a:pt x="148" y="633"/>
                </a:cubicBezTo>
                <a:lnTo>
                  <a:pt x="162" y="619"/>
                </a:lnTo>
                <a:cubicBezTo>
                  <a:pt x="162" y="560"/>
                  <a:pt x="162" y="560"/>
                  <a:pt x="162" y="560"/>
                </a:cubicBezTo>
                <a:cubicBezTo>
                  <a:pt x="162" y="545"/>
                  <a:pt x="148" y="530"/>
                  <a:pt x="148" y="530"/>
                </a:cubicBezTo>
                <a:close/>
                <a:moveTo>
                  <a:pt x="383" y="530"/>
                </a:moveTo>
                <a:lnTo>
                  <a:pt x="383" y="530"/>
                </a:lnTo>
                <a:cubicBezTo>
                  <a:pt x="369" y="530"/>
                  <a:pt x="353" y="545"/>
                  <a:pt x="353" y="560"/>
                </a:cubicBezTo>
                <a:cubicBezTo>
                  <a:pt x="353" y="619"/>
                  <a:pt x="353" y="619"/>
                  <a:pt x="353" y="619"/>
                </a:cubicBezTo>
                <a:cubicBezTo>
                  <a:pt x="353" y="619"/>
                  <a:pt x="369" y="633"/>
                  <a:pt x="383" y="633"/>
                </a:cubicBezTo>
                <a:lnTo>
                  <a:pt x="398" y="619"/>
                </a:lnTo>
                <a:cubicBezTo>
                  <a:pt x="398" y="560"/>
                  <a:pt x="398" y="560"/>
                  <a:pt x="398" y="560"/>
                </a:cubicBezTo>
                <a:cubicBezTo>
                  <a:pt x="398" y="545"/>
                  <a:pt x="383" y="530"/>
                  <a:pt x="383" y="530"/>
                </a:cubicBezTo>
                <a:close/>
                <a:moveTo>
                  <a:pt x="501" y="530"/>
                </a:moveTo>
                <a:lnTo>
                  <a:pt x="501" y="530"/>
                </a:lnTo>
                <a:cubicBezTo>
                  <a:pt x="486" y="530"/>
                  <a:pt x="471" y="545"/>
                  <a:pt x="471" y="560"/>
                </a:cubicBezTo>
                <a:cubicBezTo>
                  <a:pt x="471" y="619"/>
                  <a:pt x="471" y="619"/>
                  <a:pt x="471" y="619"/>
                </a:cubicBezTo>
                <a:cubicBezTo>
                  <a:pt x="471" y="619"/>
                  <a:pt x="486" y="633"/>
                  <a:pt x="501" y="633"/>
                </a:cubicBezTo>
                <a:lnTo>
                  <a:pt x="516" y="619"/>
                </a:lnTo>
                <a:cubicBezTo>
                  <a:pt x="516" y="560"/>
                  <a:pt x="516" y="560"/>
                  <a:pt x="516" y="560"/>
                </a:cubicBezTo>
                <a:cubicBezTo>
                  <a:pt x="516" y="545"/>
                  <a:pt x="501" y="530"/>
                  <a:pt x="501" y="530"/>
                </a:cubicBezTo>
                <a:close/>
                <a:moveTo>
                  <a:pt x="457" y="103"/>
                </a:moveTo>
                <a:lnTo>
                  <a:pt x="457" y="103"/>
                </a:lnTo>
                <a:cubicBezTo>
                  <a:pt x="427" y="44"/>
                  <a:pt x="369" y="0"/>
                  <a:pt x="295" y="0"/>
                </a:cubicBezTo>
                <a:cubicBezTo>
                  <a:pt x="206" y="0"/>
                  <a:pt x="133" y="74"/>
                  <a:pt x="118" y="162"/>
                </a:cubicBezTo>
                <a:cubicBezTo>
                  <a:pt x="59" y="192"/>
                  <a:pt x="0" y="251"/>
                  <a:pt x="0" y="324"/>
                </a:cubicBezTo>
                <a:cubicBezTo>
                  <a:pt x="0" y="398"/>
                  <a:pt x="74" y="471"/>
                  <a:pt x="162" y="471"/>
                </a:cubicBezTo>
                <a:cubicBezTo>
                  <a:pt x="162" y="471"/>
                  <a:pt x="427" y="471"/>
                  <a:pt x="442" y="471"/>
                </a:cubicBezTo>
                <a:cubicBezTo>
                  <a:pt x="545" y="471"/>
                  <a:pt x="633" y="398"/>
                  <a:pt x="633" y="295"/>
                </a:cubicBezTo>
                <a:cubicBezTo>
                  <a:pt x="633" y="192"/>
                  <a:pt x="560" y="103"/>
                  <a:pt x="457" y="103"/>
                </a:cubicBezTo>
                <a:close/>
                <a:moveTo>
                  <a:pt x="442" y="442"/>
                </a:moveTo>
                <a:lnTo>
                  <a:pt x="442" y="442"/>
                </a:lnTo>
                <a:cubicBezTo>
                  <a:pt x="427" y="442"/>
                  <a:pt x="162" y="442"/>
                  <a:pt x="162" y="442"/>
                </a:cubicBezTo>
                <a:cubicBezTo>
                  <a:pt x="162" y="442"/>
                  <a:pt x="44" y="427"/>
                  <a:pt x="44" y="324"/>
                </a:cubicBezTo>
                <a:cubicBezTo>
                  <a:pt x="44" y="265"/>
                  <a:pt x="103" y="206"/>
                  <a:pt x="162" y="206"/>
                </a:cubicBezTo>
                <a:cubicBezTo>
                  <a:pt x="162" y="118"/>
                  <a:pt x="221" y="44"/>
                  <a:pt x="295" y="44"/>
                </a:cubicBezTo>
                <a:cubicBezTo>
                  <a:pt x="369" y="44"/>
                  <a:pt x="412" y="89"/>
                  <a:pt x="427" y="148"/>
                </a:cubicBezTo>
                <a:cubicBezTo>
                  <a:pt x="530" y="133"/>
                  <a:pt x="589" y="221"/>
                  <a:pt x="589" y="280"/>
                </a:cubicBezTo>
                <a:cubicBezTo>
                  <a:pt x="604" y="369"/>
                  <a:pt x="501" y="442"/>
                  <a:pt x="442" y="44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8" name="Freeform 142">
            <a:extLst>
              <a:ext uri="{FF2B5EF4-FFF2-40B4-BE49-F238E27FC236}">
                <a16:creationId xmlns:a16="http://schemas.microsoft.com/office/drawing/2014/main" id="{C17DF32E-C17A-41AA-BF7C-CB6F013F4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2605" y="2181377"/>
            <a:ext cx="216742" cy="228562"/>
          </a:xfrm>
          <a:custGeom>
            <a:avLst/>
            <a:gdLst>
              <a:gd name="T0" fmla="*/ 191315 w 604"/>
              <a:gd name="T1" fmla="*/ 0 h 634"/>
              <a:gd name="T2" fmla="*/ 191315 w 604"/>
              <a:gd name="T3" fmla="*/ 0 h 634"/>
              <a:gd name="T4" fmla="*/ 26712 w 604"/>
              <a:gd name="T5" fmla="*/ 0 h 634"/>
              <a:gd name="T6" fmla="*/ 0 w 604"/>
              <a:gd name="T7" fmla="*/ 26830 h 634"/>
              <a:gd name="T8" fmla="*/ 0 w 604"/>
              <a:gd name="T9" fmla="*/ 154818 h 634"/>
              <a:gd name="T10" fmla="*/ 26712 w 604"/>
              <a:gd name="T11" fmla="*/ 187087 h 634"/>
              <a:gd name="T12" fmla="*/ 85189 w 604"/>
              <a:gd name="T13" fmla="*/ 187087 h 634"/>
              <a:gd name="T14" fmla="*/ 85189 w 604"/>
              <a:gd name="T15" fmla="*/ 213555 h 634"/>
              <a:gd name="T16" fmla="*/ 68946 w 604"/>
              <a:gd name="T17" fmla="*/ 213555 h 634"/>
              <a:gd name="T18" fmla="*/ 63892 w 604"/>
              <a:gd name="T19" fmla="*/ 218994 h 634"/>
              <a:gd name="T20" fmla="*/ 68946 w 604"/>
              <a:gd name="T21" fmla="*/ 229508 h 634"/>
              <a:gd name="T22" fmla="*/ 154135 w 604"/>
              <a:gd name="T23" fmla="*/ 229508 h 634"/>
              <a:gd name="T24" fmla="*/ 159189 w 604"/>
              <a:gd name="T25" fmla="*/ 218994 h 634"/>
              <a:gd name="T26" fmla="*/ 154135 w 604"/>
              <a:gd name="T27" fmla="*/ 213555 h 634"/>
              <a:gd name="T28" fmla="*/ 138252 w 604"/>
              <a:gd name="T29" fmla="*/ 213555 h 634"/>
              <a:gd name="T30" fmla="*/ 138252 w 604"/>
              <a:gd name="T31" fmla="*/ 187087 h 634"/>
              <a:gd name="T32" fmla="*/ 191315 w 604"/>
              <a:gd name="T33" fmla="*/ 187087 h 634"/>
              <a:gd name="T34" fmla="*/ 217666 w 604"/>
              <a:gd name="T35" fmla="*/ 154818 h 634"/>
              <a:gd name="T36" fmla="*/ 217666 w 604"/>
              <a:gd name="T37" fmla="*/ 26830 h 634"/>
              <a:gd name="T38" fmla="*/ 191315 w 604"/>
              <a:gd name="T39" fmla="*/ 0 h 634"/>
              <a:gd name="T40" fmla="*/ 127423 w 604"/>
              <a:gd name="T41" fmla="*/ 213555 h 634"/>
              <a:gd name="T42" fmla="*/ 127423 w 604"/>
              <a:gd name="T43" fmla="*/ 213555 h 634"/>
              <a:gd name="T44" fmla="*/ 95658 w 604"/>
              <a:gd name="T45" fmla="*/ 213555 h 634"/>
              <a:gd name="T46" fmla="*/ 95658 w 604"/>
              <a:gd name="T47" fmla="*/ 187087 h 634"/>
              <a:gd name="T48" fmla="*/ 127423 w 604"/>
              <a:gd name="T49" fmla="*/ 187087 h 634"/>
              <a:gd name="T50" fmla="*/ 127423 w 604"/>
              <a:gd name="T51" fmla="*/ 213555 h 634"/>
              <a:gd name="T52" fmla="*/ 201783 w 604"/>
              <a:gd name="T53" fmla="*/ 154818 h 634"/>
              <a:gd name="T54" fmla="*/ 201783 w 604"/>
              <a:gd name="T55" fmla="*/ 154818 h 634"/>
              <a:gd name="T56" fmla="*/ 191315 w 604"/>
              <a:gd name="T57" fmla="*/ 170772 h 634"/>
              <a:gd name="T58" fmla="*/ 26712 w 604"/>
              <a:gd name="T59" fmla="*/ 170772 h 634"/>
              <a:gd name="T60" fmla="*/ 10468 w 604"/>
              <a:gd name="T61" fmla="*/ 154818 h 634"/>
              <a:gd name="T62" fmla="*/ 10468 w 604"/>
              <a:gd name="T63" fmla="*/ 144304 h 634"/>
              <a:gd name="T64" fmla="*/ 201783 w 604"/>
              <a:gd name="T65" fmla="*/ 144304 h 634"/>
              <a:gd name="T66" fmla="*/ 201783 w 604"/>
              <a:gd name="T67" fmla="*/ 154818 h 634"/>
              <a:gd name="T68" fmla="*/ 201783 w 604"/>
              <a:gd name="T69" fmla="*/ 128351 h 634"/>
              <a:gd name="T70" fmla="*/ 201783 w 604"/>
              <a:gd name="T71" fmla="*/ 128351 h 634"/>
              <a:gd name="T72" fmla="*/ 10468 w 604"/>
              <a:gd name="T73" fmla="*/ 128351 h 634"/>
              <a:gd name="T74" fmla="*/ 10468 w 604"/>
              <a:gd name="T75" fmla="*/ 26830 h 634"/>
              <a:gd name="T76" fmla="*/ 26712 w 604"/>
              <a:gd name="T77" fmla="*/ 15953 h 634"/>
              <a:gd name="T78" fmla="*/ 191315 w 604"/>
              <a:gd name="T79" fmla="*/ 15953 h 634"/>
              <a:gd name="T80" fmla="*/ 201783 w 604"/>
              <a:gd name="T81" fmla="*/ 26830 h 634"/>
              <a:gd name="T82" fmla="*/ 201783 w 604"/>
              <a:gd name="T83" fmla="*/ 128351 h 634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604" h="634">
                <a:moveTo>
                  <a:pt x="530" y="0"/>
                </a:moveTo>
                <a:lnTo>
                  <a:pt x="530" y="0"/>
                </a:lnTo>
                <a:cubicBezTo>
                  <a:pt x="74" y="0"/>
                  <a:pt x="74" y="0"/>
                  <a:pt x="74" y="0"/>
                </a:cubicBezTo>
                <a:cubicBezTo>
                  <a:pt x="29" y="0"/>
                  <a:pt x="0" y="30"/>
                  <a:pt x="0" y="74"/>
                </a:cubicBezTo>
                <a:cubicBezTo>
                  <a:pt x="0" y="427"/>
                  <a:pt x="0" y="427"/>
                  <a:pt x="0" y="427"/>
                </a:cubicBezTo>
                <a:cubicBezTo>
                  <a:pt x="0" y="471"/>
                  <a:pt x="29" y="516"/>
                  <a:pt x="74" y="516"/>
                </a:cubicBezTo>
                <a:cubicBezTo>
                  <a:pt x="236" y="516"/>
                  <a:pt x="236" y="516"/>
                  <a:pt x="236" y="516"/>
                </a:cubicBezTo>
                <a:cubicBezTo>
                  <a:pt x="236" y="589"/>
                  <a:pt x="236" y="589"/>
                  <a:pt x="236" y="589"/>
                </a:cubicBezTo>
                <a:cubicBezTo>
                  <a:pt x="191" y="589"/>
                  <a:pt x="191" y="589"/>
                  <a:pt x="191" y="589"/>
                </a:cubicBezTo>
                <a:cubicBezTo>
                  <a:pt x="177" y="589"/>
                  <a:pt x="177" y="604"/>
                  <a:pt x="177" y="604"/>
                </a:cubicBezTo>
                <a:cubicBezTo>
                  <a:pt x="177" y="619"/>
                  <a:pt x="177" y="633"/>
                  <a:pt x="191" y="633"/>
                </a:cubicBezTo>
                <a:cubicBezTo>
                  <a:pt x="427" y="633"/>
                  <a:pt x="427" y="633"/>
                  <a:pt x="427" y="633"/>
                </a:cubicBezTo>
                <a:cubicBezTo>
                  <a:pt x="441" y="633"/>
                  <a:pt x="441" y="619"/>
                  <a:pt x="441" y="604"/>
                </a:cubicBezTo>
                <a:cubicBezTo>
                  <a:pt x="441" y="604"/>
                  <a:pt x="441" y="589"/>
                  <a:pt x="427" y="589"/>
                </a:cubicBezTo>
                <a:cubicBezTo>
                  <a:pt x="383" y="589"/>
                  <a:pt x="383" y="589"/>
                  <a:pt x="383" y="589"/>
                </a:cubicBezTo>
                <a:cubicBezTo>
                  <a:pt x="383" y="516"/>
                  <a:pt x="383" y="516"/>
                  <a:pt x="383" y="516"/>
                </a:cubicBezTo>
                <a:cubicBezTo>
                  <a:pt x="530" y="516"/>
                  <a:pt x="530" y="516"/>
                  <a:pt x="530" y="516"/>
                </a:cubicBezTo>
                <a:cubicBezTo>
                  <a:pt x="574" y="516"/>
                  <a:pt x="603" y="471"/>
                  <a:pt x="603" y="427"/>
                </a:cubicBezTo>
                <a:cubicBezTo>
                  <a:pt x="603" y="74"/>
                  <a:pt x="603" y="74"/>
                  <a:pt x="603" y="74"/>
                </a:cubicBezTo>
                <a:cubicBezTo>
                  <a:pt x="603" y="30"/>
                  <a:pt x="574" y="0"/>
                  <a:pt x="530" y="0"/>
                </a:cubicBezTo>
                <a:close/>
                <a:moveTo>
                  <a:pt x="353" y="589"/>
                </a:moveTo>
                <a:lnTo>
                  <a:pt x="353" y="589"/>
                </a:lnTo>
                <a:cubicBezTo>
                  <a:pt x="265" y="589"/>
                  <a:pt x="265" y="589"/>
                  <a:pt x="265" y="589"/>
                </a:cubicBezTo>
                <a:cubicBezTo>
                  <a:pt x="265" y="516"/>
                  <a:pt x="265" y="516"/>
                  <a:pt x="265" y="516"/>
                </a:cubicBezTo>
                <a:cubicBezTo>
                  <a:pt x="353" y="516"/>
                  <a:pt x="353" y="516"/>
                  <a:pt x="353" y="516"/>
                </a:cubicBezTo>
                <a:lnTo>
                  <a:pt x="353" y="589"/>
                </a:lnTo>
                <a:close/>
                <a:moveTo>
                  <a:pt x="559" y="427"/>
                </a:moveTo>
                <a:lnTo>
                  <a:pt x="559" y="427"/>
                </a:lnTo>
                <a:cubicBezTo>
                  <a:pt x="559" y="457"/>
                  <a:pt x="545" y="471"/>
                  <a:pt x="530" y="471"/>
                </a:cubicBezTo>
                <a:cubicBezTo>
                  <a:pt x="74" y="471"/>
                  <a:pt x="74" y="471"/>
                  <a:pt x="74" y="471"/>
                </a:cubicBezTo>
                <a:cubicBezTo>
                  <a:pt x="59" y="471"/>
                  <a:pt x="29" y="457"/>
                  <a:pt x="29" y="427"/>
                </a:cubicBezTo>
                <a:cubicBezTo>
                  <a:pt x="29" y="398"/>
                  <a:pt x="29" y="398"/>
                  <a:pt x="29" y="398"/>
                </a:cubicBezTo>
                <a:cubicBezTo>
                  <a:pt x="559" y="398"/>
                  <a:pt x="559" y="398"/>
                  <a:pt x="559" y="398"/>
                </a:cubicBezTo>
                <a:lnTo>
                  <a:pt x="559" y="427"/>
                </a:lnTo>
                <a:close/>
                <a:moveTo>
                  <a:pt x="559" y="354"/>
                </a:moveTo>
                <a:lnTo>
                  <a:pt x="559" y="354"/>
                </a:lnTo>
                <a:cubicBezTo>
                  <a:pt x="29" y="354"/>
                  <a:pt x="29" y="354"/>
                  <a:pt x="29" y="354"/>
                </a:cubicBezTo>
                <a:cubicBezTo>
                  <a:pt x="29" y="74"/>
                  <a:pt x="29" y="74"/>
                  <a:pt x="29" y="74"/>
                </a:cubicBezTo>
                <a:cubicBezTo>
                  <a:pt x="29" y="59"/>
                  <a:pt x="59" y="44"/>
                  <a:pt x="74" y="44"/>
                </a:cubicBezTo>
                <a:cubicBezTo>
                  <a:pt x="530" y="44"/>
                  <a:pt x="530" y="44"/>
                  <a:pt x="530" y="44"/>
                </a:cubicBezTo>
                <a:cubicBezTo>
                  <a:pt x="545" y="44"/>
                  <a:pt x="559" y="59"/>
                  <a:pt x="559" y="74"/>
                </a:cubicBezTo>
                <a:lnTo>
                  <a:pt x="559" y="35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967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6DAE0C9-FFC3-4AF4-9FBB-5AA52DB9012D}"/>
              </a:ext>
            </a:extLst>
          </p:cNvPr>
          <p:cNvSpPr/>
          <p:nvPr/>
        </p:nvSpPr>
        <p:spPr>
          <a:xfrm>
            <a:off x="1623626" y="1973592"/>
            <a:ext cx="4406660" cy="917664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5F40877-4353-4302-92CD-0B1038D13124}"/>
              </a:ext>
            </a:extLst>
          </p:cNvPr>
          <p:cNvSpPr/>
          <p:nvPr/>
        </p:nvSpPr>
        <p:spPr>
          <a:xfrm>
            <a:off x="1623626" y="3028726"/>
            <a:ext cx="4406660" cy="917664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1F5E32E-9D78-435F-BE77-A70337BE5294}"/>
              </a:ext>
            </a:extLst>
          </p:cNvPr>
          <p:cNvSpPr txBox="1"/>
          <p:nvPr/>
        </p:nvSpPr>
        <p:spPr>
          <a:xfrm>
            <a:off x="2640712" y="2204044"/>
            <a:ext cx="1198432" cy="435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229194"/>
            <a:r>
              <a:rPr lang="en-US" sz="1200" b="1" dirty="0">
                <a:solidFill>
                  <a:srgbClr val="FFFFFF"/>
                </a:solidFill>
                <a:cs typeface="Poppins" panose="00000500000000000000" pitchFamily="50" charset="0"/>
              </a:rPr>
              <a:t>6:00 am</a:t>
            </a:r>
          </a:p>
          <a:p>
            <a:pPr defTabSz="229194"/>
            <a:r>
              <a:rPr lang="en-US" sz="1000" dirty="0">
                <a:solidFill>
                  <a:srgbClr val="FFFFFF"/>
                </a:solidFill>
                <a:cs typeface="Poppins" panose="00000500000000000000" pitchFamily="50" charset="0"/>
              </a:rPr>
              <a:t>project name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CCEBB6E-DADD-4D95-94B4-B5C64D434643}"/>
              </a:ext>
            </a:extLst>
          </p:cNvPr>
          <p:cNvSpPr txBox="1"/>
          <p:nvPr/>
        </p:nvSpPr>
        <p:spPr>
          <a:xfrm>
            <a:off x="2640712" y="3248152"/>
            <a:ext cx="1198432" cy="435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229194"/>
            <a:r>
              <a:rPr lang="en-US" sz="1200" b="1" dirty="0">
                <a:solidFill>
                  <a:srgbClr val="FFFFFF"/>
                </a:solidFill>
                <a:cs typeface="Poppins" panose="00000500000000000000" pitchFamily="50" charset="0"/>
              </a:rPr>
              <a:t>10:00 am</a:t>
            </a:r>
          </a:p>
          <a:p>
            <a:pPr defTabSz="229194"/>
            <a:r>
              <a:rPr lang="en-US" sz="1000" dirty="0">
                <a:solidFill>
                  <a:srgbClr val="FFFFFF"/>
                </a:solidFill>
                <a:cs typeface="Poppins" panose="00000500000000000000" pitchFamily="50" charset="0"/>
              </a:rPr>
              <a:t>project name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DDC93D8-F9CF-4847-8DBA-067CA28F8124}"/>
              </a:ext>
            </a:extLst>
          </p:cNvPr>
          <p:cNvSpPr txBox="1"/>
          <p:nvPr/>
        </p:nvSpPr>
        <p:spPr>
          <a:xfrm>
            <a:off x="4154062" y="2146619"/>
            <a:ext cx="76783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229194"/>
            <a:r>
              <a:rPr lang="en-US" sz="1200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Title Here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D6D96A1-4D62-49B5-BAF3-3C314936944A}"/>
              </a:ext>
            </a:extLst>
          </p:cNvPr>
          <p:cNvSpPr/>
          <p:nvPr/>
        </p:nvSpPr>
        <p:spPr>
          <a:xfrm>
            <a:off x="4065349" y="2301119"/>
            <a:ext cx="1586143" cy="484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29194">
              <a:lnSpc>
                <a:spcPct val="150000"/>
              </a:lnSpc>
            </a:pPr>
            <a:r>
              <a:rPr lang="en-US" sz="900" dirty="0">
                <a:solidFill>
                  <a:srgbClr val="FFFFFF"/>
                </a:solidFill>
                <a:cs typeface="Segoe UI Light" panose="020B0502040204020203" pitchFamily="34" charset="0"/>
              </a:rPr>
              <a:t>Lorem Ipsum is simply dummy text.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81762D6-25DE-4A99-BAA4-3606D527574A}"/>
              </a:ext>
            </a:extLst>
          </p:cNvPr>
          <p:cNvCxnSpPr/>
          <p:nvPr/>
        </p:nvCxnSpPr>
        <p:spPr>
          <a:xfrm>
            <a:off x="3860013" y="2063249"/>
            <a:ext cx="0" cy="7428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CF07149A-F802-4776-B8F2-793BE9A65FB2}"/>
              </a:ext>
            </a:extLst>
          </p:cNvPr>
          <p:cNvSpPr txBox="1"/>
          <p:nvPr/>
        </p:nvSpPr>
        <p:spPr>
          <a:xfrm>
            <a:off x="4154062" y="3191941"/>
            <a:ext cx="76783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229194"/>
            <a:r>
              <a:rPr lang="en-US" sz="1200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Title Here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C9D4D98-1B04-42D6-B0FB-E39B3633695F}"/>
              </a:ext>
            </a:extLst>
          </p:cNvPr>
          <p:cNvSpPr/>
          <p:nvPr/>
        </p:nvSpPr>
        <p:spPr>
          <a:xfrm>
            <a:off x="4065349" y="3346442"/>
            <a:ext cx="1586143" cy="484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29194">
              <a:lnSpc>
                <a:spcPct val="150000"/>
              </a:lnSpc>
              <a:defRPr/>
            </a:pPr>
            <a:r>
              <a:rPr lang="en-US" sz="900" dirty="0">
                <a:solidFill>
                  <a:srgbClr val="FFFFFF"/>
                </a:solidFill>
                <a:cs typeface="Segoe UI Light" panose="020B0502040204020203" pitchFamily="34" charset="0"/>
              </a:rPr>
              <a:t>Lorem Ipsum is simply dummy text.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DA30DCC-FC8D-4202-A92B-B95AF4E5E3F3}"/>
              </a:ext>
            </a:extLst>
          </p:cNvPr>
          <p:cNvCxnSpPr/>
          <p:nvPr/>
        </p:nvCxnSpPr>
        <p:spPr>
          <a:xfrm>
            <a:off x="3860013" y="3108572"/>
            <a:ext cx="0" cy="7428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E4A9AD72-1CF4-4FB7-AC8D-93FB301FEBD4}"/>
              </a:ext>
            </a:extLst>
          </p:cNvPr>
          <p:cNvSpPr/>
          <p:nvPr/>
        </p:nvSpPr>
        <p:spPr>
          <a:xfrm>
            <a:off x="6161714" y="1973592"/>
            <a:ext cx="4406660" cy="917664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08A50C53-4D3A-4DF9-800B-34988CD7C1A1}"/>
              </a:ext>
            </a:extLst>
          </p:cNvPr>
          <p:cNvSpPr/>
          <p:nvPr/>
        </p:nvSpPr>
        <p:spPr>
          <a:xfrm rot="10800000" flipV="1">
            <a:off x="6161714" y="3028723"/>
            <a:ext cx="4406660" cy="917664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CEC092E-1A8C-48F9-B162-EF8B425FBFA2}"/>
              </a:ext>
            </a:extLst>
          </p:cNvPr>
          <p:cNvSpPr txBox="1"/>
          <p:nvPr/>
        </p:nvSpPr>
        <p:spPr>
          <a:xfrm>
            <a:off x="7178800" y="2248149"/>
            <a:ext cx="1198432" cy="435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229194"/>
            <a:r>
              <a:rPr lang="en-US" sz="1200" b="1" dirty="0">
                <a:solidFill>
                  <a:srgbClr val="FFFFFF"/>
                </a:solidFill>
                <a:cs typeface="Poppins" panose="00000500000000000000" pitchFamily="50" charset="0"/>
              </a:rPr>
              <a:t>12:00 am</a:t>
            </a:r>
          </a:p>
          <a:p>
            <a:pPr defTabSz="229194"/>
            <a:r>
              <a:rPr lang="en-US" sz="1000" dirty="0">
                <a:solidFill>
                  <a:srgbClr val="FFFFFF"/>
                </a:solidFill>
                <a:cs typeface="Poppins" panose="00000500000000000000" pitchFamily="50" charset="0"/>
              </a:rPr>
              <a:t>project name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C12B2C9-D4B9-43AB-85B8-F58F63C5DFF2}"/>
              </a:ext>
            </a:extLst>
          </p:cNvPr>
          <p:cNvSpPr txBox="1"/>
          <p:nvPr/>
        </p:nvSpPr>
        <p:spPr>
          <a:xfrm>
            <a:off x="7178800" y="3292256"/>
            <a:ext cx="1198432" cy="435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229194"/>
            <a:r>
              <a:rPr lang="en-US" sz="1200" b="1" dirty="0">
                <a:solidFill>
                  <a:srgbClr val="FFFFFF"/>
                </a:solidFill>
                <a:cs typeface="Poppins" panose="00000500000000000000" pitchFamily="50" charset="0"/>
              </a:rPr>
              <a:t>15:00 am</a:t>
            </a:r>
          </a:p>
          <a:p>
            <a:pPr defTabSz="229194"/>
            <a:r>
              <a:rPr lang="en-US" sz="1000" dirty="0">
                <a:solidFill>
                  <a:srgbClr val="FFFFFF"/>
                </a:solidFill>
                <a:cs typeface="Poppins" panose="00000500000000000000" pitchFamily="50" charset="0"/>
              </a:rPr>
              <a:t>project name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47CF2B8-2ED5-4B3B-8339-DDCE2724447B}"/>
              </a:ext>
            </a:extLst>
          </p:cNvPr>
          <p:cNvSpPr txBox="1"/>
          <p:nvPr/>
        </p:nvSpPr>
        <p:spPr>
          <a:xfrm>
            <a:off x="8692150" y="2145210"/>
            <a:ext cx="76783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229194"/>
            <a:r>
              <a:rPr lang="en-US" sz="1200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Title Here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F2876BE1-80D3-4B3F-B436-491C8B55B45B}"/>
              </a:ext>
            </a:extLst>
          </p:cNvPr>
          <p:cNvSpPr/>
          <p:nvPr/>
        </p:nvSpPr>
        <p:spPr>
          <a:xfrm>
            <a:off x="8603437" y="2299711"/>
            <a:ext cx="1586143" cy="484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29194">
              <a:lnSpc>
                <a:spcPct val="150000"/>
              </a:lnSpc>
              <a:defRPr/>
            </a:pPr>
            <a:r>
              <a:rPr lang="en-US" sz="900" dirty="0">
                <a:solidFill>
                  <a:srgbClr val="FFFFFF"/>
                </a:solidFill>
                <a:cs typeface="Segoe UI Light" panose="020B0502040204020203" pitchFamily="34" charset="0"/>
              </a:rPr>
              <a:t>Lorem Ipsum is simply dummy text.</a:t>
            </a: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10912C8-0A15-435B-BF54-A938D128B376}"/>
              </a:ext>
            </a:extLst>
          </p:cNvPr>
          <p:cNvCxnSpPr/>
          <p:nvPr/>
        </p:nvCxnSpPr>
        <p:spPr>
          <a:xfrm>
            <a:off x="8398101" y="2061841"/>
            <a:ext cx="0" cy="7428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C583579E-11A5-497A-92B0-EE69FA7EF6DF}"/>
              </a:ext>
            </a:extLst>
          </p:cNvPr>
          <p:cNvSpPr txBox="1"/>
          <p:nvPr/>
        </p:nvSpPr>
        <p:spPr>
          <a:xfrm>
            <a:off x="8692150" y="3203984"/>
            <a:ext cx="76783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229194"/>
            <a:r>
              <a:rPr lang="en-US" sz="1200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Title Here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C6163D47-27CB-49E7-9B1F-FCC9D3122C24}"/>
              </a:ext>
            </a:extLst>
          </p:cNvPr>
          <p:cNvSpPr/>
          <p:nvPr/>
        </p:nvSpPr>
        <p:spPr>
          <a:xfrm>
            <a:off x="8603437" y="3358484"/>
            <a:ext cx="1586143" cy="484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29194">
              <a:lnSpc>
                <a:spcPct val="150000"/>
              </a:lnSpc>
              <a:defRPr/>
            </a:pPr>
            <a:r>
              <a:rPr lang="en-US" sz="900" dirty="0">
                <a:solidFill>
                  <a:srgbClr val="FFFFFF"/>
                </a:solidFill>
                <a:cs typeface="Segoe UI Light" panose="020B0502040204020203" pitchFamily="34" charset="0"/>
              </a:rPr>
              <a:t>Lorem Ipsum is simply dummy text.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30A5B06-8113-46B1-8CB2-4490017FA866}"/>
              </a:ext>
            </a:extLst>
          </p:cNvPr>
          <p:cNvCxnSpPr/>
          <p:nvPr/>
        </p:nvCxnSpPr>
        <p:spPr>
          <a:xfrm>
            <a:off x="8398101" y="3120614"/>
            <a:ext cx="0" cy="7428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9FF67EC3-E019-457D-A97A-052A4235B81F}"/>
              </a:ext>
            </a:extLst>
          </p:cNvPr>
          <p:cNvSpPr txBox="1"/>
          <p:nvPr/>
        </p:nvSpPr>
        <p:spPr>
          <a:xfrm>
            <a:off x="2973049" y="710787"/>
            <a:ext cx="6245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+mj-lt"/>
                <a:cs typeface="Sora SemiBold" pitchFamily="2" charset="0"/>
              </a:rPr>
              <a:t>Gant Chart</a:t>
            </a:r>
            <a:r>
              <a:rPr lang="en-US" sz="4000" b="1" dirty="0">
                <a:solidFill>
                  <a:schemeClr val="accent2"/>
                </a:solidFill>
                <a:latin typeface="+mj-lt"/>
                <a:cs typeface="Sora SemiBold" pitchFamily="2" charset="0"/>
              </a:rPr>
              <a:t>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SemiBold" pitchFamily="2" charset="0"/>
              </a:rPr>
              <a:t>Infographic</a:t>
            </a:r>
          </a:p>
        </p:txBody>
      </p:sp>
      <p:sp>
        <p:nvSpPr>
          <p:cNvPr id="112" name="Title 11">
            <a:extLst>
              <a:ext uri="{FF2B5EF4-FFF2-40B4-BE49-F238E27FC236}">
                <a16:creationId xmlns:a16="http://schemas.microsoft.com/office/drawing/2014/main" id="{DD20B5E3-C040-48F9-9EDD-62EB4279555E}"/>
              </a:ext>
            </a:extLst>
          </p:cNvPr>
          <p:cNvSpPr txBox="1">
            <a:spLocks/>
          </p:cNvSpPr>
          <p:nvPr/>
        </p:nvSpPr>
        <p:spPr>
          <a:xfrm>
            <a:off x="1578784" y="4582366"/>
            <a:ext cx="4582930" cy="707886"/>
          </a:xfrm>
          <a:prstGeom prst="rect">
            <a:avLst/>
          </a:prstGeom>
        </p:spPr>
        <p:txBody>
          <a:bodyPr vert="horz" lIns="90693" tIns="45347" rIns="90693" bIns="45347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458389"/>
            <a:r>
              <a:rPr lang="en-US" sz="3600" b="1" dirty="0">
                <a:solidFill>
                  <a:srgbClr val="000000">
                    <a:lumMod val="90000"/>
                    <a:lumOff val="10000"/>
                  </a:srgbClr>
                </a:solidFill>
                <a:ea typeface="Open Sans" panose="020B0606030504020204" pitchFamily="34" charset="0"/>
                <a:cs typeface="Poppins" panose="00000500000000000000" pitchFamily="50" charset="0"/>
              </a:rPr>
              <a:t>Daily </a:t>
            </a:r>
            <a:r>
              <a:rPr lang="en-US" sz="3600" dirty="0">
                <a:solidFill>
                  <a:srgbClr val="000000">
                    <a:lumMod val="90000"/>
                    <a:lumOff val="10000"/>
                  </a:srgbClr>
                </a:solidFill>
                <a:ea typeface="Open Sans" panose="020B0606030504020204" pitchFamily="34" charset="0"/>
                <a:cs typeface="Poppins" panose="00000500000000000000" pitchFamily="50" charset="0"/>
              </a:rPr>
              <a:t>Planner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EDA65DB-5ACF-467E-BBE2-314CC3C6D230}"/>
              </a:ext>
            </a:extLst>
          </p:cNvPr>
          <p:cNvSpPr/>
          <p:nvPr/>
        </p:nvSpPr>
        <p:spPr>
          <a:xfrm>
            <a:off x="6161714" y="4478888"/>
            <a:ext cx="4562271" cy="991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Lorem Ipsum is simply dummy text of the printing and typesetting industry. Lorem Ipsum has been the industry's standard dummy text ever since the 1500s, when </a:t>
            </a:r>
            <a:r>
              <a:rPr lang="en-US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Open Sans" panose="020B0606030504020204" pitchFamily="34" charset="0"/>
              </a:rPr>
              <a:t>an and typesetting industry. Lorem the printing Ipsum has been the industry's standard dummy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15" name="Freeform 50">
            <a:extLst>
              <a:ext uri="{FF2B5EF4-FFF2-40B4-BE49-F238E27FC236}">
                <a16:creationId xmlns:a16="http://schemas.microsoft.com/office/drawing/2014/main" id="{7849DCDA-6934-46B3-8E1A-028BDFE03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3355" y="3292256"/>
            <a:ext cx="333154" cy="333154"/>
          </a:xfrm>
          <a:custGeom>
            <a:avLst/>
            <a:gdLst>
              <a:gd name="T0" fmla="*/ 84732 w 634"/>
              <a:gd name="T1" fmla="*/ 58399 h 634"/>
              <a:gd name="T2" fmla="*/ 84732 w 634"/>
              <a:gd name="T3" fmla="*/ 42538 h 634"/>
              <a:gd name="T4" fmla="*/ 42186 w 634"/>
              <a:gd name="T5" fmla="*/ 47945 h 634"/>
              <a:gd name="T6" fmla="*/ 42186 w 634"/>
              <a:gd name="T7" fmla="*/ 85075 h 634"/>
              <a:gd name="T8" fmla="*/ 58411 w 634"/>
              <a:gd name="T9" fmla="*/ 85075 h 634"/>
              <a:gd name="T10" fmla="*/ 90141 w 634"/>
              <a:gd name="T11" fmla="*/ 100937 h 634"/>
              <a:gd name="T12" fmla="*/ 63459 w 634"/>
              <a:gd name="T13" fmla="*/ 58399 h 634"/>
              <a:gd name="T14" fmla="*/ 174873 w 634"/>
              <a:gd name="T15" fmla="*/ 138067 h 634"/>
              <a:gd name="T16" fmla="*/ 169825 w 634"/>
              <a:gd name="T17" fmla="*/ 143475 h 634"/>
              <a:gd name="T18" fmla="*/ 138096 w 634"/>
              <a:gd name="T19" fmla="*/ 127613 h 634"/>
              <a:gd name="T20" fmla="*/ 159008 w 634"/>
              <a:gd name="T21" fmla="*/ 169790 h 634"/>
              <a:gd name="T22" fmla="*/ 132327 w 634"/>
              <a:gd name="T23" fmla="*/ 180605 h 634"/>
              <a:gd name="T24" fmla="*/ 174873 w 634"/>
              <a:gd name="T25" fmla="*/ 186012 h 634"/>
              <a:gd name="T26" fmla="*/ 185690 w 634"/>
              <a:gd name="T27" fmla="*/ 180605 h 634"/>
              <a:gd name="T28" fmla="*/ 174873 w 634"/>
              <a:gd name="T29" fmla="*/ 138067 h 634"/>
              <a:gd name="T30" fmla="*/ 90141 w 634"/>
              <a:gd name="T31" fmla="*/ 127613 h 634"/>
              <a:gd name="T32" fmla="*/ 58411 w 634"/>
              <a:gd name="T33" fmla="*/ 143475 h 634"/>
              <a:gd name="T34" fmla="*/ 42186 w 634"/>
              <a:gd name="T35" fmla="*/ 143475 h 634"/>
              <a:gd name="T36" fmla="*/ 42186 w 634"/>
              <a:gd name="T37" fmla="*/ 186012 h 634"/>
              <a:gd name="T38" fmla="*/ 84732 w 634"/>
              <a:gd name="T39" fmla="*/ 186012 h 634"/>
              <a:gd name="T40" fmla="*/ 84732 w 634"/>
              <a:gd name="T41" fmla="*/ 169790 h 634"/>
              <a:gd name="T42" fmla="*/ 100597 w 634"/>
              <a:gd name="T43" fmla="*/ 138067 h 634"/>
              <a:gd name="T44" fmla="*/ 196146 w 634"/>
              <a:gd name="T45" fmla="*/ 0 h 634"/>
              <a:gd name="T46" fmla="*/ 26321 w 634"/>
              <a:gd name="T47" fmla="*/ 0 h 634"/>
              <a:gd name="T48" fmla="*/ 0 w 634"/>
              <a:gd name="T49" fmla="*/ 201874 h 634"/>
              <a:gd name="T50" fmla="*/ 196146 w 634"/>
              <a:gd name="T51" fmla="*/ 228190 h 634"/>
              <a:gd name="T52" fmla="*/ 228236 w 634"/>
              <a:gd name="T53" fmla="*/ 32084 h 634"/>
              <a:gd name="T54" fmla="*/ 212011 w 634"/>
              <a:gd name="T55" fmla="*/ 201874 h 634"/>
              <a:gd name="T56" fmla="*/ 196146 w 634"/>
              <a:gd name="T57" fmla="*/ 212328 h 634"/>
              <a:gd name="T58" fmla="*/ 15865 w 634"/>
              <a:gd name="T59" fmla="*/ 201874 h 634"/>
              <a:gd name="T60" fmla="*/ 26321 w 634"/>
              <a:gd name="T61" fmla="*/ 16222 h 634"/>
              <a:gd name="T62" fmla="*/ 212011 w 634"/>
              <a:gd name="T63" fmla="*/ 32084 h 634"/>
              <a:gd name="T64" fmla="*/ 174873 w 634"/>
              <a:gd name="T65" fmla="*/ 42538 h 634"/>
              <a:gd name="T66" fmla="*/ 143144 w 634"/>
              <a:gd name="T67" fmla="*/ 42538 h 634"/>
              <a:gd name="T68" fmla="*/ 143144 w 634"/>
              <a:gd name="T69" fmla="*/ 58399 h 634"/>
              <a:gd name="T70" fmla="*/ 127279 w 634"/>
              <a:gd name="T71" fmla="*/ 90483 h 634"/>
              <a:gd name="T72" fmla="*/ 169825 w 634"/>
              <a:gd name="T73" fmla="*/ 69214 h 634"/>
              <a:gd name="T74" fmla="*/ 174873 w 634"/>
              <a:gd name="T75" fmla="*/ 95890 h 634"/>
              <a:gd name="T76" fmla="*/ 185690 w 634"/>
              <a:gd name="T77" fmla="*/ 53352 h 634"/>
              <a:gd name="T78" fmla="*/ 174873 w 634"/>
              <a:gd name="T79" fmla="*/ 42538 h 634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634" h="634">
                <a:moveTo>
                  <a:pt x="235" y="162"/>
                </a:moveTo>
                <a:lnTo>
                  <a:pt x="235" y="162"/>
                </a:lnTo>
                <a:cubicBezTo>
                  <a:pt x="250" y="162"/>
                  <a:pt x="250" y="148"/>
                  <a:pt x="250" y="148"/>
                </a:cubicBezTo>
                <a:cubicBezTo>
                  <a:pt x="250" y="133"/>
                  <a:pt x="250" y="118"/>
                  <a:pt x="235" y="118"/>
                </a:cubicBezTo>
                <a:cubicBezTo>
                  <a:pt x="132" y="118"/>
                  <a:pt x="132" y="118"/>
                  <a:pt x="132" y="118"/>
                </a:cubicBezTo>
                <a:cubicBezTo>
                  <a:pt x="132" y="118"/>
                  <a:pt x="132" y="118"/>
                  <a:pt x="117" y="133"/>
                </a:cubicBezTo>
                <a:cubicBezTo>
                  <a:pt x="117" y="133"/>
                  <a:pt x="117" y="133"/>
                  <a:pt x="117" y="148"/>
                </a:cubicBezTo>
                <a:cubicBezTo>
                  <a:pt x="117" y="236"/>
                  <a:pt x="117" y="236"/>
                  <a:pt x="117" y="236"/>
                </a:cubicBezTo>
                <a:cubicBezTo>
                  <a:pt x="117" y="251"/>
                  <a:pt x="132" y="266"/>
                  <a:pt x="132" y="266"/>
                </a:cubicBezTo>
                <a:cubicBezTo>
                  <a:pt x="147" y="266"/>
                  <a:pt x="162" y="251"/>
                  <a:pt x="162" y="236"/>
                </a:cubicBezTo>
                <a:cubicBezTo>
                  <a:pt x="162" y="192"/>
                  <a:pt x="162" y="192"/>
                  <a:pt x="162" y="192"/>
                </a:cubicBezTo>
                <a:cubicBezTo>
                  <a:pt x="250" y="280"/>
                  <a:pt x="250" y="280"/>
                  <a:pt x="250" y="280"/>
                </a:cubicBezTo>
                <a:cubicBezTo>
                  <a:pt x="279" y="251"/>
                  <a:pt x="279" y="251"/>
                  <a:pt x="279" y="251"/>
                </a:cubicBezTo>
                <a:cubicBezTo>
                  <a:pt x="176" y="162"/>
                  <a:pt x="176" y="162"/>
                  <a:pt x="176" y="162"/>
                </a:cubicBezTo>
                <a:lnTo>
                  <a:pt x="235" y="162"/>
                </a:lnTo>
                <a:close/>
                <a:moveTo>
                  <a:pt x="485" y="383"/>
                </a:moveTo>
                <a:lnTo>
                  <a:pt x="485" y="383"/>
                </a:lnTo>
                <a:cubicBezTo>
                  <a:pt x="485" y="383"/>
                  <a:pt x="471" y="383"/>
                  <a:pt x="471" y="398"/>
                </a:cubicBezTo>
                <a:cubicBezTo>
                  <a:pt x="471" y="442"/>
                  <a:pt x="471" y="442"/>
                  <a:pt x="471" y="442"/>
                </a:cubicBezTo>
                <a:cubicBezTo>
                  <a:pt x="383" y="354"/>
                  <a:pt x="383" y="354"/>
                  <a:pt x="383" y="354"/>
                </a:cubicBezTo>
                <a:cubicBezTo>
                  <a:pt x="353" y="383"/>
                  <a:pt x="353" y="383"/>
                  <a:pt x="353" y="383"/>
                </a:cubicBezTo>
                <a:cubicBezTo>
                  <a:pt x="441" y="471"/>
                  <a:pt x="441" y="471"/>
                  <a:pt x="441" y="471"/>
                </a:cubicBezTo>
                <a:cubicBezTo>
                  <a:pt x="397" y="471"/>
                  <a:pt x="397" y="471"/>
                  <a:pt x="397" y="471"/>
                </a:cubicBezTo>
                <a:cubicBezTo>
                  <a:pt x="383" y="471"/>
                  <a:pt x="367" y="486"/>
                  <a:pt x="367" y="501"/>
                </a:cubicBezTo>
                <a:cubicBezTo>
                  <a:pt x="367" y="501"/>
                  <a:pt x="383" y="516"/>
                  <a:pt x="397" y="516"/>
                </a:cubicBezTo>
                <a:cubicBezTo>
                  <a:pt x="485" y="516"/>
                  <a:pt x="485" y="516"/>
                  <a:pt x="485" y="516"/>
                </a:cubicBezTo>
                <a:cubicBezTo>
                  <a:pt x="500" y="516"/>
                  <a:pt x="500" y="516"/>
                  <a:pt x="500" y="516"/>
                </a:cubicBezTo>
                <a:cubicBezTo>
                  <a:pt x="515" y="501"/>
                  <a:pt x="515" y="501"/>
                  <a:pt x="515" y="501"/>
                </a:cubicBezTo>
                <a:cubicBezTo>
                  <a:pt x="515" y="398"/>
                  <a:pt x="515" y="398"/>
                  <a:pt x="515" y="398"/>
                </a:cubicBezTo>
                <a:cubicBezTo>
                  <a:pt x="515" y="383"/>
                  <a:pt x="500" y="383"/>
                  <a:pt x="485" y="383"/>
                </a:cubicBezTo>
                <a:close/>
                <a:moveTo>
                  <a:pt x="250" y="354"/>
                </a:moveTo>
                <a:lnTo>
                  <a:pt x="250" y="354"/>
                </a:lnTo>
                <a:cubicBezTo>
                  <a:pt x="162" y="442"/>
                  <a:pt x="162" y="442"/>
                  <a:pt x="162" y="442"/>
                </a:cubicBezTo>
                <a:cubicBezTo>
                  <a:pt x="162" y="398"/>
                  <a:pt x="162" y="398"/>
                  <a:pt x="162" y="398"/>
                </a:cubicBezTo>
                <a:cubicBezTo>
                  <a:pt x="162" y="383"/>
                  <a:pt x="147" y="383"/>
                  <a:pt x="132" y="383"/>
                </a:cubicBezTo>
                <a:cubicBezTo>
                  <a:pt x="132" y="383"/>
                  <a:pt x="117" y="383"/>
                  <a:pt x="117" y="398"/>
                </a:cubicBezTo>
                <a:cubicBezTo>
                  <a:pt x="117" y="501"/>
                  <a:pt x="117" y="501"/>
                  <a:pt x="117" y="501"/>
                </a:cubicBezTo>
                <a:cubicBezTo>
                  <a:pt x="117" y="501"/>
                  <a:pt x="117" y="501"/>
                  <a:pt x="117" y="516"/>
                </a:cubicBezTo>
                <a:cubicBezTo>
                  <a:pt x="132" y="516"/>
                  <a:pt x="132" y="516"/>
                  <a:pt x="132" y="516"/>
                </a:cubicBezTo>
                <a:cubicBezTo>
                  <a:pt x="235" y="516"/>
                  <a:pt x="235" y="516"/>
                  <a:pt x="235" y="516"/>
                </a:cubicBezTo>
                <a:cubicBezTo>
                  <a:pt x="250" y="516"/>
                  <a:pt x="250" y="501"/>
                  <a:pt x="250" y="501"/>
                </a:cubicBezTo>
                <a:cubicBezTo>
                  <a:pt x="250" y="486"/>
                  <a:pt x="250" y="471"/>
                  <a:pt x="235" y="471"/>
                </a:cubicBezTo>
                <a:cubicBezTo>
                  <a:pt x="176" y="471"/>
                  <a:pt x="176" y="471"/>
                  <a:pt x="176" y="471"/>
                </a:cubicBezTo>
                <a:cubicBezTo>
                  <a:pt x="279" y="383"/>
                  <a:pt x="279" y="383"/>
                  <a:pt x="279" y="383"/>
                </a:cubicBezTo>
                <a:lnTo>
                  <a:pt x="250" y="354"/>
                </a:lnTo>
                <a:close/>
                <a:moveTo>
                  <a:pt x="544" y="0"/>
                </a:moveTo>
                <a:lnTo>
                  <a:pt x="544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45"/>
                  <a:pt x="0" y="89"/>
                </a:cubicBezTo>
                <a:cubicBezTo>
                  <a:pt x="0" y="560"/>
                  <a:pt x="0" y="560"/>
                  <a:pt x="0" y="560"/>
                </a:cubicBezTo>
                <a:cubicBezTo>
                  <a:pt x="0" y="604"/>
                  <a:pt x="29" y="633"/>
                  <a:pt x="73" y="633"/>
                </a:cubicBezTo>
                <a:cubicBezTo>
                  <a:pt x="544" y="633"/>
                  <a:pt x="544" y="633"/>
                  <a:pt x="544" y="633"/>
                </a:cubicBezTo>
                <a:cubicBezTo>
                  <a:pt x="588" y="633"/>
                  <a:pt x="633" y="604"/>
                  <a:pt x="633" y="560"/>
                </a:cubicBezTo>
                <a:cubicBezTo>
                  <a:pt x="633" y="89"/>
                  <a:pt x="633" y="89"/>
                  <a:pt x="633" y="89"/>
                </a:cubicBezTo>
                <a:cubicBezTo>
                  <a:pt x="633" y="45"/>
                  <a:pt x="588" y="0"/>
                  <a:pt x="544" y="0"/>
                </a:cubicBezTo>
                <a:close/>
                <a:moveTo>
                  <a:pt x="588" y="560"/>
                </a:moveTo>
                <a:lnTo>
                  <a:pt x="588" y="560"/>
                </a:lnTo>
                <a:cubicBezTo>
                  <a:pt x="588" y="575"/>
                  <a:pt x="574" y="589"/>
                  <a:pt x="544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8" y="589"/>
                  <a:pt x="44" y="575"/>
                  <a:pt x="44" y="560"/>
                </a:cubicBezTo>
                <a:cubicBezTo>
                  <a:pt x="44" y="89"/>
                  <a:pt x="44" y="89"/>
                  <a:pt x="44" y="89"/>
                </a:cubicBezTo>
                <a:cubicBezTo>
                  <a:pt x="44" y="59"/>
                  <a:pt x="58" y="45"/>
                  <a:pt x="73" y="45"/>
                </a:cubicBezTo>
                <a:cubicBezTo>
                  <a:pt x="544" y="45"/>
                  <a:pt x="544" y="45"/>
                  <a:pt x="544" y="45"/>
                </a:cubicBezTo>
                <a:cubicBezTo>
                  <a:pt x="574" y="45"/>
                  <a:pt x="588" y="59"/>
                  <a:pt x="588" y="89"/>
                </a:cubicBezTo>
                <a:lnTo>
                  <a:pt x="588" y="560"/>
                </a:lnTo>
                <a:close/>
                <a:moveTo>
                  <a:pt x="485" y="118"/>
                </a:moveTo>
                <a:lnTo>
                  <a:pt x="485" y="118"/>
                </a:lnTo>
                <a:cubicBezTo>
                  <a:pt x="397" y="118"/>
                  <a:pt x="397" y="118"/>
                  <a:pt x="397" y="118"/>
                </a:cubicBezTo>
                <a:cubicBezTo>
                  <a:pt x="383" y="118"/>
                  <a:pt x="367" y="133"/>
                  <a:pt x="367" y="148"/>
                </a:cubicBezTo>
                <a:cubicBezTo>
                  <a:pt x="367" y="148"/>
                  <a:pt x="383" y="162"/>
                  <a:pt x="397" y="162"/>
                </a:cubicBezTo>
                <a:cubicBezTo>
                  <a:pt x="441" y="162"/>
                  <a:pt x="441" y="162"/>
                  <a:pt x="441" y="162"/>
                </a:cubicBezTo>
                <a:cubicBezTo>
                  <a:pt x="353" y="251"/>
                  <a:pt x="353" y="251"/>
                  <a:pt x="353" y="251"/>
                </a:cubicBezTo>
                <a:cubicBezTo>
                  <a:pt x="383" y="280"/>
                  <a:pt x="383" y="280"/>
                  <a:pt x="383" y="280"/>
                </a:cubicBezTo>
                <a:cubicBezTo>
                  <a:pt x="471" y="192"/>
                  <a:pt x="471" y="192"/>
                  <a:pt x="471" y="192"/>
                </a:cubicBezTo>
                <a:cubicBezTo>
                  <a:pt x="471" y="236"/>
                  <a:pt x="471" y="236"/>
                  <a:pt x="471" y="236"/>
                </a:cubicBezTo>
                <a:cubicBezTo>
                  <a:pt x="471" y="251"/>
                  <a:pt x="485" y="266"/>
                  <a:pt x="485" y="266"/>
                </a:cubicBezTo>
                <a:cubicBezTo>
                  <a:pt x="500" y="266"/>
                  <a:pt x="515" y="251"/>
                  <a:pt x="515" y="236"/>
                </a:cubicBezTo>
                <a:cubicBezTo>
                  <a:pt x="515" y="148"/>
                  <a:pt x="515" y="148"/>
                  <a:pt x="515" y="148"/>
                </a:cubicBezTo>
                <a:cubicBezTo>
                  <a:pt x="515" y="133"/>
                  <a:pt x="515" y="133"/>
                  <a:pt x="500" y="133"/>
                </a:cubicBezTo>
                <a:cubicBezTo>
                  <a:pt x="500" y="118"/>
                  <a:pt x="500" y="118"/>
                  <a:pt x="485" y="11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6" name="Freeform 126">
            <a:extLst>
              <a:ext uri="{FF2B5EF4-FFF2-40B4-BE49-F238E27FC236}">
                <a16:creationId xmlns:a16="http://schemas.microsoft.com/office/drawing/2014/main" id="{7043960A-06E8-47DE-BF57-22BF7FF10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577" y="3307984"/>
            <a:ext cx="310046" cy="292714"/>
          </a:xfrm>
          <a:custGeom>
            <a:avLst/>
            <a:gdLst>
              <a:gd name="T0" fmla="*/ 180290 w 590"/>
              <a:gd name="T1" fmla="*/ 115974 h 561"/>
              <a:gd name="T2" fmla="*/ 180290 w 590"/>
              <a:gd name="T3" fmla="*/ 115974 h 561"/>
              <a:gd name="T4" fmla="*/ 180290 w 590"/>
              <a:gd name="T5" fmla="*/ 10738 h 561"/>
              <a:gd name="T6" fmla="*/ 175242 w 590"/>
              <a:gd name="T7" fmla="*/ 0 h 561"/>
              <a:gd name="T8" fmla="*/ 169833 w 590"/>
              <a:gd name="T9" fmla="*/ 10738 h 561"/>
              <a:gd name="T10" fmla="*/ 169833 w 590"/>
              <a:gd name="T11" fmla="*/ 115974 h 561"/>
              <a:gd name="T12" fmla="*/ 137741 w 590"/>
              <a:gd name="T13" fmla="*/ 147473 h 561"/>
              <a:gd name="T14" fmla="*/ 169833 w 590"/>
              <a:gd name="T15" fmla="*/ 184342 h 561"/>
              <a:gd name="T16" fmla="*/ 169833 w 590"/>
              <a:gd name="T17" fmla="*/ 189711 h 561"/>
              <a:gd name="T18" fmla="*/ 175242 w 590"/>
              <a:gd name="T19" fmla="*/ 200449 h 561"/>
              <a:gd name="T20" fmla="*/ 180290 w 590"/>
              <a:gd name="T21" fmla="*/ 189711 h 561"/>
              <a:gd name="T22" fmla="*/ 180290 w 590"/>
              <a:gd name="T23" fmla="*/ 184342 h 561"/>
              <a:gd name="T24" fmla="*/ 212381 w 590"/>
              <a:gd name="T25" fmla="*/ 147473 h 561"/>
              <a:gd name="T26" fmla="*/ 180290 w 590"/>
              <a:gd name="T27" fmla="*/ 115974 h 561"/>
              <a:gd name="T28" fmla="*/ 175242 w 590"/>
              <a:gd name="T29" fmla="*/ 168592 h 561"/>
              <a:gd name="T30" fmla="*/ 175242 w 590"/>
              <a:gd name="T31" fmla="*/ 168592 h 561"/>
              <a:gd name="T32" fmla="*/ 153968 w 590"/>
              <a:gd name="T33" fmla="*/ 147473 h 561"/>
              <a:gd name="T34" fmla="*/ 175242 w 590"/>
              <a:gd name="T35" fmla="*/ 126354 h 561"/>
              <a:gd name="T36" fmla="*/ 196516 w 590"/>
              <a:gd name="T37" fmla="*/ 147473 h 561"/>
              <a:gd name="T38" fmla="*/ 175242 w 590"/>
              <a:gd name="T39" fmla="*/ 168592 h 561"/>
              <a:gd name="T40" fmla="*/ 111419 w 590"/>
              <a:gd name="T41" fmla="*/ 15750 h 561"/>
              <a:gd name="T42" fmla="*/ 111419 w 590"/>
              <a:gd name="T43" fmla="*/ 15750 h 561"/>
              <a:gd name="T44" fmla="*/ 111419 w 590"/>
              <a:gd name="T45" fmla="*/ 10738 h 561"/>
              <a:gd name="T46" fmla="*/ 106010 w 590"/>
              <a:gd name="T47" fmla="*/ 0 h 561"/>
              <a:gd name="T48" fmla="*/ 95554 w 590"/>
              <a:gd name="T49" fmla="*/ 10738 h 561"/>
              <a:gd name="T50" fmla="*/ 95554 w 590"/>
              <a:gd name="T51" fmla="*/ 15750 h 561"/>
              <a:gd name="T52" fmla="*/ 68871 w 590"/>
              <a:gd name="T53" fmla="*/ 52618 h 561"/>
              <a:gd name="T54" fmla="*/ 95554 w 590"/>
              <a:gd name="T55" fmla="*/ 84117 h 561"/>
              <a:gd name="T56" fmla="*/ 95554 w 590"/>
              <a:gd name="T57" fmla="*/ 189711 h 561"/>
              <a:gd name="T58" fmla="*/ 106010 w 590"/>
              <a:gd name="T59" fmla="*/ 200449 h 561"/>
              <a:gd name="T60" fmla="*/ 111419 w 590"/>
              <a:gd name="T61" fmla="*/ 189711 h 561"/>
              <a:gd name="T62" fmla="*/ 111419 w 590"/>
              <a:gd name="T63" fmla="*/ 84117 h 561"/>
              <a:gd name="T64" fmla="*/ 137741 w 590"/>
              <a:gd name="T65" fmla="*/ 52618 h 561"/>
              <a:gd name="T66" fmla="*/ 111419 w 590"/>
              <a:gd name="T67" fmla="*/ 15750 h 561"/>
              <a:gd name="T68" fmla="*/ 106010 w 590"/>
              <a:gd name="T69" fmla="*/ 73737 h 561"/>
              <a:gd name="T70" fmla="*/ 106010 w 590"/>
              <a:gd name="T71" fmla="*/ 73737 h 561"/>
              <a:gd name="T72" fmla="*/ 84736 w 590"/>
              <a:gd name="T73" fmla="*/ 52618 h 561"/>
              <a:gd name="T74" fmla="*/ 106010 w 590"/>
              <a:gd name="T75" fmla="*/ 31499 h 561"/>
              <a:gd name="T76" fmla="*/ 127285 w 590"/>
              <a:gd name="T77" fmla="*/ 52618 h 561"/>
              <a:gd name="T78" fmla="*/ 106010 w 590"/>
              <a:gd name="T79" fmla="*/ 73737 h 561"/>
              <a:gd name="T80" fmla="*/ 42548 w 590"/>
              <a:gd name="T81" fmla="*/ 84117 h 561"/>
              <a:gd name="T82" fmla="*/ 42548 w 590"/>
              <a:gd name="T83" fmla="*/ 84117 h 561"/>
              <a:gd name="T84" fmla="*/ 42548 w 590"/>
              <a:gd name="T85" fmla="*/ 10738 h 561"/>
              <a:gd name="T86" fmla="*/ 31731 w 590"/>
              <a:gd name="T87" fmla="*/ 0 h 561"/>
              <a:gd name="T88" fmla="*/ 26322 w 590"/>
              <a:gd name="T89" fmla="*/ 10738 h 561"/>
              <a:gd name="T90" fmla="*/ 26322 w 590"/>
              <a:gd name="T91" fmla="*/ 84117 h 561"/>
              <a:gd name="T92" fmla="*/ 0 w 590"/>
              <a:gd name="T93" fmla="*/ 121343 h 561"/>
              <a:gd name="T94" fmla="*/ 26322 w 590"/>
              <a:gd name="T95" fmla="*/ 158212 h 561"/>
              <a:gd name="T96" fmla="*/ 26322 w 590"/>
              <a:gd name="T97" fmla="*/ 189711 h 561"/>
              <a:gd name="T98" fmla="*/ 31731 w 590"/>
              <a:gd name="T99" fmla="*/ 200449 h 561"/>
              <a:gd name="T100" fmla="*/ 42548 w 590"/>
              <a:gd name="T101" fmla="*/ 189711 h 561"/>
              <a:gd name="T102" fmla="*/ 42548 w 590"/>
              <a:gd name="T103" fmla="*/ 158212 h 561"/>
              <a:gd name="T104" fmla="*/ 68871 w 590"/>
              <a:gd name="T105" fmla="*/ 121343 h 561"/>
              <a:gd name="T106" fmla="*/ 42548 w 590"/>
              <a:gd name="T107" fmla="*/ 84117 h 561"/>
              <a:gd name="T108" fmla="*/ 31731 w 590"/>
              <a:gd name="T109" fmla="*/ 142104 h 561"/>
              <a:gd name="T110" fmla="*/ 31731 w 590"/>
              <a:gd name="T111" fmla="*/ 142104 h 561"/>
              <a:gd name="T112" fmla="*/ 10457 w 590"/>
              <a:gd name="T113" fmla="*/ 121343 h 561"/>
              <a:gd name="T114" fmla="*/ 31731 w 590"/>
              <a:gd name="T115" fmla="*/ 100225 h 561"/>
              <a:gd name="T116" fmla="*/ 53005 w 590"/>
              <a:gd name="T117" fmla="*/ 121343 h 561"/>
              <a:gd name="T118" fmla="*/ 31731 w 590"/>
              <a:gd name="T119" fmla="*/ 142104 h 561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590" h="561">
                <a:moveTo>
                  <a:pt x="500" y="324"/>
                </a:moveTo>
                <a:lnTo>
                  <a:pt x="500" y="324"/>
                </a:lnTo>
                <a:cubicBezTo>
                  <a:pt x="500" y="30"/>
                  <a:pt x="500" y="30"/>
                  <a:pt x="500" y="30"/>
                </a:cubicBezTo>
                <a:cubicBezTo>
                  <a:pt x="500" y="15"/>
                  <a:pt x="500" y="0"/>
                  <a:pt x="486" y="0"/>
                </a:cubicBezTo>
                <a:cubicBezTo>
                  <a:pt x="471" y="0"/>
                  <a:pt x="471" y="15"/>
                  <a:pt x="471" y="30"/>
                </a:cubicBezTo>
                <a:cubicBezTo>
                  <a:pt x="471" y="324"/>
                  <a:pt x="471" y="324"/>
                  <a:pt x="471" y="324"/>
                </a:cubicBezTo>
                <a:cubicBezTo>
                  <a:pt x="427" y="324"/>
                  <a:pt x="382" y="368"/>
                  <a:pt x="382" y="412"/>
                </a:cubicBezTo>
                <a:cubicBezTo>
                  <a:pt x="382" y="471"/>
                  <a:pt x="427" y="501"/>
                  <a:pt x="471" y="515"/>
                </a:cubicBezTo>
                <a:cubicBezTo>
                  <a:pt x="471" y="530"/>
                  <a:pt x="471" y="530"/>
                  <a:pt x="471" y="530"/>
                </a:cubicBezTo>
                <a:cubicBezTo>
                  <a:pt x="471" y="545"/>
                  <a:pt x="471" y="560"/>
                  <a:pt x="486" y="560"/>
                </a:cubicBezTo>
                <a:cubicBezTo>
                  <a:pt x="500" y="560"/>
                  <a:pt x="500" y="545"/>
                  <a:pt x="500" y="530"/>
                </a:cubicBezTo>
                <a:cubicBezTo>
                  <a:pt x="500" y="515"/>
                  <a:pt x="500" y="515"/>
                  <a:pt x="500" y="515"/>
                </a:cubicBezTo>
                <a:cubicBezTo>
                  <a:pt x="545" y="501"/>
                  <a:pt x="589" y="471"/>
                  <a:pt x="589" y="412"/>
                </a:cubicBezTo>
                <a:cubicBezTo>
                  <a:pt x="589" y="368"/>
                  <a:pt x="545" y="324"/>
                  <a:pt x="500" y="324"/>
                </a:cubicBezTo>
                <a:close/>
                <a:moveTo>
                  <a:pt x="486" y="471"/>
                </a:moveTo>
                <a:lnTo>
                  <a:pt x="486" y="471"/>
                </a:lnTo>
                <a:cubicBezTo>
                  <a:pt x="456" y="471"/>
                  <a:pt x="427" y="456"/>
                  <a:pt x="427" y="412"/>
                </a:cubicBezTo>
                <a:cubicBezTo>
                  <a:pt x="427" y="383"/>
                  <a:pt x="456" y="353"/>
                  <a:pt x="486" y="353"/>
                </a:cubicBezTo>
                <a:cubicBezTo>
                  <a:pt x="515" y="353"/>
                  <a:pt x="545" y="383"/>
                  <a:pt x="545" y="412"/>
                </a:cubicBezTo>
                <a:cubicBezTo>
                  <a:pt x="545" y="456"/>
                  <a:pt x="515" y="471"/>
                  <a:pt x="486" y="471"/>
                </a:cubicBezTo>
                <a:close/>
                <a:moveTo>
                  <a:pt x="309" y="44"/>
                </a:moveTo>
                <a:lnTo>
                  <a:pt x="309" y="44"/>
                </a:lnTo>
                <a:cubicBezTo>
                  <a:pt x="309" y="30"/>
                  <a:pt x="309" y="30"/>
                  <a:pt x="309" y="30"/>
                </a:cubicBezTo>
                <a:cubicBezTo>
                  <a:pt x="309" y="15"/>
                  <a:pt x="294" y="0"/>
                  <a:pt x="294" y="0"/>
                </a:cubicBezTo>
                <a:cubicBezTo>
                  <a:pt x="280" y="0"/>
                  <a:pt x="265" y="15"/>
                  <a:pt x="265" y="30"/>
                </a:cubicBezTo>
                <a:cubicBezTo>
                  <a:pt x="265" y="44"/>
                  <a:pt x="265" y="44"/>
                  <a:pt x="265" y="44"/>
                </a:cubicBezTo>
                <a:cubicBezTo>
                  <a:pt x="221" y="59"/>
                  <a:pt x="191" y="88"/>
                  <a:pt x="191" y="147"/>
                </a:cubicBezTo>
                <a:cubicBezTo>
                  <a:pt x="191" y="192"/>
                  <a:pt x="221" y="235"/>
                  <a:pt x="265" y="235"/>
                </a:cubicBezTo>
                <a:cubicBezTo>
                  <a:pt x="265" y="530"/>
                  <a:pt x="265" y="530"/>
                  <a:pt x="265" y="530"/>
                </a:cubicBezTo>
                <a:cubicBezTo>
                  <a:pt x="265" y="545"/>
                  <a:pt x="280" y="560"/>
                  <a:pt x="294" y="560"/>
                </a:cubicBezTo>
                <a:cubicBezTo>
                  <a:pt x="294" y="560"/>
                  <a:pt x="309" y="545"/>
                  <a:pt x="309" y="530"/>
                </a:cubicBezTo>
                <a:cubicBezTo>
                  <a:pt x="309" y="235"/>
                  <a:pt x="309" y="235"/>
                  <a:pt x="309" y="235"/>
                </a:cubicBezTo>
                <a:cubicBezTo>
                  <a:pt x="353" y="235"/>
                  <a:pt x="382" y="192"/>
                  <a:pt x="382" y="147"/>
                </a:cubicBezTo>
                <a:cubicBezTo>
                  <a:pt x="382" y="88"/>
                  <a:pt x="353" y="59"/>
                  <a:pt x="309" y="44"/>
                </a:cubicBezTo>
                <a:close/>
                <a:moveTo>
                  <a:pt x="294" y="206"/>
                </a:moveTo>
                <a:lnTo>
                  <a:pt x="294" y="206"/>
                </a:lnTo>
                <a:cubicBezTo>
                  <a:pt x="250" y="206"/>
                  <a:pt x="235" y="177"/>
                  <a:pt x="235" y="147"/>
                </a:cubicBezTo>
                <a:cubicBezTo>
                  <a:pt x="235" y="103"/>
                  <a:pt x="250" y="88"/>
                  <a:pt x="294" y="88"/>
                </a:cubicBezTo>
                <a:cubicBezTo>
                  <a:pt x="324" y="88"/>
                  <a:pt x="353" y="103"/>
                  <a:pt x="353" y="147"/>
                </a:cubicBezTo>
                <a:cubicBezTo>
                  <a:pt x="353" y="177"/>
                  <a:pt x="324" y="206"/>
                  <a:pt x="294" y="206"/>
                </a:cubicBezTo>
                <a:close/>
                <a:moveTo>
                  <a:pt x="118" y="235"/>
                </a:moveTo>
                <a:lnTo>
                  <a:pt x="118" y="235"/>
                </a:lnTo>
                <a:cubicBezTo>
                  <a:pt x="118" y="30"/>
                  <a:pt x="118" y="30"/>
                  <a:pt x="118" y="30"/>
                </a:cubicBezTo>
                <a:cubicBezTo>
                  <a:pt x="118" y="15"/>
                  <a:pt x="103" y="0"/>
                  <a:pt x="88" y="0"/>
                </a:cubicBezTo>
                <a:cubicBezTo>
                  <a:pt x="88" y="0"/>
                  <a:pt x="73" y="15"/>
                  <a:pt x="73" y="30"/>
                </a:cubicBezTo>
                <a:cubicBezTo>
                  <a:pt x="73" y="235"/>
                  <a:pt x="73" y="235"/>
                  <a:pt x="73" y="235"/>
                </a:cubicBezTo>
                <a:cubicBezTo>
                  <a:pt x="29" y="250"/>
                  <a:pt x="0" y="294"/>
                  <a:pt x="0" y="339"/>
                </a:cubicBezTo>
                <a:cubicBezTo>
                  <a:pt x="0" y="383"/>
                  <a:pt x="29" y="427"/>
                  <a:pt x="73" y="442"/>
                </a:cubicBezTo>
                <a:cubicBezTo>
                  <a:pt x="73" y="530"/>
                  <a:pt x="73" y="530"/>
                  <a:pt x="73" y="530"/>
                </a:cubicBezTo>
                <a:cubicBezTo>
                  <a:pt x="73" y="545"/>
                  <a:pt x="88" y="560"/>
                  <a:pt x="88" y="560"/>
                </a:cubicBezTo>
                <a:cubicBezTo>
                  <a:pt x="103" y="560"/>
                  <a:pt x="118" y="545"/>
                  <a:pt x="118" y="530"/>
                </a:cubicBezTo>
                <a:cubicBezTo>
                  <a:pt x="118" y="442"/>
                  <a:pt x="118" y="442"/>
                  <a:pt x="118" y="442"/>
                </a:cubicBezTo>
                <a:cubicBezTo>
                  <a:pt x="162" y="427"/>
                  <a:pt x="191" y="383"/>
                  <a:pt x="191" y="339"/>
                </a:cubicBezTo>
                <a:cubicBezTo>
                  <a:pt x="191" y="294"/>
                  <a:pt x="162" y="250"/>
                  <a:pt x="118" y="235"/>
                </a:cubicBezTo>
                <a:close/>
                <a:moveTo>
                  <a:pt x="88" y="397"/>
                </a:moveTo>
                <a:lnTo>
                  <a:pt x="88" y="397"/>
                </a:lnTo>
                <a:cubicBezTo>
                  <a:pt x="59" y="397"/>
                  <a:pt x="29" y="368"/>
                  <a:pt x="29" y="339"/>
                </a:cubicBezTo>
                <a:cubicBezTo>
                  <a:pt x="29" y="309"/>
                  <a:pt x="59" y="280"/>
                  <a:pt x="88" y="280"/>
                </a:cubicBezTo>
                <a:cubicBezTo>
                  <a:pt x="132" y="280"/>
                  <a:pt x="147" y="309"/>
                  <a:pt x="147" y="339"/>
                </a:cubicBezTo>
                <a:cubicBezTo>
                  <a:pt x="147" y="368"/>
                  <a:pt x="132" y="397"/>
                  <a:pt x="88" y="3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7" name="Freeform 140">
            <a:extLst>
              <a:ext uri="{FF2B5EF4-FFF2-40B4-BE49-F238E27FC236}">
                <a16:creationId xmlns:a16="http://schemas.microsoft.com/office/drawing/2014/main" id="{3D7BBEC2-5D98-4149-8498-761BDA18B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7469" y="2255283"/>
            <a:ext cx="333154" cy="333154"/>
          </a:xfrm>
          <a:custGeom>
            <a:avLst/>
            <a:gdLst>
              <a:gd name="T0" fmla="*/ 196146 w 634"/>
              <a:gd name="T1" fmla="*/ 0 h 634"/>
              <a:gd name="T2" fmla="*/ 196146 w 634"/>
              <a:gd name="T3" fmla="*/ 0 h 634"/>
              <a:gd name="T4" fmla="*/ 26321 w 634"/>
              <a:gd name="T5" fmla="*/ 0 h 634"/>
              <a:gd name="T6" fmla="*/ 0 w 634"/>
              <a:gd name="T7" fmla="*/ 31723 h 634"/>
              <a:gd name="T8" fmla="*/ 0 w 634"/>
              <a:gd name="T9" fmla="*/ 201874 h 634"/>
              <a:gd name="T10" fmla="*/ 26321 w 634"/>
              <a:gd name="T11" fmla="*/ 228190 h 634"/>
              <a:gd name="T12" fmla="*/ 196146 w 634"/>
              <a:gd name="T13" fmla="*/ 228190 h 634"/>
              <a:gd name="T14" fmla="*/ 228236 w 634"/>
              <a:gd name="T15" fmla="*/ 201874 h 634"/>
              <a:gd name="T16" fmla="*/ 228236 w 634"/>
              <a:gd name="T17" fmla="*/ 31723 h 634"/>
              <a:gd name="T18" fmla="*/ 196146 w 634"/>
              <a:gd name="T19" fmla="*/ 0 h 634"/>
              <a:gd name="T20" fmla="*/ 58411 w 634"/>
              <a:gd name="T21" fmla="*/ 15862 h 634"/>
              <a:gd name="T22" fmla="*/ 58411 w 634"/>
              <a:gd name="T23" fmla="*/ 15862 h 634"/>
              <a:gd name="T24" fmla="*/ 169825 w 634"/>
              <a:gd name="T25" fmla="*/ 15862 h 634"/>
              <a:gd name="T26" fmla="*/ 169825 w 634"/>
              <a:gd name="T27" fmla="*/ 79668 h 634"/>
              <a:gd name="T28" fmla="*/ 164417 w 634"/>
              <a:gd name="T29" fmla="*/ 84715 h 634"/>
              <a:gd name="T30" fmla="*/ 63459 w 634"/>
              <a:gd name="T31" fmla="*/ 84715 h 634"/>
              <a:gd name="T32" fmla="*/ 58411 w 634"/>
              <a:gd name="T33" fmla="*/ 79668 h 634"/>
              <a:gd name="T34" fmla="*/ 58411 w 634"/>
              <a:gd name="T35" fmla="*/ 15862 h 634"/>
              <a:gd name="T36" fmla="*/ 212011 w 634"/>
              <a:gd name="T37" fmla="*/ 201874 h 634"/>
              <a:gd name="T38" fmla="*/ 212011 w 634"/>
              <a:gd name="T39" fmla="*/ 201874 h 634"/>
              <a:gd name="T40" fmla="*/ 196146 w 634"/>
              <a:gd name="T41" fmla="*/ 212328 h 634"/>
              <a:gd name="T42" fmla="*/ 26321 w 634"/>
              <a:gd name="T43" fmla="*/ 212328 h 634"/>
              <a:gd name="T44" fmla="*/ 15865 w 634"/>
              <a:gd name="T45" fmla="*/ 201874 h 634"/>
              <a:gd name="T46" fmla="*/ 15865 w 634"/>
              <a:gd name="T47" fmla="*/ 31723 h 634"/>
              <a:gd name="T48" fmla="*/ 26321 w 634"/>
              <a:gd name="T49" fmla="*/ 15862 h 634"/>
              <a:gd name="T50" fmla="*/ 42186 w 634"/>
              <a:gd name="T51" fmla="*/ 15862 h 634"/>
              <a:gd name="T52" fmla="*/ 42186 w 634"/>
              <a:gd name="T53" fmla="*/ 84715 h 634"/>
              <a:gd name="T54" fmla="*/ 58411 w 634"/>
              <a:gd name="T55" fmla="*/ 100937 h 634"/>
              <a:gd name="T56" fmla="*/ 169825 w 634"/>
              <a:gd name="T57" fmla="*/ 100937 h 634"/>
              <a:gd name="T58" fmla="*/ 185690 w 634"/>
              <a:gd name="T59" fmla="*/ 84715 h 634"/>
              <a:gd name="T60" fmla="*/ 185690 w 634"/>
              <a:gd name="T61" fmla="*/ 15862 h 634"/>
              <a:gd name="T62" fmla="*/ 196146 w 634"/>
              <a:gd name="T63" fmla="*/ 15862 h 634"/>
              <a:gd name="T64" fmla="*/ 212011 w 634"/>
              <a:gd name="T65" fmla="*/ 31723 h 634"/>
              <a:gd name="T66" fmla="*/ 212011 w 634"/>
              <a:gd name="T67" fmla="*/ 201874 h 634"/>
              <a:gd name="T68" fmla="*/ 132327 w 634"/>
              <a:gd name="T69" fmla="*/ 74261 h 634"/>
              <a:gd name="T70" fmla="*/ 132327 w 634"/>
              <a:gd name="T71" fmla="*/ 74261 h 634"/>
              <a:gd name="T72" fmla="*/ 143144 w 634"/>
              <a:gd name="T73" fmla="*/ 63807 h 634"/>
              <a:gd name="T74" fmla="*/ 143144 w 634"/>
              <a:gd name="T75" fmla="*/ 37130 h 634"/>
              <a:gd name="T76" fmla="*/ 132327 w 634"/>
              <a:gd name="T77" fmla="*/ 31723 h 634"/>
              <a:gd name="T78" fmla="*/ 127279 w 634"/>
              <a:gd name="T79" fmla="*/ 37130 h 634"/>
              <a:gd name="T80" fmla="*/ 127279 w 634"/>
              <a:gd name="T81" fmla="*/ 63807 h 634"/>
              <a:gd name="T82" fmla="*/ 132327 w 634"/>
              <a:gd name="T83" fmla="*/ 74261 h 634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634" h="634">
                <a:moveTo>
                  <a:pt x="544" y="0"/>
                </a:moveTo>
                <a:lnTo>
                  <a:pt x="544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44"/>
                  <a:pt x="0" y="88"/>
                </a:cubicBezTo>
                <a:cubicBezTo>
                  <a:pt x="0" y="560"/>
                  <a:pt x="0" y="560"/>
                  <a:pt x="0" y="560"/>
                </a:cubicBezTo>
                <a:cubicBezTo>
                  <a:pt x="0" y="604"/>
                  <a:pt x="29" y="633"/>
                  <a:pt x="73" y="633"/>
                </a:cubicBezTo>
                <a:cubicBezTo>
                  <a:pt x="544" y="633"/>
                  <a:pt x="544" y="633"/>
                  <a:pt x="544" y="633"/>
                </a:cubicBezTo>
                <a:cubicBezTo>
                  <a:pt x="588" y="633"/>
                  <a:pt x="633" y="604"/>
                  <a:pt x="633" y="560"/>
                </a:cubicBezTo>
                <a:cubicBezTo>
                  <a:pt x="633" y="88"/>
                  <a:pt x="633" y="88"/>
                  <a:pt x="633" y="88"/>
                </a:cubicBezTo>
                <a:cubicBezTo>
                  <a:pt x="633" y="44"/>
                  <a:pt x="588" y="0"/>
                  <a:pt x="544" y="0"/>
                </a:cubicBezTo>
                <a:close/>
                <a:moveTo>
                  <a:pt x="162" y="44"/>
                </a:moveTo>
                <a:lnTo>
                  <a:pt x="162" y="44"/>
                </a:lnTo>
                <a:cubicBezTo>
                  <a:pt x="162" y="44"/>
                  <a:pt x="456" y="44"/>
                  <a:pt x="471" y="44"/>
                </a:cubicBezTo>
                <a:cubicBezTo>
                  <a:pt x="471" y="221"/>
                  <a:pt x="471" y="221"/>
                  <a:pt x="471" y="221"/>
                </a:cubicBezTo>
                <a:cubicBezTo>
                  <a:pt x="471" y="235"/>
                  <a:pt x="456" y="235"/>
                  <a:pt x="456" y="235"/>
                </a:cubicBezTo>
                <a:cubicBezTo>
                  <a:pt x="176" y="235"/>
                  <a:pt x="176" y="235"/>
                  <a:pt x="176" y="235"/>
                </a:cubicBezTo>
                <a:cubicBezTo>
                  <a:pt x="162" y="235"/>
                  <a:pt x="162" y="235"/>
                  <a:pt x="162" y="221"/>
                </a:cubicBezTo>
                <a:lnTo>
                  <a:pt x="162" y="44"/>
                </a:lnTo>
                <a:close/>
                <a:moveTo>
                  <a:pt x="588" y="560"/>
                </a:moveTo>
                <a:lnTo>
                  <a:pt x="588" y="560"/>
                </a:lnTo>
                <a:cubicBezTo>
                  <a:pt x="588" y="574"/>
                  <a:pt x="574" y="589"/>
                  <a:pt x="544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8" y="589"/>
                  <a:pt x="44" y="574"/>
                  <a:pt x="44" y="560"/>
                </a:cubicBezTo>
                <a:cubicBezTo>
                  <a:pt x="44" y="88"/>
                  <a:pt x="44" y="88"/>
                  <a:pt x="44" y="88"/>
                </a:cubicBezTo>
                <a:cubicBezTo>
                  <a:pt x="44" y="59"/>
                  <a:pt x="58" y="44"/>
                  <a:pt x="73" y="44"/>
                </a:cubicBezTo>
                <a:cubicBezTo>
                  <a:pt x="117" y="44"/>
                  <a:pt x="117" y="44"/>
                  <a:pt x="117" y="44"/>
                </a:cubicBezTo>
                <a:cubicBezTo>
                  <a:pt x="117" y="235"/>
                  <a:pt x="117" y="235"/>
                  <a:pt x="117" y="235"/>
                </a:cubicBezTo>
                <a:cubicBezTo>
                  <a:pt x="117" y="265"/>
                  <a:pt x="132" y="280"/>
                  <a:pt x="162" y="280"/>
                </a:cubicBezTo>
                <a:cubicBezTo>
                  <a:pt x="471" y="280"/>
                  <a:pt x="471" y="280"/>
                  <a:pt x="471" y="280"/>
                </a:cubicBezTo>
                <a:cubicBezTo>
                  <a:pt x="485" y="280"/>
                  <a:pt x="515" y="265"/>
                  <a:pt x="515" y="235"/>
                </a:cubicBezTo>
                <a:cubicBezTo>
                  <a:pt x="515" y="44"/>
                  <a:pt x="515" y="44"/>
                  <a:pt x="515" y="44"/>
                </a:cubicBezTo>
                <a:cubicBezTo>
                  <a:pt x="544" y="44"/>
                  <a:pt x="544" y="44"/>
                  <a:pt x="544" y="44"/>
                </a:cubicBezTo>
                <a:cubicBezTo>
                  <a:pt x="574" y="44"/>
                  <a:pt x="588" y="59"/>
                  <a:pt x="588" y="88"/>
                </a:cubicBezTo>
                <a:lnTo>
                  <a:pt x="588" y="560"/>
                </a:lnTo>
                <a:close/>
                <a:moveTo>
                  <a:pt x="367" y="206"/>
                </a:moveTo>
                <a:lnTo>
                  <a:pt x="367" y="206"/>
                </a:lnTo>
                <a:cubicBezTo>
                  <a:pt x="383" y="206"/>
                  <a:pt x="397" y="192"/>
                  <a:pt x="397" y="177"/>
                </a:cubicBezTo>
                <a:cubicBezTo>
                  <a:pt x="397" y="103"/>
                  <a:pt x="397" y="103"/>
                  <a:pt x="397" y="103"/>
                </a:cubicBezTo>
                <a:cubicBezTo>
                  <a:pt x="397" y="88"/>
                  <a:pt x="383" y="88"/>
                  <a:pt x="367" y="88"/>
                </a:cubicBezTo>
                <a:cubicBezTo>
                  <a:pt x="367" y="88"/>
                  <a:pt x="353" y="88"/>
                  <a:pt x="353" y="103"/>
                </a:cubicBezTo>
                <a:cubicBezTo>
                  <a:pt x="353" y="177"/>
                  <a:pt x="353" y="177"/>
                  <a:pt x="353" y="177"/>
                </a:cubicBezTo>
                <a:cubicBezTo>
                  <a:pt x="353" y="192"/>
                  <a:pt x="367" y="206"/>
                  <a:pt x="367" y="20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8" name="Freeform 154">
            <a:extLst>
              <a:ext uri="{FF2B5EF4-FFF2-40B4-BE49-F238E27FC236}">
                <a16:creationId xmlns:a16="http://schemas.microsoft.com/office/drawing/2014/main" id="{E0C32922-1EDE-4FA5-9224-676DD4885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3355" y="2324610"/>
            <a:ext cx="333154" cy="263827"/>
          </a:xfrm>
          <a:custGeom>
            <a:avLst/>
            <a:gdLst>
              <a:gd name="T0" fmla="*/ 217420 w 634"/>
              <a:gd name="T1" fmla="*/ 170174 h 502"/>
              <a:gd name="T2" fmla="*/ 217420 w 634"/>
              <a:gd name="T3" fmla="*/ 170174 h 502"/>
              <a:gd name="T4" fmla="*/ 5048 w 634"/>
              <a:gd name="T5" fmla="*/ 170174 h 502"/>
              <a:gd name="T6" fmla="*/ 0 w 634"/>
              <a:gd name="T7" fmla="*/ 175221 h 502"/>
              <a:gd name="T8" fmla="*/ 5048 w 634"/>
              <a:gd name="T9" fmla="*/ 180629 h 502"/>
              <a:gd name="T10" fmla="*/ 217420 w 634"/>
              <a:gd name="T11" fmla="*/ 180629 h 502"/>
              <a:gd name="T12" fmla="*/ 228236 w 634"/>
              <a:gd name="T13" fmla="*/ 175221 h 502"/>
              <a:gd name="T14" fmla="*/ 217420 w 634"/>
              <a:gd name="T15" fmla="*/ 170174 h 502"/>
              <a:gd name="T16" fmla="*/ 121870 w 634"/>
              <a:gd name="T17" fmla="*/ 26680 h 502"/>
              <a:gd name="T18" fmla="*/ 121870 w 634"/>
              <a:gd name="T19" fmla="*/ 26680 h 502"/>
              <a:gd name="T20" fmla="*/ 121870 w 634"/>
              <a:gd name="T21" fmla="*/ 10816 h 502"/>
              <a:gd name="T22" fmla="*/ 132687 w 634"/>
              <a:gd name="T23" fmla="*/ 10816 h 502"/>
              <a:gd name="T24" fmla="*/ 143144 w 634"/>
              <a:gd name="T25" fmla="*/ 5408 h 502"/>
              <a:gd name="T26" fmla="*/ 132687 w 634"/>
              <a:gd name="T27" fmla="*/ 0 h 502"/>
              <a:gd name="T28" fmla="*/ 90141 w 634"/>
              <a:gd name="T29" fmla="*/ 0 h 502"/>
              <a:gd name="T30" fmla="*/ 84732 w 634"/>
              <a:gd name="T31" fmla="*/ 5408 h 502"/>
              <a:gd name="T32" fmla="*/ 90141 w 634"/>
              <a:gd name="T33" fmla="*/ 10816 h 502"/>
              <a:gd name="T34" fmla="*/ 106006 w 634"/>
              <a:gd name="T35" fmla="*/ 10816 h 502"/>
              <a:gd name="T36" fmla="*/ 106006 w 634"/>
              <a:gd name="T37" fmla="*/ 26680 h 502"/>
              <a:gd name="T38" fmla="*/ 0 w 634"/>
              <a:gd name="T39" fmla="*/ 138086 h 502"/>
              <a:gd name="T40" fmla="*/ 0 w 634"/>
              <a:gd name="T41" fmla="*/ 148902 h 502"/>
              <a:gd name="T42" fmla="*/ 5048 w 634"/>
              <a:gd name="T43" fmla="*/ 153950 h 502"/>
              <a:gd name="T44" fmla="*/ 217420 w 634"/>
              <a:gd name="T45" fmla="*/ 153950 h 502"/>
              <a:gd name="T46" fmla="*/ 228236 w 634"/>
              <a:gd name="T47" fmla="*/ 148902 h 502"/>
              <a:gd name="T48" fmla="*/ 228236 w 634"/>
              <a:gd name="T49" fmla="*/ 138086 h 502"/>
              <a:gd name="T50" fmla="*/ 121870 w 634"/>
              <a:gd name="T51" fmla="*/ 26680 h 502"/>
              <a:gd name="T52" fmla="*/ 15865 w 634"/>
              <a:gd name="T53" fmla="*/ 138086 h 502"/>
              <a:gd name="T54" fmla="*/ 15865 w 634"/>
              <a:gd name="T55" fmla="*/ 138086 h 502"/>
              <a:gd name="T56" fmla="*/ 111414 w 634"/>
              <a:gd name="T57" fmla="*/ 42543 h 502"/>
              <a:gd name="T58" fmla="*/ 212011 w 634"/>
              <a:gd name="T59" fmla="*/ 138086 h 502"/>
              <a:gd name="T60" fmla="*/ 15865 w 634"/>
              <a:gd name="T61" fmla="*/ 138086 h 502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0" t="0" r="r" b="b"/>
            <a:pathLst>
              <a:path w="634" h="502">
                <a:moveTo>
                  <a:pt x="603" y="472"/>
                </a:moveTo>
                <a:lnTo>
                  <a:pt x="603" y="472"/>
                </a:lnTo>
                <a:cubicBezTo>
                  <a:pt x="14" y="472"/>
                  <a:pt x="14" y="472"/>
                  <a:pt x="14" y="472"/>
                </a:cubicBezTo>
                <a:cubicBezTo>
                  <a:pt x="14" y="472"/>
                  <a:pt x="0" y="472"/>
                  <a:pt x="0" y="486"/>
                </a:cubicBezTo>
                <a:cubicBezTo>
                  <a:pt x="0" y="501"/>
                  <a:pt x="14" y="501"/>
                  <a:pt x="14" y="501"/>
                </a:cubicBezTo>
                <a:cubicBezTo>
                  <a:pt x="603" y="501"/>
                  <a:pt x="603" y="501"/>
                  <a:pt x="603" y="501"/>
                </a:cubicBezTo>
                <a:cubicBezTo>
                  <a:pt x="618" y="501"/>
                  <a:pt x="633" y="501"/>
                  <a:pt x="633" y="486"/>
                </a:cubicBezTo>
                <a:cubicBezTo>
                  <a:pt x="633" y="472"/>
                  <a:pt x="618" y="472"/>
                  <a:pt x="603" y="472"/>
                </a:cubicBezTo>
                <a:close/>
                <a:moveTo>
                  <a:pt x="338" y="74"/>
                </a:moveTo>
                <a:lnTo>
                  <a:pt x="338" y="74"/>
                </a:lnTo>
                <a:cubicBezTo>
                  <a:pt x="338" y="30"/>
                  <a:pt x="338" y="30"/>
                  <a:pt x="338" y="30"/>
                </a:cubicBezTo>
                <a:cubicBezTo>
                  <a:pt x="368" y="30"/>
                  <a:pt x="368" y="30"/>
                  <a:pt x="368" y="30"/>
                </a:cubicBezTo>
                <a:cubicBezTo>
                  <a:pt x="383" y="30"/>
                  <a:pt x="397" y="30"/>
                  <a:pt x="397" y="15"/>
                </a:cubicBezTo>
                <a:cubicBezTo>
                  <a:pt x="397" y="0"/>
                  <a:pt x="383" y="0"/>
                  <a:pt x="368" y="0"/>
                </a:cubicBezTo>
                <a:cubicBezTo>
                  <a:pt x="250" y="0"/>
                  <a:pt x="250" y="0"/>
                  <a:pt x="250" y="0"/>
                </a:cubicBezTo>
                <a:cubicBezTo>
                  <a:pt x="250" y="0"/>
                  <a:pt x="235" y="0"/>
                  <a:pt x="235" y="15"/>
                </a:cubicBezTo>
                <a:cubicBezTo>
                  <a:pt x="235" y="30"/>
                  <a:pt x="250" y="30"/>
                  <a:pt x="250" y="30"/>
                </a:cubicBezTo>
                <a:cubicBezTo>
                  <a:pt x="294" y="30"/>
                  <a:pt x="294" y="30"/>
                  <a:pt x="294" y="30"/>
                </a:cubicBezTo>
                <a:lnTo>
                  <a:pt x="294" y="74"/>
                </a:lnTo>
                <a:cubicBezTo>
                  <a:pt x="132" y="89"/>
                  <a:pt x="0" y="221"/>
                  <a:pt x="0" y="383"/>
                </a:cubicBezTo>
                <a:cubicBezTo>
                  <a:pt x="0" y="398"/>
                  <a:pt x="0" y="398"/>
                  <a:pt x="0" y="413"/>
                </a:cubicBezTo>
                <a:lnTo>
                  <a:pt x="14" y="427"/>
                </a:lnTo>
                <a:cubicBezTo>
                  <a:pt x="603" y="427"/>
                  <a:pt x="603" y="427"/>
                  <a:pt x="603" y="427"/>
                </a:cubicBezTo>
                <a:cubicBezTo>
                  <a:pt x="618" y="427"/>
                  <a:pt x="633" y="413"/>
                  <a:pt x="633" y="413"/>
                </a:cubicBezTo>
                <a:cubicBezTo>
                  <a:pt x="633" y="398"/>
                  <a:pt x="633" y="398"/>
                  <a:pt x="633" y="383"/>
                </a:cubicBezTo>
                <a:cubicBezTo>
                  <a:pt x="633" y="221"/>
                  <a:pt x="500" y="89"/>
                  <a:pt x="338" y="74"/>
                </a:cubicBezTo>
                <a:close/>
                <a:moveTo>
                  <a:pt x="44" y="383"/>
                </a:moveTo>
                <a:lnTo>
                  <a:pt x="44" y="383"/>
                </a:lnTo>
                <a:cubicBezTo>
                  <a:pt x="44" y="236"/>
                  <a:pt x="162" y="118"/>
                  <a:pt x="309" y="118"/>
                </a:cubicBezTo>
                <a:cubicBezTo>
                  <a:pt x="471" y="118"/>
                  <a:pt x="588" y="236"/>
                  <a:pt x="588" y="383"/>
                </a:cubicBezTo>
                <a:lnTo>
                  <a:pt x="44" y="38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945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2636C08-71E0-4CEE-98B1-CD360DA28F77}"/>
              </a:ext>
            </a:extLst>
          </p:cNvPr>
          <p:cNvSpPr/>
          <p:nvPr/>
        </p:nvSpPr>
        <p:spPr>
          <a:xfrm>
            <a:off x="575994" y="3123704"/>
            <a:ext cx="2707570" cy="282707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 vert="horz" wrap="square" lIns="90693" tIns="45347" rIns="90693" bIns="45347" numCol="1" anchor="t" anchorCtr="0" compatLnSpc="1">
            <a:prstTxWarp prst="textNoShape">
              <a:avLst/>
            </a:prstTxWarp>
          </a:bodyPr>
          <a:lstStyle/>
          <a:p>
            <a:pPr defTabSz="229194"/>
            <a:endParaRPr lang="en-US" sz="1785" dirty="0">
              <a:solidFill>
                <a:srgbClr val="000000"/>
              </a:solidFill>
              <a:latin typeface="Poppins" panose="00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7A7D7E8-651A-4B13-91F4-896C9B032383}"/>
              </a:ext>
            </a:extLst>
          </p:cNvPr>
          <p:cNvSpPr/>
          <p:nvPr/>
        </p:nvSpPr>
        <p:spPr>
          <a:xfrm>
            <a:off x="3353474" y="3123704"/>
            <a:ext cx="2707570" cy="282707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 vert="horz" wrap="square" lIns="90693" tIns="45347" rIns="90693" bIns="45347" numCol="1" anchor="t" anchorCtr="0" compatLnSpc="1">
            <a:prstTxWarp prst="textNoShape">
              <a:avLst/>
            </a:prstTxWarp>
          </a:bodyPr>
          <a:lstStyle/>
          <a:p>
            <a:pPr defTabSz="229194"/>
            <a:endParaRPr lang="en-US" sz="1785" dirty="0">
              <a:solidFill>
                <a:srgbClr val="000000"/>
              </a:solidFill>
              <a:latin typeface="Poppins" panose="00000500000000000000" pitchFamily="2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25C6A3-D7B0-4C47-8E5B-3D2CB0E7A18E}"/>
              </a:ext>
            </a:extLst>
          </p:cNvPr>
          <p:cNvSpPr/>
          <p:nvPr/>
        </p:nvSpPr>
        <p:spPr>
          <a:xfrm>
            <a:off x="3353477" y="2506262"/>
            <a:ext cx="2707570" cy="6234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984" dirty="0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3DE6805-341B-4327-A16D-DF6FC3704CE1}"/>
              </a:ext>
            </a:extLst>
          </p:cNvPr>
          <p:cNvSpPr/>
          <p:nvPr/>
        </p:nvSpPr>
        <p:spPr>
          <a:xfrm>
            <a:off x="6130953" y="3123704"/>
            <a:ext cx="2707570" cy="282707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 vert="horz" wrap="square" lIns="90693" tIns="45347" rIns="90693" bIns="45347" numCol="1" anchor="t" anchorCtr="0" compatLnSpc="1">
            <a:prstTxWarp prst="textNoShape">
              <a:avLst/>
            </a:prstTxWarp>
          </a:bodyPr>
          <a:lstStyle/>
          <a:p>
            <a:pPr defTabSz="229194"/>
            <a:endParaRPr lang="en-US" sz="1785" dirty="0">
              <a:solidFill>
                <a:srgbClr val="000000"/>
              </a:solidFill>
              <a:latin typeface="Poppins" panose="00000500000000000000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70D8B2-B3D3-4C66-9061-3411542310CA}"/>
              </a:ext>
            </a:extLst>
          </p:cNvPr>
          <p:cNvSpPr/>
          <p:nvPr/>
        </p:nvSpPr>
        <p:spPr>
          <a:xfrm>
            <a:off x="6130956" y="2506262"/>
            <a:ext cx="2707570" cy="6234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984" dirty="0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92D9D5F-5A49-4FF1-BE96-30E554AC539B}"/>
              </a:ext>
            </a:extLst>
          </p:cNvPr>
          <p:cNvSpPr/>
          <p:nvPr/>
        </p:nvSpPr>
        <p:spPr>
          <a:xfrm>
            <a:off x="8908433" y="3123704"/>
            <a:ext cx="2707570" cy="282707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 vert="horz" wrap="square" lIns="90693" tIns="45347" rIns="90693" bIns="45347" numCol="1" anchor="t" anchorCtr="0" compatLnSpc="1">
            <a:prstTxWarp prst="textNoShape">
              <a:avLst/>
            </a:prstTxWarp>
          </a:bodyPr>
          <a:lstStyle/>
          <a:p>
            <a:pPr defTabSz="229194"/>
            <a:endParaRPr lang="en-US" sz="1785" dirty="0">
              <a:solidFill>
                <a:srgbClr val="000000"/>
              </a:solidFill>
              <a:latin typeface="Poppins" panose="00000500000000000000" pitchFamily="2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A5D7365-A803-4C86-ABE7-49163AA37717}"/>
              </a:ext>
            </a:extLst>
          </p:cNvPr>
          <p:cNvSpPr/>
          <p:nvPr/>
        </p:nvSpPr>
        <p:spPr>
          <a:xfrm>
            <a:off x="8908436" y="2506262"/>
            <a:ext cx="2707570" cy="6234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984" dirty="0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009FD8-C3E4-49EF-98CA-BDCF113DF6C6}"/>
              </a:ext>
            </a:extLst>
          </p:cNvPr>
          <p:cNvSpPr txBox="1"/>
          <p:nvPr/>
        </p:nvSpPr>
        <p:spPr>
          <a:xfrm>
            <a:off x="1427238" y="3638457"/>
            <a:ext cx="1005083" cy="26225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229194"/>
            <a:r>
              <a:rPr lang="en-US" sz="1704" b="1" dirty="0">
                <a:solidFill>
                  <a:srgbClr val="000000">
                    <a:lumMod val="85000"/>
                    <a:lumOff val="15000"/>
                  </a:srgbClr>
                </a:solidFill>
                <a:latin typeface="+mj-lt"/>
                <a:cs typeface="Poppins" panose="00000500000000000000" pitchFamily="50" charset="0"/>
              </a:rPr>
              <a:t>Plan Day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D66EA01-A743-475F-B1F3-35D6DCB73BEF}"/>
              </a:ext>
            </a:extLst>
          </p:cNvPr>
          <p:cNvSpPr/>
          <p:nvPr/>
        </p:nvSpPr>
        <p:spPr>
          <a:xfrm>
            <a:off x="834055" y="4045890"/>
            <a:ext cx="2191449" cy="1449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29194">
              <a:lnSpc>
                <a:spcPct val="150000"/>
              </a:lnSpc>
            </a:pPr>
            <a:r>
              <a:rPr lang="en-US" sz="1203" dirty="0">
                <a:solidFill>
                  <a:srgbClr val="000000">
                    <a:lumMod val="50000"/>
                    <a:lumOff val="50000"/>
                  </a:srgbClr>
                </a:solidFill>
                <a:cs typeface="Segoe UI Light" panose="020B0502040204020203" pitchFamily="34" charset="0"/>
              </a:rPr>
              <a:t>Lorem Ipsum is simply dummy text of the printing and typesetting industry. Lorem Ipsum has been the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322D56-FE76-4448-8FFF-DFE42EA10F77}"/>
              </a:ext>
            </a:extLst>
          </p:cNvPr>
          <p:cNvSpPr txBox="1"/>
          <p:nvPr/>
        </p:nvSpPr>
        <p:spPr>
          <a:xfrm>
            <a:off x="4204718" y="3638457"/>
            <a:ext cx="1005083" cy="26225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229194"/>
            <a:r>
              <a:rPr lang="en-US" sz="1704" b="1" dirty="0">
                <a:solidFill>
                  <a:srgbClr val="000000">
                    <a:lumMod val="85000"/>
                    <a:lumOff val="15000"/>
                  </a:srgbClr>
                </a:solidFill>
                <a:latin typeface="+mj-lt"/>
                <a:cs typeface="Poppins" panose="00000500000000000000" pitchFamily="50" charset="0"/>
              </a:rPr>
              <a:t>Plan Day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8279695-EEDE-4F8A-83A6-898825016DDB}"/>
              </a:ext>
            </a:extLst>
          </p:cNvPr>
          <p:cNvSpPr/>
          <p:nvPr/>
        </p:nvSpPr>
        <p:spPr>
          <a:xfrm>
            <a:off x="3611535" y="4045890"/>
            <a:ext cx="2191449" cy="1449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29194">
              <a:lnSpc>
                <a:spcPct val="150000"/>
              </a:lnSpc>
            </a:pPr>
            <a:r>
              <a:rPr lang="en-US" sz="1203" dirty="0">
                <a:solidFill>
                  <a:srgbClr val="000000">
                    <a:lumMod val="50000"/>
                    <a:lumOff val="50000"/>
                  </a:srgbClr>
                </a:solidFill>
                <a:cs typeface="Segoe UI Light" panose="020B0502040204020203" pitchFamily="34" charset="0"/>
              </a:rPr>
              <a:t>Lorem Ipsum is simply dummy text of the printing and typesetting industry. Lorem Ipsum has been the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788EB68-77B5-47F9-8B1E-735B645F4990}"/>
              </a:ext>
            </a:extLst>
          </p:cNvPr>
          <p:cNvGrpSpPr/>
          <p:nvPr/>
        </p:nvGrpSpPr>
        <p:grpSpPr>
          <a:xfrm>
            <a:off x="575995" y="2506262"/>
            <a:ext cx="2707571" cy="623476"/>
            <a:chOff x="530542" y="2050824"/>
            <a:chExt cx="2729866" cy="62861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459B2E7-2906-4AE6-AAB4-3BA186D2E032}"/>
                </a:ext>
              </a:extLst>
            </p:cNvPr>
            <p:cNvSpPr/>
            <p:nvPr/>
          </p:nvSpPr>
          <p:spPr>
            <a:xfrm>
              <a:off x="530543" y="2050824"/>
              <a:ext cx="2729865" cy="62861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984" dirty="0">
                <a:solidFill>
                  <a:srgbClr val="FFFFFF"/>
                </a:solidFill>
                <a:latin typeface="Poppins" panose="00000500000000000000" pitchFamily="50" charset="0"/>
                <a:cs typeface="Poppins" panose="00000500000000000000" pitchFamily="50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43AB92D-8E2C-467D-8E10-80EC3FB88682}"/>
                </a:ext>
              </a:extLst>
            </p:cNvPr>
            <p:cNvSpPr/>
            <p:nvPr/>
          </p:nvSpPr>
          <p:spPr>
            <a:xfrm>
              <a:off x="530542" y="2050824"/>
              <a:ext cx="2729865" cy="30687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C9F745E9-99FF-4897-BEC1-F861164E3A84}"/>
              </a:ext>
            </a:extLst>
          </p:cNvPr>
          <p:cNvSpPr/>
          <p:nvPr/>
        </p:nvSpPr>
        <p:spPr>
          <a:xfrm>
            <a:off x="3339685" y="2506261"/>
            <a:ext cx="2707570" cy="304364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563CE42-ABA6-4BE8-8253-F10F5CE53182}"/>
              </a:ext>
            </a:extLst>
          </p:cNvPr>
          <p:cNvSpPr/>
          <p:nvPr/>
        </p:nvSpPr>
        <p:spPr>
          <a:xfrm>
            <a:off x="6160490" y="2506261"/>
            <a:ext cx="2707570" cy="304364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3524015-F730-4DCF-B75F-6F50930AD8DF}"/>
              </a:ext>
            </a:extLst>
          </p:cNvPr>
          <p:cNvSpPr/>
          <p:nvPr/>
        </p:nvSpPr>
        <p:spPr>
          <a:xfrm>
            <a:off x="8924179" y="2506261"/>
            <a:ext cx="2707570" cy="304364"/>
          </a:xfrm>
          <a:prstGeom prst="rect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42" name="Title 11">
            <a:extLst>
              <a:ext uri="{FF2B5EF4-FFF2-40B4-BE49-F238E27FC236}">
                <a16:creationId xmlns:a16="http://schemas.microsoft.com/office/drawing/2014/main" id="{C429BA8B-7BDC-4D9F-8AF9-6808F8705D4C}"/>
              </a:ext>
            </a:extLst>
          </p:cNvPr>
          <p:cNvSpPr txBox="1">
            <a:spLocks/>
          </p:cNvSpPr>
          <p:nvPr/>
        </p:nvSpPr>
        <p:spPr>
          <a:xfrm>
            <a:off x="3619002" y="2666378"/>
            <a:ext cx="2116175" cy="342250"/>
          </a:xfrm>
          <a:prstGeom prst="rect">
            <a:avLst/>
          </a:prstGeom>
        </p:spPr>
        <p:txBody>
          <a:bodyPr vert="horz" lIns="90693" tIns="45347" rIns="90693" bIns="45347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8389"/>
            <a:r>
              <a:rPr lang="en-US" sz="1984" b="1" dirty="0">
                <a:solidFill>
                  <a:srgbClr val="FFFFFF"/>
                </a:solidFill>
                <a:ea typeface="Open Sans" panose="020B0606030504020204" pitchFamily="34" charset="0"/>
                <a:cs typeface="Poppins" panose="00000500000000000000" pitchFamily="50" charset="0"/>
              </a:rPr>
              <a:t>Week Two</a:t>
            </a:r>
          </a:p>
        </p:txBody>
      </p:sp>
      <p:sp>
        <p:nvSpPr>
          <p:cNvPr id="43" name="Title 11">
            <a:extLst>
              <a:ext uri="{FF2B5EF4-FFF2-40B4-BE49-F238E27FC236}">
                <a16:creationId xmlns:a16="http://schemas.microsoft.com/office/drawing/2014/main" id="{58BAA2A8-C7F2-4040-A465-3BECC7B0182F}"/>
              </a:ext>
            </a:extLst>
          </p:cNvPr>
          <p:cNvSpPr txBox="1">
            <a:spLocks/>
          </p:cNvSpPr>
          <p:nvPr/>
        </p:nvSpPr>
        <p:spPr>
          <a:xfrm>
            <a:off x="871692" y="2666378"/>
            <a:ext cx="2116175" cy="342250"/>
          </a:xfrm>
          <a:prstGeom prst="rect">
            <a:avLst/>
          </a:prstGeom>
        </p:spPr>
        <p:txBody>
          <a:bodyPr vert="horz" lIns="90693" tIns="45347" rIns="90693" bIns="45347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8389"/>
            <a:r>
              <a:rPr lang="en-US" sz="1984" b="1" dirty="0">
                <a:solidFill>
                  <a:srgbClr val="FFFFFF"/>
                </a:solidFill>
                <a:ea typeface="Open Sans" panose="020B0606030504020204" pitchFamily="34" charset="0"/>
                <a:cs typeface="Poppins" panose="00000500000000000000" pitchFamily="50" charset="0"/>
              </a:rPr>
              <a:t>Week One</a:t>
            </a:r>
          </a:p>
        </p:txBody>
      </p:sp>
      <p:sp>
        <p:nvSpPr>
          <p:cNvPr id="44" name="Title 11">
            <a:extLst>
              <a:ext uri="{FF2B5EF4-FFF2-40B4-BE49-F238E27FC236}">
                <a16:creationId xmlns:a16="http://schemas.microsoft.com/office/drawing/2014/main" id="{DFA928ED-AEE9-4F17-92BD-759FBD66CF72}"/>
              </a:ext>
            </a:extLst>
          </p:cNvPr>
          <p:cNvSpPr txBox="1">
            <a:spLocks/>
          </p:cNvSpPr>
          <p:nvPr/>
        </p:nvSpPr>
        <p:spPr>
          <a:xfrm>
            <a:off x="6426651" y="2666378"/>
            <a:ext cx="2116175" cy="342250"/>
          </a:xfrm>
          <a:prstGeom prst="rect">
            <a:avLst/>
          </a:prstGeom>
        </p:spPr>
        <p:txBody>
          <a:bodyPr vert="horz" lIns="90693" tIns="45347" rIns="90693" bIns="45347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8389"/>
            <a:r>
              <a:rPr lang="en-US" sz="1984" b="1" dirty="0">
                <a:solidFill>
                  <a:srgbClr val="FFFFFF"/>
                </a:solidFill>
                <a:ea typeface="Open Sans" panose="020B0606030504020204" pitchFamily="34" charset="0"/>
                <a:cs typeface="Poppins" panose="00000500000000000000" pitchFamily="50" charset="0"/>
              </a:rPr>
              <a:t>Week Three</a:t>
            </a:r>
          </a:p>
        </p:txBody>
      </p:sp>
      <p:sp>
        <p:nvSpPr>
          <p:cNvPr id="45" name="Title 11">
            <a:extLst>
              <a:ext uri="{FF2B5EF4-FFF2-40B4-BE49-F238E27FC236}">
                <a16:creationId xmlns:a16="http://schemas.microsoft.com/office/drawing/2014/main" id="{0E827D92-3FAE-44DA-9F7E-5241E4FD2C50}"/>
              </a:ext>
            </a:extLst>
          </p:cNvPr>
          <p:cNvSpPr txBox="1">
            <a:spLocks/>
          </p:cNvSpPr>
          <p:nvPr/>
        </p:nvSpPr>
        <p:spPr>
          <a:xfrm>
            <a:off x="9201857" y="2666378"/>
            <a:ext cx="2116175" cy="342250"/>
          </a:xfrm>
          <a:prstGeom prst="rect">
            <a:avLst/>
          </a:prstGeom>
        </p:spPr>
        <p:txBody>
          <a:bodyPr vert="horz" lIns="90693" tIns="45347" rIns="90693" bIns="45347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8389"/>
            <a:r>
              <a:rPr lang="en-US" sz="1984" b="1" dirty="0">
                <a:solidFill>
                  <a:srgbClr val="FFFFFF"/>
                </a:solidFill>
                <a:ea typeface="Open Sans" panose="020B0606030504020204" pitchFamily="34" charset="0"/>
                <a:cs typeface="Poppins" panose="00000500000000000000" pitchFamily="50" charset="0"/>
              </a:rPr>
              <a:t>Week Four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2AE8FE1-9367-42ED-B973-A057ED9BEA20}"/>
              </a:ext>
            </a:extLst>
          </p:cNvPr>
          <p:cNvSpPr txBox="1"/>
          <p:nvPr/>
        </p:nvSpPr>
        <p:spPr>
          <a:xfrm>
            <a:off x="6982197" y="3638457"/>
            <a:ext cx="1005083" cy="26225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229194"/>
            <a:r>
              <a:rPr lang="en-US" sz="1704" b="1" dirty="0">
                <a:solidFill>
                  <a:srgbClr val="000000">
                    <a:lumMod val="85000"/>
                    <a:lumOff val="15000"/>
                  </a:srgbClr>
                </a:solidFill>
                <a:latin typeface="+mj-lt"/>
                <a:cs typeface="Poppins" panose="00000500000000000000" pitchFamily="50" charset="0"/>
              </a:rPr>
              <a:t>Plan Day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CCDE36E-5A3B-43B9-A2A9-B7283CAFC9B8}"/>
              </a:ext>
            </a:extLst>
          </p:cNvPr>
          <p:cNvSpPr/>
          <p:nvPr/>
        </p:nvSpPr>
        <p:spPr>
          <a:xfrm>
            <a:off x="6389014" y="4045890"/>
            <a:ext cx="2191449" cy="1449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29194">
              <a:lnSpc>
                <a:spcPct val="150000"/>
              </a:lnSpc>
            </a:pPr>
            <a:r>
              <a:rPr lang="en-US" sz="1203" dirty="0">
                <a:solidFill>
                  <a:srgbClr val="000000">
                    <a:lumMod val="50000"/>
                    <a:lumOff val="50000"/>
                  </a:srgbClr>
                </a:solidFill>
                <a:cs typeface="Segoe UI Light" panose="020B0502040204020203" pitchFamily="34" charset="0"/>
              </a:rPr>
              <a:t>Lorem Ipsum is simply dummy text of the printing and typesetting industry. Lorem Ipsum has been the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87A67F5-0223-4D82-A2EF-4E722E4F03AF}"/>
              </a:ext>
            </a:extLst>
          </p:cNvPr>
          <p:cNvSpPr txBox="1"/>
          <p:nvPr/>
        </p:nvSpPr>
        <p:spPr>
          <a:xfrm>
            <a:off x="9759677" y="3638457"/>
            <a:ext cx="1005083" cy="26225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229194"/>
            <a:r>
              <a:rPr lang="en-US" sz="1704" b="1" dirty="0">
                <a:solidFill>
                  <a:srgbClr val="000000">
                    <a:lumMod val="85000"/>
                    <a:lumOff val="15000"/>
                  </a:srgbClr>
                </a:solidFill>
                <a:latin typeface="+mj-lt"/>
                <a:cs typeface="Poppins" panose="00000500000000000000" pitchFamily="50" charset="0"/>
              </a:rPr>
              <a:t>Plan Day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C0C00A3-40C1-49B2-8317-6558B7DDF81A}"/>
              </a:ext>
            </a:extLst>
          </p:cNvPr>
          <p:cNvSpPr/>
          <p:nvPr/>
        </p:nvSpPr>
        <p:spPr>
          <a:xfrm>
            <a:off x="9166494" y="4045890"/>
            <a:ext cx="2191449" cy="1449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29194">
              <a:lnSpc>
                <a:spcPct val="150000"/>
              </a:lnSpc>
            </a:pPr>
            <a:r>
              <a:rPr lang="en-US" sz="1203" dirty="0">
                <a:solidFill>
                  <a:srgbClr val="000000">
                    <a:lumMod val="50000"/>
                    <a:lumOff val="50000"/>
                  </a:srgbClr>
                </a:solidFill>
                <a:cs typeface="Segoe UI Light" panose="020B0502040204020203" pitchFamily="34" charset="0"/>
              </a:rPr>
              <a:t>Lorem Ipsum is simply dummy text of the printing and typesetting industry. Lorem Ipsum has been the</a:t>
            </a:r>
          </a:p>
        </p:txBody>
      </p:sp>
      <p:sp>
        <p:nvSpPr>
          <p:cNvPr id="50" name="Title 11">
            <a:extLst>
              <a:ext uri="{FF2B5EF4-FFF2-40B4-BE49-F238E27FC236}">
                <a16:creationId xmlns:a16="http://schemas.microsoft.com/office/drawing/2014/main" id="{374EEC21-5EA3-496A-991E-BC866E223722}"/>
              </a:ext>
            </a:extLst>
          </p:cNvPr>
          <p:cNvSpPr txBox="1">
            <a:spLocks/>
          </p:cNvSpPr>
          <p:nvPr/>
        </p:nvSpPr>
        <p:spPr>
          <a:xfrm>
            <a:off x="4651346" y="1684780"/>
            <a:ext cx="2889308" cy="623477"/>
          </a:xfrm>
          <a:prstGeom prst="rect">
            <a:avLst/>
          </a:prstGeom>
        </p:spPr>
        <p:txBody>
          <a:bodyPr vert="horz" lIns="90693" tIns="45347" rIns="90693" bIns="45347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8389"/>
            <a:r>
              <a:rPr lang="en-US" sz="2400" b="1" dirty="0">
                <a:solidFill>
                  <a:srgbClr val="000000">
                    <a:lumMod val="90000"/>
                    <a:lumOff val="10000"/>
                  </a:srgbClr>
                </a:solidFill>
                <a:ea typeface="Open Sans" panose="020B0606030504020204" pitchFamily="34" charset="0"/>
                <a:cs typeface="Poppins" panose="00000500000000000000" pitchFamily="50" charset="0"/>
              </a:rPr>
              <a:t>Daily </a:t>
            </a:r>
            <a:r>
              <a:rPr lang="en-US" sz="2400" dirty="0">
                <a:solidFill>
                  <a:srgbClr val="000000">
                    <a:lumMod val="90000"/>
                    <a:lumOff val="10000"/>
                  </a:srgbClr>
                </a:solidFill>
                <a:ea typeface="Open Sans" panose="020B0606030504020204" pitchFamily="34" charset="0"/>
                <a:cs typeface="Poppins" panose="00000500000000000000" pitchFamily="50" charset="0"/>
              </a:rPr>
              <a:t>Planner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5D01261-7B4C-4040-864B-9DACCA5BA193}"/>
              </a:ext>
            </a:extLst>
          </p:cNvPr>
          <p:cNvSpPr txBox="1"/>
          <p:nvPr/>
        </p:nvSpPr>
        <p:spPr>
          <a:xfrm>
            <a:off x="2973049" y="710787"/>
            <a:ext cx="6245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+mj-lt"/>
                <a:cs typeface="Sora SemiBold" pitchFamily="2" charset="0"/>
              </a:rPr>
              <a:t>Gant Chart</a:t>
            </a:r>
            <a:r>
              <a:rPr lang="en-US" sz="4000" b="1" dirty="0">
                <a:solidFill>
                  <a:schemeClr val="accent2"/>
                </a:solidFill>
                <a:latin typeface="+mj-lt"/>
                <a:cs typeface="Sora SemiBold" pitchFamily="2" charset="0"/>
              </a:rPr>
              <a:t>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SemiBold" pitchFamily="2" charset="0"/>
              </a:rPr>
              <a:t>Infographic</a:t>
            </a:r>
          </a:p>
        </p:txBody>
      </p:sp>
    </p:spTree>
    <p:extLst>
      <p:ext uri="{BB962C8B-B14F-4D97-AF65-F5344CB8AC3E}">
        <p14:creationId xmlns:p14="http://schemas.microsoft.com/office/powerpoint/2010/main" val="4080462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ound Same Side Corner Rectangle 3">
            <a:extLst>
              <a:ext uri="{FF2B5EF4-FFF2-40B4-BE49-F238E27FC236}">
                <a16:creationId xmlns:a16="http://schemas.microsoft.com/office/drawing/2014/main" id="{AC5D7684-E50F-4EFC-983D-9DC4B8484FB8}"/>
              </a:ext>
            </a:extLst>
          </p:cNvPr>
          <p:cNvSpPr/>
          <p:nvPr/>
        </p:nvSpPr>
        <p:spPr>
          <a:xfrm>
            <a:off x="777224" y="1869092"/>
            <a:ext cx="1499480" cy="414457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r>
              <a:rPr lang="en-US" sz="1200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Monday</a:t>
            </a:r>
            <a:endParaRPr lang="id-ID" sz="1200" b="1" dirty="0">
              <a:solidFill>
                <a:srgbClr val="FFFFFF"/>
              </a:solidFill>
              <a:latin typeface="+mj-lt"/>
              <a:cs typeface="Poppins" panose="00000500000000000000" pitchFamily="50" charset="0"/>
            </a:endParaRPr>
          </a:p>
        </p:txBody>
      </p:sp>
      <p:sp>
        <p:nvSpPr>
          <p:cNvPr id="53" name="Round Same Side Corner Rectangle 5">
            <a:extLst>
              <a:ext uri="{FF2B5EF4-FFF2-40B4-BE49-F238E27FC236}">
                <a16:creationId xmlns:a16="http://schemas.microsoft.com/office/drawing/2014/main" id="{93F03579-B04A-4D93-ADF9-1D956FE4B100}"/>
              </a:ext>
            </a:extLst>
          </p:cNvPr>
          <p:cNvSpPr/>
          <p:nvPr/>
        </p:nvSpPr>
        <p:spPr>
          <a:xfrm>
            <a:off x="5339090" y="1869092"/>
            <a:ext cx="1499480" cy="414457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r>
              <a:rPr lang="en-US" sz="1200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Thursday</a:t>
            </a:r>
            <a:endParaRPr lang="id-ID" sz="1200" b="1" dirty="0">
              <a:solidFill>
                <a:srgbClr val="FFFFFF"/>
              </a:solidFill>
              <a:latin typeface="+mj-lt"/>
              <a:cs typeface="Poppins" panose="00000500000000000000" pitchFamily="50" charset="0"/>
            </a:endParaRPr>
          </a:p>
        </p:txBody>
      </p:sp>
      <p:sp>
        <p:nvSpPr>
          <p:cNvPr id="54" name="Round Same Side Corner Rectangle 6">
            <a:extLst>
              <a:ext uri="{FF2B5EF4-FFF2-40B4-BE49-F238E27FC236}">
                <a16:creationId xmlns:a16="http://schemas.microsoft.com/office/drawing/2014/main" id="{43B5752A-3823-4694-97CF-DAF6DBF1A20D}"/>
              </a:ext>
            </a:extLst>
          </p:cNvPr>
          <p:cNvSpPr/>
          <p:nvPr/>
        </p:nvSpPr>
        <p:spPr>
          <a:xfrm>
            <a:off x="3823250" y="1869092"/>
            <a:ext cx="1499480" cy="414457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r>
              <a:rPr lang="en-US" sz="1200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Wednesday</a:t>
            </a:r>
            <a:endParaRPr lang="id-ID" sz="1200" b="1" dirty="0">
              <a:solidFill>
                <a:srgbClr val="FFFFFF"/>
              </a:solidFill>
              <a:latin typeface="+mj-lt"/>
              <a:cs typeface="Poppins" panose="00000500000000000000" pitchFamily="50" charset="0"/>
            </a:endParaRPr>
          </a:p>
        </p:txBody>
      </p:sp>
      <p:sp>
        <p:nvSpPr>
          <p:cNvPr id="55" name="Round Same Side Corner Rectangle 7">
            <a:extLst>
              <a:ext uri="{FF2B5EF4-FFF2-40B4-BE49-F238E27FC236}">
                <a16:creationId xmlns:a16="http://schemas.microsoft.com/office/drawing/2014/main" id="{03390B0C-6899-414E-9B0F-78B11DF8D3D2}"/>
              </a:ext>
            </a:extLst>
          </p:cNvPr>
          <p:cNvSpPr/>
          <p:nvPr/>
        </p:nvSpPr>
        <p:spPr>
          <a:xfrm>
            <a:off x="2300237" y="1869092"/>
            <a:ext cx="1499480" cy="414457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r>
              <a:rPr lang="en-US" sz="1200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Tuesday</a:t>
            </a:r>
            <a:endParaRPr lang="id-ID" sz="1200" b="1" dirty="0">
              <a:solidFill>
                <a:srgbClr val="FFFFFF"/>
              </a:solidFill>
              <a:latin typeface="+mj-lt"/>
              <a:cs typeface="Poppins" panose="00000500000000000000" pitchFamily="50" charset="0"/>
            </a:endParaRPr>
          </a:p>
        </p:txBody>
      </p:sp>
      <p:sp>
        <p:nvSpPr>
          <p:cNvPr id="56" name="Round Same Side Corner Rectangle 8">
            <a:extLst>
              <a:ext uri="{FF2B5EF4-FFF2-40B4-BE49-F238E27FC236}">
                <a16:creationId xmlns:a16="http://schemas.microsoft.com/office/drawing/2014/main" id="{44FA9D3E-B1CB-402B-8FA2-C6919D4C5D69}"/>
              </a:ext>
            </a:extLst>
          </p:cNvPr>
          <p:cNvSpPr/>
          <p:nvPr/>
        </p:nvSpPr>
        <p:spPr>
          <a:xfrm>
            <a:off x="6859309" y="1869092"/>
            <a:ext cx="1499480" cy="414457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r>
              <a:rPr lang="en-US" sz="1200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Friday</a:t>
            </a:r>
            <a:endParaRPr lang="id-ID" sz="1200" b="1" dirty="0">
              <a:solidFill>
                <a:srgbClr val="FFFFFF"/>
              </a:solidFill>
              <a:latin typeface="+mj-lt"/>
              <a:cs typeface="Poppins" panose="00000500000000000000" pitchFamily="50" charset="0"/>
            </a:endParaRPr>
          </a:p>
        </p:txBody>
      </p:sp>
      <p:sp>
        <p:nvSpPr>
          <p:cNvPr id="57" name="Round Same Side Corner Rectangle 9">
            <a:extLst>
              <a:ext uri="{FF2B5EF4-FFF2-40B4-BE49-F238E27FC236}">
                <a16:creationId xmlns:a16="http://schemas.microsoft.com/office/drawing/2014/main" id="{852F5E11-4355-46B5-AB22-1D885AAEFD3D}"/>
              </a:ext>
            </a:extLst>
          </p:cNvPr>
          <p:cNvSpPr/>
          <p:nvPr/>
        </p:nvSpPr>
        <p:spPr>
          <a:xfrm>
            <a:off x="9915300" y="1869092"/>
            <a:ext cx="1499480" cy="414457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r>
              <a:rPr lang="en-US" sz="1200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Sunday</a:t>
            </a:r>
            <a:endParaRPr lang="id-ID" sz="1200" b="1" dirty="0">
              <a:solidFill>
                <a:srgbClr val="FFFFFF"/>
              </a:solidFill>
              <a:latin typeface="+mj-lt"/>
              <a:cs typeface="Poppins" panose="00000500000000000000" pitchFamily="50" charset="0"/>
            </a:endParaRPr>
          </a:p>
        </p:txBody>
      </p:sp>
      <p:sp>
        <p:nvSpPr>
          <p:cNvPr id="58" name="Round Same Side Corner Rectangle 10">
            <a:extLst>
              <a:ext uri="{FF2B5EF4-FFF2-40B4-BE49-F238E27FC236}">
                <a16:creationId xmlns:a16="http://schemas.microsoft.com/office/drawing/2014/main" id="{5750A07C-A237-47FC-9F81-8D1FD2284CD4}"/>
              </a:ext>
            </a:extLst>
          </p:cNvPr>
          <p:cNvSpPr/>
          <p:nvPr/>
        </p:nvSpPr>
        <p:spPr>
          <a:xfrm>
            <a:off x="8392287" y="1869092"/>
            <a:ext cx="1499480" cy="414457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r>
              <a:rPr lang="en-US" sz="1200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Saturday</a:t>
            </a:r>
            <a:endParaRPr lang="id-ID" sz="1200" b="1" dirty="0">
              <a:solidFill>
                <a:srgbClr val="FFFFFF"/>
              </a:solidFill>
              <a:latin typeface="+mj-lt"/>
              <a:cs typeface="Poppins" panose="00000500000000000000" pitchFamily="50" charset="0"/>
            </a:endParaRPr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85FC4CE1-CD46-4C01-8E65-B7184AF0A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886712"/>
              </p:ext>
            </p:extLst>
          </p:nvPr>
        </p:nvGraphicFramePr>
        <p:xfrm>
          <a:off x="777224" y="2283547"/>
          <a:ext cx="10637557" cy="3784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651">
                  <a:extLst>
                    <a:ext uri="{9D8B030D-6E8A-4147-A177-3AD203B41FA5}">
                      <a16:colId xmlns:a16="http://schemas.microsoft.com/office/drawing/2014/main" val="929287165"/>
                    </a:ext>
                  </a:extLst>
                </a:gridCol>
                <a:gridCol w="1519651">
                  <a:extLst>
                    <a:ext uri="{9D8B030D-6E8A-4147-A177-3AD203B41FA5}">
                      <a16:colId xmlns:a16="http://schemas.microsoft.com/office/drawing/2014/main" val="3008609758"/>
                    </a:ext>
                  </a:extLst>
                </a:gridCol>
                <a:gridCol w="1519651">
                  <a:extLst>
                    <a:ext uri="{9D8B030D-6E8A-4147-A177-3AD203B41FA5}">
                      <a16:colId xmlns:a16="http://schemas.microsoft.com/office/drawing/2014/main" val="1609424150"/>
                    </a:ext>
                  </a:extLst>
                </a:gridCol>
                <a:gridCol w="1519651">
                  <a:extLst>
                    <a:ext uri="{9D8B030D-6E8A-4147-A177-3AD203B41FA5}">
                      <a16:colId xmlns:a16="http://schemas.microsoft.com/office/drawing/2014/main" val="2998698439"/>
                    </a:ext>
                  </a:extLst>
                </a:gridCol>
                <a:gridCol w="1519651">
                  <a:extLst>
                    <a:ext uri="{9D8B030D-6E8A-4147-A177-3AD203B41FA5}">
                      <a16:colId xmlns:a16="http://schemas.microsoft.com/office/drawing/2014/main" val="544041109"/>
                    </a:ext>
                  </a:extLst>
                </a:gridCol>
                <a:gridCol w="1519651">
                  <a:extLst>
                    <a:ext uri="{9D8B030D-6E8A-4147-A177-3AD203B41FA5}">
                      <a16:colId xmlns:a16="http://schemas.microsoft.com/office/drawing/2014/main" val="3196410559"/>
                    </a:ext>
                  </a:extLst>
                </a:gridCol>
                <a:gridCol w="1519651">
                  <a:extLst>
                    <a:ext uri="{9D8B030D-6E8A-4147-A177-3AD203B41FA5}">
                      <a16:colId xmlns:a16="http://schemas.microsoft.com/office/drawing/2014/main" val="2457455700"/>
                    </a:ext>
                  </a:extLst>
                </a:gridCol>
              </a:tblGrid>
              <a:tr h="756908">
                <a:tc>
                  <a:txBody>
                    <a:bodyPr/>
                    <a:lstStyle/>
                    <a:p>
                      <a:pPr algn="ctr"/>
                      <a:endParaRPr lang="id-ID" sz="11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1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1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1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1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1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1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317342"/>
                  </a:ext>
                </a:extLst>
              </a:tr>
              <a:tr h="756908">
                <a:tc>
                  <a:txBody>
                    <a:bodyPr/>
                    <a:lstStyle/>
                    <a:p>
                      <a:pPr algn="ctr"/>
                      <a:r>
                        <a:rPr lang="en-US" sz="100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</a:rPr>
                        <a:t>09:00</a:t>
                      </a:r>
                    </a:p>
                    <a:p>
                      <a:pPr algn="ctr"/>
                      <a:r>
                        <a:rPr lang="en-US" sz="100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</a:rPr>
                        <a:t>Monday Plan</a:t>
                      </a:r>
                      <a:endParaRPr lang="id-ID" sz="10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marL="90693" marR="90693" marT="45347" marB="4534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1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</a:rPr>
                        <a:t>09:00</a:t>
                      </a:r>
                    </a:p>
                    <a:p>
                      <a:pPr algn="ctr"/>
                      <a:r>
                        <a:rPr lang="en-US" sz="100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</a:rPr>
                        <a:t>Wednesday Plan</a:t>
                      </a:r>
                      <a:endParaRPr lang="id-ID" sz="10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marL="90693" marR="90693" marT="45347" marB="4534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1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1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1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1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471951"/>
                  </a:ext>
                </a:extLst>
              </a:tr>
              <a:tr h="756908">
                <a:tc>
                  <a:txBody>
                    <a:bodyPr/>
                    <a:lstStyle/>
                    <a:p>
                      <a:pPr algn="ctr"/>
                      <a:endParaRPr lang="id-ID" sz="11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1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1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</a:rPr>
                        <a:t>09:00</a:t>
                      </a:r>
                    </a:p>
                    <a:p>
                      <a:pPr algn="ctr"/>
                      <a:r>
                        <a:rPr lang="en-US" sz="100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</a:rPr>
                        <a:t>Thursday Plan</a:t>
                      </a:r>
                      <a:endParaRPr lang="id-ID" sz="10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marL="90693" marR="90693" marT="45347" marB="4534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1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90693" marR="90693" marT="45347" marB="4534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</a:rPr>
                        <a:t>09:00</a:t>
                      </a:r>
                    </a:p>
                    <a:p>
                      <a:pPr algn="ctr"/>
                      <a:r>
                        <a:rPr lang="en-US" sz="100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</a:rPr>
                        <a:t>Saturday Plan</a:t>
                      </a:r>
                      <a:endParaRPr lang="id-ID" sz="10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marL="90693" marR="90693" marT="45347" marB="4534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1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900421"/>
                  </a:ext>
                </a:extLst>
              </a:tr>
              <a:tr h="756908">
                <a:tc>
                  <a:txBody>
                    <a:bodyPr/>
                    <a:lstStyle/>
                    <a:p>
                      <a:pPr algn="ctr"/>
                      <a:endParaRPr lang="id-ID" sz="11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</a:rPr>
                        <a:t>09:00</a:t>
                      </a:r>
                    </a:p>
                    <a:p>
                      <a:pPr algn="ctr"/>
                      <a:r>
                        <a:rPr lang="en-US" sz="100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</a:rPr>
                        <a:t>Tuesday Plan</a:t>
                      </a:r>
                      <a:endParaRPr lang="id-ID" sz="10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marL="90693" marR="90693" marT="45347" marB="4534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1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1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</a:rPr>
                        <a:t>11:00</a:t>
                      </a:r>
                    </a:p>
                    <a:p>
                      <a:pPr algn="ctr"/>
                      <a:r>
                        <a:rPr lang="en-US" sz="100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</a:rPr>
                        <a:t>Friday Plan</a:t>
                      </a:r>
                      <a:endParaRPr lang="id-ID" sz="10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marL="90693" marR="90693" marT="45347" marB="4534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1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1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940488"/>
                  </a:ext>
                </a:extLst>
              </a:tr>
              <a:tr h="756908">
                <a:tc>
                  <a:txBody>
                    <a:bodyPr/>
                    <a:lstStyle/>
                    <a:p>
                      <a:pPr algn="ctr"/>
                      <a:endParaRPr lang="id-ID" sz="11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1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1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1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1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1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100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486184"/>
                  </a:ext>
                </a:extLst>
              </a:tr>
            </a:tbl>
          </a:graphicData>
        </a:graphic>
      </p:graphicFrame>
      <p:sp>
        <p:nvSpPr>
          <p:cNvPr id="60" name="Rounded Rectangle 19">
            <a:extLst>
              <a:ext uri="{FF2B5EF4-FFF2-40B4-BE49-F238E27FC236}">
                <a16:creationId xmlns:a16="http://schemas.microsoft.com/office/drawing/2014/main" id="{3D34F590-357C-4793-AF70-5D5289C61450}"/>
              </a:ext>
            </a:extLst>
          </p:cNvPr>
          <p:cNvSpPr/>
          <p:nvPr/>
        </p:nvSpPr>
        <p:spPr>
          <a:xfrm>
            <a:off x="779889" y="2277878"/>
            <a:ext cx="307210" cy="3072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1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61" name="Rounded Rectangle 21">
            <a:extLst>
              <a:ext uri="{FF2B5EF4-FFF2-40B4-BE49-F238E27FC236}">
                <a16:creationId xmlns:a16="http://schemas.microsoft.com/office/drawing/2014/main" id="{F93E0D1F-5AC8-4C52-9928-5FD15F104746}"/>
              </a:ext>
            </a:extLst>
          </p:cNvPr>
          <p:cNvSpPr/>
          <p:nvPr/>
        </p:nvSpPr>
        <p:spPr>
          <a:xfrm>
            <a:off x="2303331" y="2277878"/>
            <a:ext cx="307210" cy="3072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2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62" name="Rounded Rectangle 22">
            <a:extLst>
              <a:ext uri="{FF2B5EF4-FFF2-40B4-BE49-F238E27FC236}">
                <a16:creationId xmlns:a16="http://schemas.microsoft.com/office/drawing/2014/main" id="{95576FE0-C0DB-426B-B7C9-311F25234095}"/>
              </a:ext>
            </a:extLst>
          </p:cNvPr>
          <p:cNvSpPr/>
          <p:nvPr/>
        </p:nvSpPr>
        <p:spPr>
          <a:xfrm>
            <a:off x="3826774" y="2277878"/>
            <a:ext cx="307210" cy="3072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1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63" name="Rounded Rectangle 23">
            <a:extLst>
              <a:ext uri="{FF2B5EF4-FFF2-40B4-BE49-F238E27FC236}">
                <a16:creationId xmlns:a16="http://schemas.microsoft.com/office/drawing/2014/main" id="{246C444F-4823-418C-A250-231B868A5CEC}"/>
              </a:ext>
            </a:extLst>
          </p:cNvPr>
          <p:cNvSpPr/>
          <p:nvPr/>
        </p:nvSpPr>
        <p:spPr>
          <a:xfrm>
            <a:off x="5330286" y="2277878"/>
            <a:ext cx="307210" cy="3072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2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64" name="Rounded Rectangle 24">
            <a:extLst>
              <a:ext uri="{FF2B5EF4-FFF2-40B4-BE49-F238E27FC236}">
                <a16:creationId xmlns:a16="http://schemas.microsoft.com/office/drawing/2014/main" id="{4F270165-4AFB-466A-B59D-863A4831D9A8}"/>
              </a:ext>
            </a:extLst>
          </p:cNvPr>
          <p:cNvSpPr/>
          <p:nvPr/>
        </p:nvSpPr>
        <p:spPr>
          <a:xfrm>
            <a:off x="6853728" y="2277878"/>
            <a:ext cx="307210" cy="3072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3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65" name="Rounded Rectangle 25">
            <a:extLst>
              <a:ext uri="{FF2B5EF4-FFF2-40B4-BE49-F238E27FC236}">
                <a16:creationId xmlns:a16="http://schemas.microsoft.com/office/drawing/2014/main" id="{D4EF7C16-A606-4E40-8614-F5A7CEE046CA}"/>
              </a:ext>
            </a:extLst>
          </p:cNvPr>
          <p:cNvSpPr/>
          <p:nvPr/>
        </p:nvSpPr>
        <p:spPr>
          <a:xfrm>
            <a:off x="8387136" y="2277878"/>
            <a:ext cx="307210" cy="3072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4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66" name="Rounded Rectangle 26">
            <a:extLst>
              <a:ext uri="{FF2B5EF4-FFF2-40B4-BE49-F238E27FC236}">
                <a16:creationId xmlns:a16="http://schemas.microsoft.com/office/drawing/2014/main" id="{0B8537C0-3E6A-4975-927A-A08104F9FEDD}"/>
              </a:ext>
            </a:extLst>
          </p:cNvPr>
          <p:cNvSpPr/>
          <p:nvPr/>
        </p:nvSpPr>
        <p:spPr>
          <a:xfrm>
            <a:off x="9920546" y="2277878"/>
            <a:ext cx="307210" cy="3072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5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67" name="Rounded Rectangle 27">
            <a:extLst>
              <a:ext uri="{FF2B5EF4-FFF2-40B4-BE49-F238E27FC236}">
                <a16:creationId xmlns:a16="http://schemas.microsoft.com/office/drawing/2014/main" id="{1B91FD48-487A-4C22-B352-F694247AA6A5}"/>
              </a:ext>
            </a:extLst>
          </p:cNvPr>
          <p:cNvSpPr/>
          <p:nvPr/>
        </p:nvSpPr>
        <p:spPr>
          <a:xfrm>
            <a:off x="779889" y="3038277"/>
            <a:ext cx="307210" cy="3072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6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68" name="Rounded Rectangle 28">
            <a:extLst>
              <a:ext uri="{FF2B5EF4-FFF2-40B4-BE49-F238E27FC236}">
                <a16:creationId xmlns:a16="http://schemas.microsoft.com/office/drawing/2014/main" id="{C787F740-FAF5-47FF-9D50-9EDB17B83D5A}"/>
              </a:ext>
            </a:extLst>
          </p:cNvPr>
          <p:cNvSpPr/>
          <p:nvPr/>
        </p:nvSpPr>
        <p:spPr>
          <a:xfrm>
            <a:off x="2303331" y="3038277"/>
            <a:ext cx="307210" cy="3072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7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69" name="Rounded Rectangle 29">
            <a:extLst>
              <a:ext uri="{FF2B5EF4-FFF2-40B4-BE49-F238E27FC236}">
                <a16:creationId xmlns:a16="http://schemas.microsoft.com/office/drawing/2014/main" id="{6921BBAF-EFAE-458E-9BDD-D766C187B8F1}"/>
              </a:ext>
            </a:extLst>
          </p:cNvPr>
          <p:cNvSpPr/>
          <p:nvPr/>
        </p:nvSpPr>
        <p:spPr>
          <a:xfrm>
            <a:off x="3826774" y="3038277"/>
            <a:ext cx="307210" cy="30721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8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70" name="Rounded Rectangle 30">
            <a:extLst>
              <a:ext uri="{FF2B5EF4-FFF2-40B4-BE49-F238E27FC236}">
                <a16:creationId xmlns:a16="http://schemas.microsoft.com/office/drawing/2014/main" id="{B91E711D-9107-4094-B2DB-43036CC3253F}"/>
              </a:ext>
            </a:extLst>
          </p:cNvPr>
          <p:cNvSpPr/>
          <p:nvPr/>
        </p:nvSpPr>
        <p:spPr>
          <a:xfrm>
            <a:off x="5330286" y="3038277"/>
            <a:ext cx="307210" cy="3072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9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71" name="Rounded Rectangle 31">
            <a:extLst>
              <a:ext uri="{FF2B5EF4-FFF2-40B4-BE49-F238E27FC236}">
                <a16:creationId xmlns:a16="http://schemas.microsoft.com/office/drawing/2014/main" id="{106B793D-9FDB-4A66-9A28-8EF83DA99085}"/>
              </a:ext>
            </a:extLst>
          </p:cNvPr>
          <p:cNvSpPr/>
          <p:nvPr/>
        </p:nvSpPr>
        <p:spPr>
          <a:xfrm>
            <a:off x="6853728" y="3038277"/>
            <a:ext cx="307210" cy="3072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10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72" name="Rounded Rectangle 32">
            <a:extLst>
              <a:ext uri="{FF2B5EF4-FFF2-40B4-BE49-F238E27FC236}">
                <a16:creationId xmlns:a16="http://schemas.microsoft.com/office/drawing/2014/main" id="{B7644AB9-7458-498C-AEE8-EFF9294B66D2}"/>
              </a:ext>
            </a:extLst>
          </p:cNvPr>
          <p:cNvSpPr/>
          <p:nvPr/>
        </p:nvSpPr>
        <p:spPr>
          <a:xfrm>
            <a:off x="8387136" y="3038277"/>
            <a:ext cx="307210" cy="3072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11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73" name="Rounded Rectangle 33">
            <a:extLst>
              <a:ext uri="{FF2B5EF4-FFF2-40B4-BE49-F238E27FC236}">
                <a16:creationId xmlns:a16="http://schemas.microsoft.com/office/drawing/2014/main" id="{C06AF8A5-0C00-44FA-928A-83F03DE3E94B}"/>
              </a:ext>
            </a:extLst>
          </p:cNvPr>
          <p:cNvSpPr/>
          <p:nvPr/>
        </p:nvSpPr>
        <p:spPr>
          <a:xfrm>
            <a:off x="9920546" y="3038277"/>
            <a:ext cx="307210" cy="3072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12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74" name="Rounded Rectangle 34">
            <a:extLst>
              <a:ext uri="{FF2B5EF4-FFF2-40B4-BE49-F238E27FC236}">
                <a16:creationId xmlns:a16="http://schemas.microsoft.com/office/drawing/2014/main" id="{3956199B-1006-4B7F-B224-345B339FE853}"/>
              </a:ext>
            </a:extLst>
          </p:cNvPr>
          <p:cNvSpPr/>
          <p:nvPr/>
        </p:nvSpPr>
        <p:spPr>
          <a:xfrm>
            <a:off x="779889" y="3798676"/>
            <a:ext cx="307210" cy="3072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13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75" name="Rounded Rectangle 35">
            <a:extLst>
              <a:ext uri="{FF2B5EF4-FFF2-40B4-BE49-F238E27FC236}">
                <a16:creationId xmlns:a16="http://schemas.microsoft.com/office/drawing/2014/main" id="{DBBFCBC0-AA58-40AB-A577-D19836FFF784}"/>
              </a:ext>
            </a:extLst>
          </p:cNvPr>
          <p:cNvSpPr/>
          <p:nvPr/>
        </p:nvSpPr>
        <p:spPr>
          <a:xfrm>
            <a:off x="2303331" y="3798676"/>
            <a:ext cx="307210" cy="3072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14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76" name="Rounded Rectangle 36">
            <a:extLst>
              <a:ext uri="{FF2B5EF4-FFF2-40B4-BE49-F238E27FC236}">
                <a16:creationId xmlns:a16="http://schemas.microsoft.com/office/drawing/2014/main" id="{CF2B7F60-B139-4BF2-AE09-58D70DE3431F}"/>
              </a:ext>
            </a:extLst>
          </p:cNvPr>
          <p:cNvSpPr/>
          <p:nvPr/>
        </p:nvSpPr>
        <p:spPr>
          <a:xfrm>
            <a:off x="3826774" y="3798676"/>
            <a:ext cx="307210" cy="30721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15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77" name="Rounded Rectangle 37">
            <a:extLst>
              <a:ext uri="{FF2B5EF4-FFF2-40B4-BE49-F238E27FC236}">
                <a16:creationId xmlns:a16="http://schemas.microsoft.com/office/drawing/2014/main" id="{B6003FC6-4F7A-4738-A5A4-E27D45126A8C}"/>
              </a:ext>
            </a:extLst>
          </p:cNvPr>
          <p:cNvSpPr/>
          <p:nvPr/>
        </p:nvSpPr>
        <p:spPr>
          <a:xfrm>
            <a:off x="5330286" y="3798676"/>
            <a:ext cx="307210" cy="3072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16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78" name="Rounded Rectangle 38">
            <a:extLst>
              <a:ext uri="{FF2B5EF4-FFF2-40B4-BE49-F238E27FC236}">
                <a16:creationId xmlns:a16="http://schemas.microsoft.com/office/drawing/2014/main" id="{00D4EB95-42C8-4BC8-8BFE-88812C245709}"/>
              </a:ext>
            </a:extLst>
          </p:cNvPr>
          <p:cNvSpPr/>
          <p:nvPr/>
        </p:nvSpPr>
        <p:spPr>
          <a:xfrm>
            <a:off x="6853728" y="3798676"/>
            <a:ext cx="307210" cy="3072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17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79" name="Rounded Rectangle 39">
            <a:extLst>
              <a:ext uri="{FF2B5EF4-FFF2-40B4-BE49-F238E27FC236}">
                <a16:creationId xmlns:a16="http://schemas.microsoft.com/office/drawing/2014/main" id="{CD1273A2-E26D-44D3-AD9F-27FE0B32E7EB}"/>
              </a:ext>
            </a:extLst>
          </p:cNvPr>
          <p:cNvSpPr/>
          <p:nvPr/>
        </p:nvSpPr>
        <p:spPr>
          <a:xfrm>
            <a:off x="8387136" y="3798676"/>
            <a:ext cx="307210" cy="30721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18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80" name="Rounded Rectangle 40">
            <a:extLst>
              <a:ext uri="{FF2B5EF4-FFF2-40B4-BE49-F238E27FC236}">
                <a16:creationId xmlns:a16="http://schemas.microsoft.com/office/drawing/2014/main" id="{F881956D-B02A-4C96-9ABE-DD24504B31BF}"/>
              </a:ext>
            </a:extLst>
          </p:cNvPr>
          <p:cNvSpPr/>
          <p:nvPr/>
        </p:nvSpPr>
        <p:spPr>
          <a:xfrm>
            <a:off x="9920546" y="3798676"/>
            <a:ext cx="307210" cy="3072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19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81" name="Rounded Rectangle 41">
            <a:extLst>
              <a:ext uri="{FF2B5EF4-FFF2-40B4-BE49-F238E27FC236}">
                <a16:creationId xmlns:a16="http://schemas.microsoft.com/office/drawing/2014/main" id="{0237AA8E-C9B0-46D6-8BD0-6480E8A59558}"/>
              </a:ext>
            </a:extLst>
          </p:cNvPr>
          <p:cNvSpPr/>
          <p:nvPr/>
        </p:nvSpPr>
        <p:spPr>
          <a:xfrm>
            <a:off x="779889" y="4559074"/>
            <a:ext cx="307210" cy="3072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20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82" name="Rounded Rectangle 42">
            <a:extLst>
              <a:ext uri="{FF2B5EF4-FFF2-40B4-BE49-F238E27FC236}">
                <a16:creationId xmlns:a16="http://schemas.microsoft.com/office/drawing/2014/main" id="{BC5B1E5B-61B4-4F42-B787-BB8571906F4E}"/>
              </a:ext>
            </a:extLst>
          </p:cNvPr>
          <p:cNvSpPr/>
          <p:nvPr/>
        </p:nvSpPr>
        <p:spPr>
          <a:xfrm>
            <a:off x="2303331" y="4559074"/>
            <a:ext cx="307210" cy="3072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21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83" name="Rounded Rectangle 43">
            <a:extLst>
              <a:ext uri="{FF2B5EF4-FFF2-40B4-BE49-F238E27FC236}">
                <a16:creationId xmlns:a16="http://schemas.microsoft.com/office/drawing/2014/main" id="{7B1F2E74-8018-4127-9B8B-2F705D701C5A}"/>
              </a:ext>
            </a:extLst>
          </p:cNvPr>
          <p:cNvSpPr/>
          <p:nvPr/>
        </p:nvSpPr>
        <p:spPr>
          <a:xfrm>
            <a:off x="3826774" y="4559074"/>
            <a:ext cx="307210" cy="3072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22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84" name="Rounded Rectangle 44">
            <a:extLst>
              <a:ext uri="{FF2B5EF4-FFF2-40B4-BE49-F238E27FC236}">
                <a16:creationId xmlns:a16="http://schemas.microsoft.com/office/drawing/2014/main" id="{4270C5E2-0BE5-41C7-92A0-D7C625FD8B5D}"/>
              </a:ext>
            </a:extLst>
          </p:cNvPr>
          <p:cNvSpPr/>
          <p:nvPr/>
        </p:nvSpPr>
        <p:spPr>
          <a:xfrm>
            <a:off x="5330286" y="4559074"/>
            <a:ext cx="307210" cy="3072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23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85" name="Rounded Rectangle 45">
            <a:extLst>
              <a:ext uri="{FF2B5EF4-FFF2-40B4-BE49-F238E27FC236}">
                <a16:creationId xmlns:a16="http://schemas.microsoft.com/office/drawing/2014/main" id="{17AFC7AC-1809-426F-82E9-D2BBF9AF649A}"/>
              </a:ext>
            </a:extLst>
          </p:cNvPr>
          <p:cNvSpPr/>
          <p:nvPr/>
        </p:nvSpPr>
        <p:spPr>
          <a:xfrm>
            <a:off x="6853728" y="4559074"/>
            <a:ext cx="307210" cy="30721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24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86" name="Rounded Rectangle 46">
            <a:extLst>
              <a:ext uri="{FF2B5EF4-FFF2-40B4-BE49-F238E27FC236}">
                <a16:creationId xmlns:a16="http://schemas.microsoft.com/office/drawing/2014/main" id="{02D1C198-D0D9-4D3C-B570-5B658D7C16E8}"/>
              </a:ext>
            </a:extLst>
          </p:cNvPr>
          <p:cNvSpPr/>
          <p:nvPr/>
        </p:nvSpPr>
        <p:spPr>
          <a:xfrm>
            <a:off x="8387136" y="4559074"/>
            <a:ext cx="307210" cy="30721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25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87" name="Rounded Rectangle 47">
            <a:extLst>
              <a:ext uri="{FF2B5EF4-FFF2-40B4-BE49-F238E27FC236}">
                <a16:creationId xmlns:a16="http://schemas.microsoft.com/office/drawing/2014/main" id="{4B2A4821-8FFD-4FB6-B906-BE7CE80BF67A}"/>
              </a:ext>
            </a:extLst>
          </p:cNvPr>
          <p:cNvSpPr/>
          <p:nvPr/>
        </p:nvSpPr>
        <p:spPr>
          <a:xfrm>
            <a:off x="9920546" y="4559074"/>
            <a:ext cx="307210" cy="3072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26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88" name="Rounded Rectangle 48">
            <a:extLst>
              <a:ext uri="{FF2B5EF4-FFF2-40B4-BE49-F238E27FC236}">
                <a16:creationId xmlns:a16="http://schemas.microsoft.com/office/drawing/2014/main" id="{6D3FBF85-F17B-40F2-8759-934FCE48072B}"/>
              </a:ext>
            </a:extLst>
          </p:cNvPr>
          <p:cNvSpPr/>
          <p:nvPr/>
        </p:nvSpPr>
        <p:spPr>
          <a:xfrm>
            <a:off x="779889" y="5319473"/>
            <a:ext cx="307210" cy="3072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27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89" name="Rounded Rectangle 49">
            <a:extLst>
              <a:ext uri="{FF2B5EF4-FFF2-40B4-BE49-F238E27FC236}">
                <a16:creationId xmlns:a16="http://schemas.microsoft.com/office/drawing/2014/main" id="{AE8CE2E4-A428-4F93-B2EE-D90C42A718E2}"/>
              </a:ext>
            </a:extLst>
          </p:cNvPr>
          <p:cNvSpPr/>
          <p:nvPr/>
        </p:nvSpPr>
        <p:spPr>
          <a:xfrm>
            <a:off x="2303331" y="5319473"/>
            <a:ext cx="307210" cy="3072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28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90" name="Rounded Rectangle 50">
            <a:extLst>
              <a:ext uri="{FF2B5EF4-FFF2-40B4-BE49-F238E27FC236}">
                <a16:creationId xmlns:a16="http://schemas.microsoft.com/office/drawing/2014/main" id="{5ACE88E3-D8D5-44FD-AD15-601C842987A8}"/>
              </a:ext>
            </a:extLst>
          </p:cNvPr>
          <p:cNvSpPr/>
          <p:nvPr/>
        </p:nvSpPr>
        <p:spPr>
          <a:xfrm>
            <a:off x="3826774" y="5319473"/>
            <a:ext cx="307210" cy="3072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29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91" name="Rounded Rectangle 51">
            <a:extLst>
              <a:ext uri="{FF2B5EF4-FFF2-40B4-BE49-F238E27FC236}">
                <a16:creationId xmlns:a16="http://schemas.microsoft.com/office/drawing/2014/main" id="{F85EFE85-BC4A-4E36-86BA-50BF7C397B4C}"/>
              </a:ext>
            </a:extLst>
          </p:cNvPr>
          <p:cNvSpPr/>
          <p:nvPr/>
        </p:nvSpPr>
        <p:spPr>
          <a:xfrm>
            <a:off x="5330286" y="5319473"/>
            <a:ext cx="307210" cy="3072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30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92" name="Rounded Rectangle 52">
            <a:extLst>
              <a:ext uri="{FF2B5EF4-FFF2-40B4-BE49-F238E27FC236}">
                <a16:creationId xmlns:a16="http://schemas.microsoft.com/office/drawing/2014/main" id="{CF0686EA-3C75-4CFC-9E89-F328712B0B2E}"/>
              </a:ext>
            </a:extLst>
          </p:cNvPr>
          <p:cNvSpPr/>
          <p:nvPr/>
        </p:nvSpPr>
        <p:spPr>
          <a:xfrm>
            <a:off x="6853728" y="5319473"/>
            <a:ext cx="307210" cy="30721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1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93" name="Rounded Rectangle 53">
            <a:extLst>
              <a:ext uri="{FF2B5EF4-FFF2-40B4-BE49-F238E27FC236}">
                <a16:creationId xmlns:a16="http://schemas.microsoft.com/office/drawing/2014/main" id="{2E3A73AF-EA15-4AB6-9742-317EACC5CA39}"/>
              </a:ext>
            </a:extLst>
          </p:cNvPr>
          <p:cNvSpPr/>
          <p:nvPr/>
        </p:nvSpPr>
        <p:spPr>
          <a:xfrm>
            <a:off x="8387136" y="5319473"/>
            <a:ext cx="307210" cy="3072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2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94" name="Rounded Rectangle 54">
            <a:extLst>
              <a:ext uri="{FF2B5EF4-FFF2-40B4-BE49-F238E27FC236}">
                <a16:creationId xmlns:a16="http://schemas.microsoft.com/office/drawing/2014/main" id="{D77AA996-F2A1-4ED8-8863-614281299AC0}"/>
              </a:ext>
            </a:extLst>
          </p:cNvPr>
          <p:cNvSpPr/>
          <p:nvPr/>
        </p:nvSpPr>
        <p:spPr>
          <a:xfrm>
            <a:off x="9920546" y="5319473"/>
            <a:ext cx="307210" cy="3072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3</a:t>
            </a:r>
            <a:endParaRPr lang="id-ID" sz="800" dirty="0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20E91CE-1963-4484-A7D9-23A79166C1AA}"/>
              </a:ext>
            </a:extLst>
          </p:cNvPr>
          <p:cNvSpPr/>
          <p:nvPr/>
        </p:nvSpPr>
        <p:spPr>
          <a:xfrm>
            <a:off x="759957" y="1867094"/>
            <a:ext cx="10678356" cy="188957"/>
          </a:xfrm>
          <a:prstGeom prst="rect">
            <a:avLst/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3064438-0133-4FA5-AA59-ED1D738B729C}"/>
              </a:ext>
            </a:extLst>
          </p:cNvPr>
          <p:cNvSpPr txBox="1"/>
          <p:nvPr/>
        </p:nvSpPr>
        <p:spPr>
          <a:xfrm>
            <a:off x="2973049" y="545801"/>
            <a:ext cx="6245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+mj-lt"/>
                <a:cs typeface="Sora SemiBold" pitchFamily="2" charset="0"/>
              </a:rPr>
              <a:t>Gant Chart</a:t>
            </a:r>
            <a:r>
              <a:rPr lang="en-US" sz="4000" b="1" dirty="0">
                <a:solidFill>
                  <a:schemeClr val="accent2"/>
                </a:solidFill>
                <a:latin typeface="+mj-lt"/>
                <a:cs typeface="Sora SemiBold" pitchFamily="2" charset="0"/>
              </a:rPr>
              <a:t>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SemiBold" pitchFamily="2" charset="0"/>
              </a:rPr>
              <a:t>Infographic</a:t>
            </a:r>
          </a:p>
        </p:txBody>
      </p:sp>
      <p:sp>
        <p:nvSpPr>
          <p:cNvPr id="97" name="Title 11">
            <a:extLst>
              <a:ext uri="{FF2B5EF4-FFF2-40B4-BE49-F238E27FC236}">
                <a16:creationId xmlns:a16="http://schemas.microsoft.com/office/drawing/2014/main" id="{E94E1C59-EA53-473B-B2D4-30CDA2A36A9D}"/>
              </a:ext>
            </a:extLst>
          </p:cNvPr>
          <p:cNvSpPr txBox="1">
            <a:spLocks/>
          </p:cNvSpPr>
          <p:nvPr/>
        </p:nvSpPr>
        <p:spPr>
          <a:xfrm>
            <a:off x="4651346" y="1231317"/>
            <a:ext cx="2889308" cy="424957"/>
          </a:xfrm>
          <a:prstGeom prst="rect">
            <a:avLst/>
          </a:prstGeom>
        </p:spPr>
        <p:txBody>
          <a:bodyPr vert="horz" lIns="90693" tIns="45347" rIns="90693" bIns="45347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8389"/>
            <a:r>
              <a:rPr lang="en-US" sz="2000" b="1" dirty="0">
                <a:solidFill>
                  <a:srgbClr val="000000">
                    <a:lumMod val="90000"/>
                    <a:lumOff val="10000"/>
                  </a:srgbClr>
                </a:solidFill>
                <a:ea typeface="Open Sans" panose="020B0606030504020204" pitchFamily="34" charset="0"/>
                <a:cs typeface="Poppins" panose="00000500000000000000" pitchFamily="50" charset="0"/>
              </a:rPr>
              <a:t>Daily </a:t>
            </a:r>
            <a:r>
              <a:rPr lang="en-US" sz="2000" dirty="0">
                <a:solidFill>
                  <a:srgbClr val="000000">
                    <a:lumMod val="90000"/>
                    <a:lumOff val="10000"/>
                  </a:srgbClr>
                </a:solidFill>
                <a:ea typeface="Open Sans" panose="020B0606030504020204" pitchFamily="34" charset="0"/>
                <a:cs typeface="Poppins" panose="00000500000000000000" pitchFamily="50" charset="0"/>
              </a:rPr>
              <a:t>Planner</a:t>
            </a:r>
          </a:p>
        </p:txBody>
      </p:sp>
    </p:spTree>
    <p:extLst>
      <p:ext uri="{BB962C8B-B14F-4D97-AF65-F5344CB8AC3E}">
        <p14:creationId xmlns:p14="http://schemas.microsoft.com/office/powerpoint/2010/main" val="1738864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122">
            <a:extLst>
              <a:ext uri="{FF2B5EF4-FFF2-40B4-BE49-F238E27FC236}">
                <a16:creationId xmlns:a16="http://schemas.microsoft.com/office/drawing/2014/main" id="{DDB2B83A-874F-47B4-889B-B82BAB23E0D1}"/>
              </a:ext>
            </a:extLst>
          </p:cNvPr>
          <p:cNvSpPr txBox="1"/>
          <p:nvPr/>
        </p:nvSpPr>
        <p:spPr>
          <a:xfrm>
            <a:off x="1699310" y="503063"/>
            <a:ext cx="87933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+mj-lt"/>
                <a:cs typeface="Sora SemiBold" pitchFamily="2" charset="0"/>
              </a:rPr>
              <a:t>Gant Chart</a:t>
            </a:r>
            <a:r>
              <a:rPr lang="en-US" sz="4000" b="1" dirty="0">
                <a:solidFill>
                  <a:schemeClr val="accent2"/>
                </a:solidFill>
                <a:latin typeface="+mj-lt"/>
                <a:cs typeface="Sora SemiBold" pitchFamily="2" charset="0"/>
              </a:rPr>
              <a:t>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SemiBold" pitchFamily="2" charset="0"/>
              </a:rPr>
              <a:t>Infographic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CA838C1-9DAE-3E74-93D5-3BD8C938ADDF}"/>
              </a:ext>
            </a:extLst>
          </p:cNvPr>
          <p:cNvGrpSpPr/>
          <p:nvPr/>
        </p:nvGrpSpPr>
        <p:grpSpPr>
          <a:xfrm>
            <a:off x="2798588" y="1514748"/>
            <a:ext cx="7429577" cy="4553125"/>
            <a:chOff x="2798588" y="1619075"/>
            <a:chExt cx="7429577" cy="4553125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A065593-6C5C-4D33-B434-7FF9248FB7FA}"/>
                </a:ext>
              </a:extLst>
            </p:cNvPr>
            <p:cNvSpPr/>
            <p:nvPr/>
          </p:nvSpPr>
          <p:spPr>
            <a:xfrm>
              <a:off x="2798590" y="1619222"/>
              <a:ext cx="1533135" cy="7121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 defTabSz="229194"/>
              <a:r>
                <a:rPr lang="en-US" sz="1000" b="1" dirty="0">
                  <a:solidFill>
                    <a:srgbClr val="FFFFFF"/>
                  </a:solidFill>
                  <a:latin typeface="+mj-lt"/>
                  <a:cs typeface="Poppins" panose="00000500000000000000" pitchFamily="50" charset="0"/>
                </a:rPr>
                <a:t>8.00 - 9.00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6657C93-1C23-40A3-8093-5B9614F1F093}"/>
                </a:ext>
              </a:extLst>
            </p:cNvPr>
            <p:cNvSpPr/>
            <p:nvPr/>
          </p:nvSpPr>
          <p:spPr>
            <a:xfrm>
              <a:off x="2798589" y="2387391"/>
              <a:ext cx="1533135" cy="71212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 defTabSz="229194"/>
              <a:r>
                <a:rPr lang="en-US" sz="1000" b="1" dirty="0">
                  <a:solidFill>
                    <a:srgbClr val="FFFFFF"/>
                  </a:solidFill>
                  <a:latin typeface="+mj-lt"/>
                  <a:cs typeface="Poppins" panose="00000500000000000000" pitchFamily="50" charset="0"/>
                </a:rPr>
                <a:t>9.00 - 10.00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5826ABB-46C4-4195-8A75-653645E7D451}"/>
                </a:ext>
              </a:extLst>
            </p:cNvPr>
            <p:cNvSpPr/>
            <p:nvPr/>
          </p:nvSpPr>
          <p:spPr>
            <a:xfrm>
              <a:off x="2798589" y="3155561"/>
              <a:ext cx="1533135" cy="71212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 defTabSz="229194"/>
              <a:r>
                <a:rPr lang="en-US" sz="1000" b="1" dirty="0">
                  <a:solidFill>
                    <a:srgbClr val="FFFFFF"/>
                  </a:solidFill>
                  <a:latin typeface="+mj-lt"/>
                  <a:cs typeface="Poppins" panose="00000500000000000000" pitchFamily="50" charset="0"/>
                </a:rPr>
                <a:t>10.00 - 11.00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54A1352-EC44-4D28-B3A8-F93D9E4BC77D}"/>
                </a:ext>
              </a:extLst>
            </p:cNvPr>
            <p:cNvSpPr/>
            <p:nvPr/>
          </p:nvSpPr>
          <p:spPr>
            <a:xfrm>
              <a:off x="2798589" y="3923731"/>
              <a:ext cx="1533135" cy="712128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 defTabSz="229194"/>
              <a:r>
                <a:rPr lang="en-US" sz="1000" b="1" dirty="0">
                  <a:solidFill>
                    <a:srgbClr val="FFFFFF"/>
                  </a:solidFill>
                  <a:latin typeface="+mj-lt"/>
                  <a:cs typeface="Poppins" panose="00000500000000000000" pitchFamily="50" charset="0"/>
                </a:rPr>
                <a:t>11.00 - 11.30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952B4605-9A7D-4624-A0BE-993C71A0E7CC}"/>
                </a:ext>
              </a:extLst>
            </p:cNvPr>
            <p:cNvSpPr/>
            <p:nvPr/>
          </p:nvSpPr>
          <p:spPr>
            <a:xfrm>
              <a:off x="2798589" y="4691900"/>
              <a:ext cx="1533135" cy="7121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 defTabSz="229194"/>
              <a:r>
                <a:rPr lang="en-US" sz="1000" b="1" dirty="0">
                  <a:solidFill>
                    <a:srgbClr val="FFFFFF"/>
                  </a:solidFill>
                  <a:latin typeface="+mj-lt"/>
                  <a:cs typeface="Poppins" panose="00000500000000000000" pitchFamily="50" charset="0"/>
                </a:rPr>
                <a:t>11.30 - 12.30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B7EC0379-CC53-495F-A26E-BB40914CFA65}"/>
                </a:ext>
              </a:extLst>
            </p:cNvPr>
            <p:cNvSpPr/>
            <p:nvPr/>
          </p:nvSpPr>
          <p:spPr>
            <a:xfrm>
              <a:off x="2798588" y="5460072"/>
              <a:ext cx="1533135" cy="71212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 defTabSz="229194"/>
              <a:r>
                <a:rPr lang="en-US" sz="1000" b="1" dirty="0">
                  <a:solidFill>
                    <a:srgbClr val="FFFFFF"/>
                  </a:solidFill>
                  <a:latin typeface="+mj-lt"/>
                  <a:cs typeface="Poppins" panose="00000500000000000000" pitchFamily="50" charset="0"/>
                </a:rPr>
                <a:t>12.30 - 13.30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B03B9C70-29CB-4633-B7B6-A1401871CCB3}"/>
                </a:ext>
              </a:extLst>
            </p:cNvPr>
            <p:cNvSpPr/>
            <p:nvPr/>
          </p:nvSpPr>
          <p:spPr>
            <a:xfrm flipH="1">
              <a:off x="4370731" y="1619222"/>
              <a:ext cx="5857434" cy="712128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2700000" scaled="0"/>
            </a:gradFill>
            <a:ln>
              <a:noFill/>
            </a:ln>
            <a:effectLst/>
          </p:spPr>
          <p:txBody>
            <a:bodyPr vert="horz" wrap="square" lIns="90693" tIns="45347" rIns="90693" bIns="45347" numCol="1" anchor="t" anchorCtr="0" compatLnSpc="1">
              <a:prstTxWarp prst="textNoShape">
                <a:avLst/>
              </a:prstTxWarp>
            </a:bodyPr>
            <a:lstStyle/>
            <a:p>
              <a:pPr defTabSz="229194"/>
              <a:endParaRPr lang="en-US" sz="1785" dirty="0">
                <a:solidFill>
                  <a:srgbClr val="000000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F14911A1-2EB0-4248-A4A1-64A181B9778B}"/>
                </a:ext>
              </a:extLst>
            </p:cNvPr>
            <p:cNvSpPr/>
            <p:nvPr/>
          </p:nvSpPr>
          <p:spPr>
            <a:xfrm flipH="1">
              <a:off x="4370731" y="2387391"/>
              <a:ext cx="5857434" cy="712128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2700000" scaled="0"/>
            </a:gradFill>
            <a:ln>
              <a:noFill/>
            </a:ln>
            <a:effectLst/>
          </p:spPr>
          <p:txBody>
            <a:bodyPr vert="horz" wrap="square" lIns="90693" tIns="45347" rIns="90693" bIns="45347" numCol="1" anchor="t" anchorCtr="0" compatLnSpc="1">
              <a:prstTxWarp prst="textNoShape">
                <a:avLst/>
              </a:prstTxWarp>
            </a:bodyPr>
            <a:lstStyle/>
            <a:p>
              <a:pPr defTabSz="229194"/>
              <a:endParaRPr lang="en-US" sz="1785" dirty="0">
                <a:solidFill>
                  <a:srgbClr val="000000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9C7563B6-235D-4BAB-9E55-3E41F9A1447A}"/>
                </a:ext>
              </a:extLst>
            </p:cNvPr>
            <p:cNvSpPr/>
            <p:nvPr/>
          </p:nvSpPr>
          <p:spPr>
            <a:xfrm flipH="1">
              <a:off x="4370731" y="3155561"/>
              <a:ext cx="5857434" cy="712128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2700000" scaled="0"/>
            </a:gradFill>
            <a:ln>
              <a:noFill/>
            </a:ln>
            <a:effectLst/>
          </p:spPr>
          <p:txBody>
            <a:bodyPr vert="horz" wrap="square" lIns="90693" tIns="45347" rIns="90693" bIns="45347" numCol="1" anchor="t" anchorCtr="0" compatLnSpc="1">
              <a:prstTxWarp prst="textNoShape">
                <a:avLst/>
              </a:prstTxWarp>
            </a:bodyPr>
            <a:lstStyle/>
            <a:p>
              <a:pPr defTabSz="229194"/>
              <a:endParaRPr lang="en-US" sz="1785" dirty="0">
                <a:solidFill>
                  <a:srgbClr val="000000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A3B45A5D-DFC4-4FF9-AF7C-652439798778}"/>
                </a:ext>
              </a:extLst>
            </p:cNvPr>
            <p:cNvSpPr/>
            <p:nvPr/>
          </p:nvSpPr>
          <p:spPr>
            <a:xfrm flipH="1">
              <a:off x="4370731" y="3923731"/>
              <a:ext cx="5857434" cy="712128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2700000" scaled="0"/>
            </a:gradFill>
            <a:ln>
              <a:noFill/>
            </a:ln>
            <a:effectLst/>
          </p:spPr>
          <p:txBody>
            <a:bodyPr vert="horz" wrap="square" lIns="90693" tIns="45347" rIns="90693" bIns="45347" numCol="1" anchor="t" anchorCtr="0" compatLnSpc="1">
              <a:prstTxWarp prst="textNoShape">
                <a:avLst/>
              </a:prstTxWarp>
            </a:bodyPr>
            <a:lstStyle/>
            <a:p>
              <a:pPr defTabSz="229194"/>
              <a:endParaRPr lang="en-US" sz="1785" dirty="0">
                <a:solidFill>
                  <a:srgbClr val="000000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620F894A-6A6C-460E-9FAD-D356FE65949F}"/>
                </a:ext>
              </a:extLst>
            </p:cNvPr>
            <p:cNvSpPr/>
            <p:nvPr/>
          </p:nvSpPr>
          <p:spPr>
            <a:xfrm flipH="1">
              <a:off x="4370731" y="4691900"/>
              <a:ext cx="5857434" cy="712128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/>
          </p:spPr>
          <p:txBody>
            <a:bodyPr vert="horz" wrap="square" lIns="90693" tIns="45347" rIns="90693" bIns="45347" numCol="1" anchor="t" anchorCtr="0" compatLnSpc="1">
              <a:prstTxWarp prst="textNoShape">
                <a:avLst/>
              </a:prstTxWarp>
            </a:bodyPr>
            <a:lstStyle/>
            <a:p>
              <a:pPr defTabSz="229194"/>
              <a:endParaRPr lang="en-US" sz="1785" dirty="0">
                <a:solidFill>
                  <a:srgbClr val="000000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1EC335E0-1203-4B74-B387-A8087A4EBEAF}"/>
                </a:ext>
              </a:extLst>
            </p:cNvPr>
            <p:cNvSpPr/>
            <p:nvPr/>
          </p:nvSpPr>
          <p:spPr>
            <a:xfrm flipH="1">
              <a:off x="4370731" y="5460070"/>
              <a:ext cx="5857434" cy="712128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2700000" scaled="0"/>
            </a:gradFill>
            <a:ln>
              <a:noFill/>
            </a:ln>
            <a:effectLst/>
          </p:spPr>
          <p:txBody>
            <a:bodyPr vert="horz" wrap="square" lIns="90693" tIns="45347" rIns="90693" bIns="45347" numCol="1" anchor="t" anchorCtr="0" compatLnSpc="1">
              <a:prstTxWarp prst="textNoShape">
                <a:avLst/>
              </a:prstTxWarp>
            </a:bodyPr>
            <a:lstStyle/>
            <a:p>
              <a:pPr defTabSz="229194"/>
              <a:endParaRPr lang="en-US" sz="1785" dirty="0">
                <a:solidFill>
                  <a:srgbClr val="000000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946E52E-006B-42C5-809D-740138B8D10D}"/>
                </a:ext>
              </a:extLst>
            </p:cNvPr>
            <p:cNvSpPr txBox="1"/>
            <p:nvPr/>
          </p:nvSpPr>
          <p:spPr>
            <a:xfrm>
              <a:off x="4547554" y="1841049"/>
              <a:ext cx="76783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defTabSz="229194"/>
              <a:r>
                <a:rPr lang="en-US" sz="1200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+mj-lt"/>
                  <a:cs typeface="Poppins" panose="00000500000000000000" pitchFamily="50" charset="0"/>
                </a:rPr>
                <a:t>Title Here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654BDB4-C0EC-4039-8DCC-E3485A5515B6}"/>
                </a:ext>
              </a:extLst>
            </p:cNvPr>
            <p:cNvSpPr/>
            <p:nvPr/>
          </p:nvSpPr>
          <p:spPr>
            <a:xfrm>
              <a:off x="5512972" y="1713953"/>
              <a:ext cx="4364122" cy="5279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229194">
                <a:lnSpc>
                  <a:spcPct val="150000"/>
                </a:lnSpc>
              </a:pPr>
              <a:r>
                <a:rPr lang="en-US" sz="1000" dirty="0">
                  <a:solidFill>
                    <a:srgbClr val="000000">
                      <a:lumMod val="50000"/>
                      <a:lumOff val="50000"/>
                    </a:srgbClr>
                  </a:solidFill>
                  <a:cs typeface="Segoe UI Light" panose="020B0502040204020203" pitchFamily="34" charset="0"/>
                </a:rPr>
                <a:t>Lorem Ipsum is simply dummy text of the printing and typesetting. of spring which I enjoy with my whole heart. 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E28F05B6-0000-4EB4-B63B-CCA5F5286B1C}"/>
                </a:ext>
              </a:extLst>
            </p:cNvPr>
            <p:cNvSpPr txBox="1"/>
            <p:nvPr/>
          </p:nvSpPr>
          <p:spPr>
            <a:xfrm>
              <a:off x="4547554" y="2602442"/>
              <a:ext cx="76783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defTabSz="229194"/>
              <a:r>
                <a:rPr lang="en-US" sz="1200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+mj-lt"/>
                  <a:cs typeface="Poppins" panose="00000500000000000000" pitchFamily="50" charset="0"/>
                </a:rPr>
                <a:t>Title Here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74E612C8-7897-4E58-B80D-A90B6946D550}"/>
                </a:ext>
              </a:extLst>
            </p:cNvPr>
            <p:cNvSpPr/>
            <p:nvPr/>
          </p:nvSpPr>
          <p:spPr>
            <a:xfrm>
              <a:off x="5512972" y="2475347"/>
              <a:ext cx="4364122" cy="5279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229194">
                <a:lnSpc>
                  <a:spcPct val="150000"/>
                </a:lnSpc>
              </a:pPr>
              <a:r>
                <a:rPr lang="en-US" sz="1000" dirty="0">
                  <a:solidFill>
                    <a:srgbClr val="000000">
                      <a:lumMod val="50000"/>
                      <a:lumOff val="50000"/>
                    </a:srgbClr>
                  </a:solidFill>
                  <a:cs typeface="Segoe UI Light" panose="020B0502040204020203" pitchFamily="34" charset="0"/>
                </a:rPr>
                <a:t>Lorem Ipsum is simply dummy text of the printing and typesetting. of spring which I enjoy with my whole heart. 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D5CB7189-4E81-4538-BDCC-D5C7BB039367}"/>
                </a:ext>
              </a:extLst>
            </p:cNvPr>
            <p:cNvSpPr txBox="1"/>
            <p:nvPr/>
          </p:nvSpPr>
          <p:spPr>
            <a:xfrm>
              <a:off x="4547554" y="3393052"/>
              <a:ext cx="76783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defTabSz="229194"/>
              <a:r>
                <a:rPr lang="en-US" sz="1200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+mj-lt"/>
                  <a:cs typeface="Poppins" panose="00000500000000000000" pitchFamily="50" charset="0"/>
                </a:rPr>
                <a:t>Title Here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69AA4A47-432E-4995-B976-3708B36F4AC8}"/>
                </a:ext>
              </a:extLst>
            </p:cNvPr>
            <p:cNvSpPr/>
            <p:nvPr/>
          </p:nvSpPr>
          <p:spPr>
            <a:xfrm>
              <a:off x="5512972" y="3265957"/>
              <a:ext cx="4364122" cy="5279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229194">
                <a:lnSpc>
                  <a:spcPct val="150000"/>
                </a:lnSpc>
              </a:pPr>
              <a:r>
                <a:rPr lang="en-US" sz="1000" dirty="0">
                  <a:solidFill>
                    <a:srgbClr val="000000">
                      <a:lumMod val="50000"/>
                      <a:lumOff val="50000"/>
                    </a:srgbClr>
                  </a:solidFill>
                  <a:cs typeface="Segoe UI Light" panose="020B0502040204020203" pitchFamily="34" charset="0"/>
                </a:rPr>
                <a:t>Lorem Ipsum is simply dummy text of the printing and typesetting. of spring which I enjoy with my whole heart. 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751F9CD5-C9BA-4E5A-88EF-D6BE20EAF1F4}"/>
                </a:ext>
              </a:extLst>
            </p:cNvPr>
            <p:cNvSpPr txBox="1"/>
            <p:nvPr/>
          </p:nvSpPr>
          <p:spPr>
            <a:xfrm>
              <a:off x="4547554" y="4173993"/>
              <a:ext cx="76783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defTabSz="229194"/>
              <a:r>
                <a:rPr lang="en-US" sz="1200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+mj-lt"/>
                  <a:cs typeface="Poppins" panose="00000500000000000000" pitchFamily="50" charset="0"/>
                </a:rPr>
                <a:t>Title Here</a:t>
              </a: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B7117A37-B00E-4402-89E3-F1C992FC1788}"/>
                </a:ext>
              </a:extLst>
            </p:cNvPr>
            <p:cNvSpPr/>
            <p:nvPr/>
          </p:nvSpPr>
          <p:spPr>
            <a:xfrm>
              <a:off x="5512972" y="4046897"/>
              <a:ext cx="4364122" cy="5279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229194">
                <a:lnSpc>
                  <a:spcPct val="150000"/>
                </a:lnSpc>
              </a:pPr>
              <a:r>
                <a:rPr lang="en-US" sz="1000" dirty="0">
                  <a:solidFill>
                    <a:srgbClr val="000000">
                      <a:lumMod val="50000"/>
                      <a:lumOff val="50000"/>
                    </a:srgbClr>
                  </a:solidFill>
                  <a:cs typeface="Segoe UI Light" panose="020B0502040204020203" pitchFamily="34" charset="0"/>
                </a:rPr>
                <a:t>Lorem Ipsum is simply dummy text of the printing and typesetting. of spring which I enjoy with my whole heart. 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D27B302C-A1A4-4E5E-ACCA-6D5430AF86AA}"/>
                </a:ext>
              </a:extLst>
            </p:cNvPr>
            <p:cNvSpPr txBox="1"/>
            <p:nvPr/>
          </p:nvSpPr>
          <p:spPr>
            <a:xfrm>
              <a:off x="6908315" y="4895334"/>
              <a:ext cx="782266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 defTabSz="229194"/>
              <a:r>
                <a:rPr lang="en-US" sz="2000" b="1" dirty="0">
                  <a:solidFill>
                    <a:srgbClr val="FFFFFF"/>
                  </a:solidFill>
                  <a:latin typeface="+mj-lt"/>
                  <a:cs typeface="Poppins" panose="00000500000000000000" pitchFamily="50" charset="0"/>
                </a:rPr>
                <a:t>Break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D131DD65-8D69-4B3B-8FC7-1EF889E0782D}"/>
                </a:ext>
              </a:extLst>
            </p:cNvPr>
            <p:cNvSpPr txBox="1"/>
            <p:nvPr/>
          </p:nvSpPr>
          <p:spPr>
            <a:xfrm>
              <a:off x="4547554" y="5705529"/>
              <a:ext cx="76783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defTabSz="229194"/>
              <a:r>
                <a:rPr lang="en-US" sz="1200" b="1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+mj-lt"/>
                  <a:cs typeface="Poppins" panose="00000500000000000000" pitchFamily="50" charset="0"/>
                </a:rPr>
                <a:t>Title Here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735E97E3-4E3D-40DE-B08D-AE39D436CBF3}"/>
                </a:ext>
              </a:extLst>
            </p:cNvPr>
            <p:cNvSpPr/>
            <p:nvPr/>
          </p:nvSpPr>
          <p:spPr>
            <a:xfrm>
              <a:off x="5512972" y="5578433"/>
              <a:ext cx="4364122" cy="5279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229194">
                <a:lnSpc>
                  <a:spcPct val="150000"/>
                </a:lnSpc>
              </a:pPr>
              <a:r>
                <a:rPr lang="en-US" sz="1000" dirty="0">
                  <a:solidFill>
                    <a:srgbClr val="000000">
                      <a:lumMod val="50000"/>
                      <a:lumOff val="50000"/>
                    </a:srgbClr>
                  </a:solidFill>
                  <a:cs typeface="Segoe UI Light" panose="020B0502040204020203" pitchFamily="34" charset="0"/>
                </a:rPr>
                <a:t>Lorem Ipsum is simply dummy text of the printing and typesetting. of spring which I enjoy with my whole heart. 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2F3F2526-A720-4FAD-94CC-69A94B9A9476}"/>
                </a:ext>
              </a:extLst>
            </p:cNvPr>
            <p:cNvSpPr/>
            <p:nvPr/>
          </p:nvSpPr>
          <p:spPr>
            <a:xfrm>
              <a:off x="2798590" y="1619075"/>
              <a:ext cx="1533135" cy="304364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66862997-24AC-4416-AFCB-D195AB7D1A34}"/>
                </a:ext>
              </a:extLst>
            </p:cNvPr>
            <p:cNvSpPr/>
            <p:nvPr/>
          </p:nvSpPr>
          <p:spPr>
            <a:xfrm>
              <a:off x="2798590" y="2387391"/>
              <a:ext cx="1533135" cy="304364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26A0B6FA-609A-497F-ABF8-95513AD5E6CB}"/>
                </a:ext>
              </a:extLst>
            </p:cNvPr>
            <p:cNvSpPr/>
            <p:nvPr/>
          </p:nvSpPr>
          <p:spPr>
            <a:xfrm>
              <a:off x="2798589" y="3156948"/>
              <a:ext cx="1533135" cy="304364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938B07D5-607E-46F9-AAFF-E419AD6F5870}"/>
                </a:ext>
              </a:extLst>
            </p:cNvPr>
            <p:cNvSpPr/>
            <p:nvPr/>
          </p:nvSpPr>
          <p:spPr>
            <a:xfrm>
              <a:off x="2798589" y="3926366"/>
              <a:ext cx="1533135" cy="304364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D1D7D98E-F49D-4CEE-9BA7-0A25E051498A}"/>
                </a:ext>
              </a:extLst>
            </p:cNvPr>
            <p:cNvSpPr/>
            <p:nvPr/>
          </p:nvSpPr>
          <p:spPr>
            <a:xfrm>
              <a:off x="2798589" y="4686241"/>
              <a:ext cx="1533135" cy="304364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DE4BA3CF-F361-48C5-8283-C1ADFDA47EF0}"/>
                </a:ext>
              </a:extLst>
            </p:cNvPr>
            <p:cNvSpPr/>
            <p:nvPr/>
          </p:nvSpPr>
          <p:spPr>
            <a:xfrm>
              <a:off x="2798589" y="5460070"/>
              <a:ext cx="1533135" cy="304364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</p:grpSp>
      <p:sp>
        <p:nvSpPr>
          <p:cNvPr id="124" name="Title 11">
            <a:extLst>
              <a:ext uri="{FF2B5EF4-FFF2-40B4-BE49-F238E27FC236}">
                <a16:creationId xmlns:a16="http://schemas.microsoft.com/office/drawing/2014/main" id="{024765AB-E5C7-4741-BA2E-01F7ABE4DDDA}"/>
              </a:ext>
            </a:extLst>
          </p:cNvPr>
          <p:cNvSpPr txBox="1">
            <a:spLocks/>
          </p:cNvSpPr>
          <p:nvPr/>
        </p:nvSpPr>
        <p:spPr>
          <a:xfrm rot="16200000">
            <a:off x="-643249" y="3428012"/>
            <a:ext cx="5515426" cy="726597"/>
          </a:xfrm>
          <a:prstGeom prst="rect">
            <a:avLst/>
          </a:prstGeom>
        </p:spPr>
        <p:txBody>
          <a:bodyPr vert="horz" lIns="90693" tIns="45347" rIns="90693" bIns="45347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8389"/>
            <a:r>
              <a:rPr lang="en-US" sz="4000" b="1" dirty="0">
                <a:solidFill>
                  <a:srgbClr val="000000">
                    <a:lumMod val="90000"/>
                    <a:lumOff val="10000"/>
                  </a:srgbClr>
                </a:solidFill>
                <a:ea typeface="Open Sans" panose="020B0606030504020204" pitchFamily="34" charset="0"/>
                <a:cs typeface="Poppins" panose="00000500000000000000" pitchFamily="50" charset="0"/>
              </a:rPr>
              <a:t>Daily Planner</a:t>
            </a:r>
          </a:p>
        </p:txBody>
      </p:sp>
    </p:spTree>
    <p:extLst>
      <p:ext uri="{BB962C8B-B14F-4D97-AF65-F5344CB8AC3E}">
        <p14:creationId xmlns:p14="http://schemas.microsoft.com/office/powerpoint/2010/main" val="77763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DB196EB-2C26-49A6-8D96-4DAE92C6B915}"/>
              </a:ext>
            </a:extLst>
          </p:cNvPr>
          <p:cNvSpPr/>
          <p:nvPr/>
        </p:nvSpPr>
        <p:spPr>
          <a:xfrm>
            <a:off x="905239" y="1634825"/>
            <a:ext cx="2475164" cy="21470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2700000" scaled="0"/>
          </a:gradFill>
          <a:ln>
            <a:noFill/>
          </a:ln>
          <a:effectLst/>
        </p:spPr>
        <p:txBody>
          <a:bodyPr vert="horz" wrap="square" lIns="90693" tIns="45347" rIns="90693" bIns="45347" numCol="1" anchor="t" anchorCtr="0" compatLnSpc="1">
            <a:prstTxWarp prst="textNoShape">
              <a:avLst/>
            </a:prstTxWarp>
          </a:bodyPr>
          <a:lstStyle/>
          <a:p>
            <a:pPr defTabSz="229194"/>
            <a:endParaRPr lang="en-US" sz="1785" dirty="0">
              <a:solidFill>
                <a:srgbClr val="000000"/>
              </a:solidFill>
              <a:latin typeface="Poppins" panose="00000500000000000000" pitchFamily="2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8F19EE-46E4-4207-9142-0C97283883E2}"/>
              </a:ext>
            </a:extLst>
          </p:cNvPr>
          <p:cNvSpPr/>
          <p:nvPr/>
        </p:nvSpPr>
        <p:spPr>
          <a:xfrm>
            <a:off x="3540693" y="1634825"/>
            <a:ext cx="2475164" cy="21470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2700000" scaled="0"/>
          </a:gradFill>
          <a:ln>
            <a:noFill/>
          </a:ln>
          <a:effectLst/>
        </p:spPr>
        <p:txBody>
          <a:bodyPr vert="horz" wrap="square" lIns="90693" tIns="45347" rIns="90693" bIns="45347" numCol="1" anchor="t" anchorCtr="0" compatLnSpc="1">
            <a:prstTxWarp prst="textNoShape">
              <a:avLst/>
            </a:prstTxWarp>
          </a:bodyPr>
          <a:lstStyle/>
          <a:p>
            <a:pPr defTabSz="229194"/>
            <a:endParaRPr lang="en-US" sz="1785" dirty="0">
              <a:solidFill>
                <a:srgbClr val="000000"/>
              </a:solidFill>
              <a:latin typeface="Poppins" panose="00000500000000000000" pitchFamily="2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FE8380B-5E23-428D-B843-05D34A5B6755}"/>
              </a:ext>
            </a:extLst>
          </p:cNvPr>
          <p:cNvSpPr/>
          <p:nvPr/>
        </p:nvSpPr>
        <p:spPr>
          <a:xfrm>
            <a:off x="6176145" y="1634825"/>
            <a:ext cx="2475164" cy="21470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2700000" scaled="0"/>
          </a:gradFill>
          <a:ln>
            <a:noFill/>
          </a:ln>
          <a:effectLst/>
        </p:spPr>
        <p:txBody>
          <a:bodyPr vert="horz" wrap="square" lIns="90693" tIns="45347" rIns="90693" bIns="45347" numCol="1" anchor="t" anchorCtr="0" compatLnSpc="1">
            <a:prstTxWarp prst="textNoShape">
              <a:avLst/>
            </a:prstTxWarp>
          </a:bodyPr>
          <a:lstStyle/>
          <a:p>
            <a:pPr defTabSz="229194"/>
            <a:endParaRPr lang="en-US" sz="1785" dirty="0">
              <a:solidFill>
                <a:srgbClr val="000000"/>
              </a:solidFill>
              <a:latin typeface="Poppins" panose="00000500000000000000" pitchFamily="2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010BBBF-C312-4012-B67F-F7BE3955EF51}"/>
              </a:ext>
            </a:extLst>
          </p:cNvPr>
          <p:cNvSpPr/>
          <p:nvPr/>
        </p:nvSpPr>
        <p:spPr>
          <a:xfrm>
            <a:off x="8811599" y="1634825"/>
            <a:ext cx="2475164" cy="21470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2700000" scaled="0"/>
          </a:gradFill>
          <a:ln>
            <a:noFill/>
          </a:ln>
          <a:effectLst/>
        </p:spPr>
        <p:txBody>
          <a:bodyPr vert="horz" wrap="square" lIns="90693" tIns="45347" rIns="90693" bIns="45347" numCol="1" anchor="t" anchorCtr="0" compatLnSpc="1">
            <a:prstTxWarp prst="textNoShape">
              <a:avLst/>
            </a:prstTxWarp>
          </a:bodyPr>
          <a:lstStyle/>
          <a:p>
            <a:pPr defTabSz="229194"/>
            <a:endParaRPr lang="en-US" sz="1785" dirty="0">
              <a:solidFill>
                <a:srgbClr val="000000"/>
              </a:solidFill>
              <a:latin typeface="Poppins" panose="00000500000000000000" pitchFamily="2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95E5D5A-EB64-4C6C-AD3E-829CA24F8357}"/>
              </a:ext>
            </a:extLst>
          </p:cNvPr>
          <p:cNvSpPr/>
          <p:nvPr/>
        </p:nvSpPr>
        <p:spPr>
          <a:xfrm>
            <a:off x="905239" y="1634825"/>
            <a:ext cx="2475163" cy="513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984" dirty="0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44CC892-142A-4A2E-8835-4B382AE8FE28}"/>
              </a:ext>
            </a:extLst>
          </p:cNvPr>
          <p:cNvSpPr/>
          <p:nvPr/>
        </p:nvSpPr>
        <p:spPr>
          <a:xfrm>
            <a:off x="905238" y="1634824"/>
            <a:ext cx="2475163" cy="250884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29CA46A-B866-4EA2-93EF-4C8024F47492}"/>
              </a:ext>
            </a:extLst>
          </p:cNvPr>
          <p:cNvSpPr/>
          <p:nvPr/>
        </p:nvSpPr>
        <p:spPr>
          <a:xfrm>
            <a:off x="3540691" y="1634825"/>
            <a:ext cx="2475163" cy="513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984" dirty="0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F2906A3-DB79-4342-9F2E-E3B5434F568E}"/>
              </a:ext>
            </a:extLst>
          </p:cNvPr>
          <p:cNvSpPr/>
          <p:nvPr/>
        </p:nvSpPr>
        <p:spPr>
          <a:xfrm>
            <a:off x="3540690" y="1634824"/>
            <a:ext cx="2475163" cy="250884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D191B8F-45D3-42AA-90D1-AA1B06DC6C3F}"/>
              </a:ext>
            </a:extLst>
          </p:cNvPr>
          <p:cNvSpPr/>
          <p:nvPr/>
        </p:nvSpPr>
        <p:spPr>
          <a:xfrm>
            <a:off x="6176145" y="1634825"/>
            <a:ext cx="2475163" cy="5139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984" dirty="0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CB096E7-6FF4-47C4-A2CD-483E1E664FBD}"/>
              </a:ext>
            </a:extLst>
          </p:cNvPr>
          <p:cNvSpPr/>
          <p:nvPr/>
        </p:nvSpPr>
        <p:spPr>
          <a:xfrm>
            <a:off x="6176144" y="1634824"/>
            <a:ext cx="2475163" cy="250884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109C037-CABE-4839-AB0E-2D5C70B2A2A5}"/>
              </a:ext>
            </a:extLst>
          </p:cNvPr>
          <p:cNvSpPr/>
          <p:nvPr/>
        </p:nvSpPr>
        <p:spPr>
          <a:xfrm>
            <a:off x="8811597" y="1634825"/>
            <a:ext cx="2475163" cy="5139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984" dirty="0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28E8388-FA7F-40D3-901C-B0DC12A57A89}"/>
              </a:ext>
            </a:extLst>
          </p:cNvPr>
          <p:cNvSpPr/>
          <p:nvPr/>
        </p:nvSpPr>
        <p:spPr>
          <a:xfrm>
            <a:off x="8811596" y="1634824"/>
            <a:ext cx="2475163" cy="250884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9AD6B7-3942-4E80-B0C3-968D8D01711A}"/>
              </a:ext>
            </a:extLst>
          </p:cNvPr>
          <p:cNvSpPr txBox="1"/>
          <p:nvPr/>
        </p:nvSpPr>
        <p:spPr>
          <a:xfrm>
            <a:off x="1688571" y="1769682"/>
            <a:ext cx="859210" cy="24423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229194"/>
            <a:r>
              <a:rPr lang="en-US" sz="1600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Monday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1EA3A7C-8B1D-4014-8200-890A5DCADE19}"/>
              </a:ext>
            </a:extLst>
          </p:cNvPr>
          <p:cNvSpPr txBox="1"/>
          <p:nvPr/>
        </p:nvSpPr>
        <p:spPr>
          <a:xfrm>
            <a:off x="4348118" y="1769682"/>
            <a:ext cx="900889" cy="24423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229194"/>
            <a:r>
              <a:rPr lang="en-US" sz="1600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Tuesday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1CCF575-01FD-47DA-B521-4DB1E6B4D4DD}"/>
              </a:ext>
            </a:extLst>
          </p:cNvPr>
          <p:cNvSpPr txBox="1"/>
          <p:nvPr/>
        </p:nvSpPr>
        <p:spPr>
          <a:xfrm>
            <a:off x="6784121" y="1769682"/>
            <a:ext cx="1258358" cy="24423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229194"/>
            <a:r>
              <a:rPr lang="en-US" sz="1600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Wednesday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840EDCA-B3E5-4E4F-A5C8-C0687CBBBF60}"/>
              </a:ext>
            </a:extLst>
          </p:cNvPr>
          <p:cNvSpPr txBox="1"/>
          <p:nvPr/>
        </p:nvSpPr>
        <p:spPr>
          <a:xfrm>
            <a:off x="9549042" y="1769682"/>
            <a:ext cx="1000274" cy="24423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229194"/>
            <a:r>
              <a:rPr lang="en-US" sz="1600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Thursday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E201C71-2E12-4252-A650-82F0C9DE6FE8}"/>
              </a:ext>
            </a:extLst>
          </p:cNvPr>
          <p:cNvSpPr/>
          <p:nvPr/>
        </p:nvSpPr>
        <p:spPr>
          <a:xfrm>
            <a:off x="1339240" y="2439370"/>
            <a:ext cx="1607162" cy="9896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29194">
              <a:lnSpc>
                <a:spcPct val="150000"/>
              </a:lnSpc>
            </a:pPr>
            <a:r>
              <a:rPr lang="en-US" sz="1000" dirty="0">
                <a:solidFill>
                  <a:srgbClr val="747A94"/>
                </a:solidFill>
                <a:cs typeface="Segoe UI Light" panose="020B0502040204020203" pitchFamily="34" charset="0"/>
              </a:rPr>
              <a:t>Lorem Ipsum is simply dummy text of the printing and typesetting.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3EA0E71-075B-466A-B145-C2509A2493FD}"/>
              </a:ext>
            </a:extLst>
          </p:cNvPr>
          <p:cNvSpPr/>
          <p:nvPr/>
        </p:nvSpPr>
        <p:spPr>
          <a:xfrm>
            <a:off x="3974694" y="2439370"/>
            <a:ext cx="1607162" cy="9896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29194">
              <a:lnSpc>
                <a:spcPct val="150000"/>
              </a:lnSpc>
            </a:pPr>
            <a:r>
              <a:rPr lang="en-US" sz="1000" dirty="0">
                <a:solidFill>
                  <a:srgbClr val="747A94"/>
                </a:solidFill>
                <a:cs typeface="Segoe UI Light" panose="020B0502040204020203" pitchFamily="34" charset="0"/>
              </a:rPr>
              <a:t>Lorem Ipsum is simply dummy text of the printing and typesetting.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E6EF23F-DC43-4429-94DF-DE48EE100C28}"/>
              </a:ext>
            </a:extLst>
          </p:cNvPr>
          <p:cNvSpPr/>
          <p:nvPr/>
        </p:nvSpPr>
        <p:spPr>
          <a:xfrm>
            <a:off x="6610146" y="2439370"/>
            <a:ext cx="1607162" cy="9896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29194">
              <a:lnSpc>
                <a:spcPct val="150000"/>
              </a:lnSpc>
            </a:pPr>
            <a:r>
              <a:rPr lang="en-US" sz="1000" dirty="0">
                <a:solidFill>
                  <a:srgbClr val="747A94"/>
                </a:solidFill>
                <a:cs typeface="Segoe UI Light" panose="020B0502040204020203" pitchFamily="34" charset="0"/>
              </a:rPr>
              <a:t>Lorem Ipsum is simply dummy text of the printing and typesetting.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AD76F92-7678-4F08-A78F-1CD99F95EDDD}"/>
              </a:ext>
            </a:extLst>
          </p:cNvPr>
          <p:cNvSpPr/>
          <p:nvPr/>
        </p:nvSpPr>
        <p:spPr>
          <a:xfrm>
            <a:off x="9245600" y="2439370"/>
            <a:ext cx="1607162" cy="9896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29194">
              <a:lnSpc>
                <a:spcPct val="150000"/>
              </a:lnSpc>
            </a:pPr>
            <a:r>
              <a:rPr lang="en-US" sz="1000" dirty="0">
                <a:solidFill>
                  <a:srgbClr val="747A94"/>
                </a:solidFill>
                <a:cs typeface="Segoe UI Light" panose="020B0502040204020203" pitchFamily="34" charset="0"/>
              </a:rPr>
              <a:t>Lorem Ipsum is simply dummy text of the printing and typesetting.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8CD7B8-423C-4D0E-8813-4C394CAE08BC}"/>
              </a:ext>
            </a:extLst>
          </p:cNvPr>
          <p:cNvSpPr/>
          <p:nvPr/>
        </p:nvSpPr>
        <p:spPr>
          <a:xfrm>
            <a:off x="905237" y="4025107"/>
            <a:ext cx="2475164" cy="21470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2700000" scaled="0"/>
          </a:gradFill>
          <a:ln>
            <a:noFill/>
          </a:ln>
          <a:effectLst/>
        </p:spPr>
        <p:txBody>
          <a:bodyPr vert="horz" wrap="square" lIns="90693" tIns="45347" rIns="90693" bIns="45347" numCol="1" anchor="t" anchorCtr="0" compatLnSpc="1">
            <a:prstTxWarp prst="textNoShape">
              <a:avLst/>
            </a:prstTxWarp>
          </a:bodyPr>
          <a:lstStyle/>
          <a:p>
            <a:pPr defTabSz="229194"/>
            <a:endParaRPr lang="en-US" sz="1785" dirty="0">
              <a:solidFill>
                <a:srgbClr val="000000"/>
              </a:solidFill>
              <a:latin typeface="Poppins" panose="00000500000000000000" pitchFamily="2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FC38F44-F511-4108-819F-09D234FDD882}"/>
              </a:ext>
            </a:extLst>
          </p:cNvPr>
          <p:cNvSpPr/>
          <p:nvPr/>
        </p:nvSpPr>
        <p:spPr>
          <a:xfrm>
            <a:off x="3540690" y="4025107"/>
            <a:ext cx="2475164" cy="21470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2700000" scaled="0"/>
          </a:gradFill>
          <a:ln>
            <a:noFill/>
          </a:ln>
          <a:effectLst/>
        </p:spPr>
        <p:txBody>
          <a:bodyPr vert="horz" wrap="square" lIns="90693" tIns="45347" rIns="90693" bIns="45347" numCol="1" anchor="t" anchorCtr="0" compatLnSpc="1">
            <a:prstTxWarp prst="textNoShape">
              <a:avLst/>
            </a:prstTxWarp>
          </a:bodyPr>
          <a:lstStyle/>
          <a:p>
            <a:pPr defTabSz="229194"/>
            <a:endParaRPr lang="en-US" sz="1785" dirty="0">
              <a:solidFill>
                <a:srgbClr val="000000"/>
              </a:solidFill>
              <a:latin typeface="Poppins" panose="00000500000000000000" pitchFamily="2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DDEA564-BFD3-4102-9D0B-B7C78FFF41E4}"/>
              </a:ext>
            </a:extLst>
          </p:cNvPr>
          <p:cNvSpPr/>
          <p:nvPr/>
        </p:nvSpPr>
        <p:spPr>
          <a:xfrm>
            <a:off x="6176143" y="4025107"/>
            <a:ext cx="2475164" cy="21470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2700000" scaled="0"/>
          </a:gradFill>
          <a:ln>
            <a:noFill/>
          </a:ln>
          <a:effectLst/>
        </p:spPr>
        <p:txBody>
          <a:bodyPr vert="horz" wrap="square" lIns="90693" tIns="45347" rIns="90693" bIns="45347" numCol="1" anchor="t" anchorCtr="0" compatLnSpc="1">
            <a:prstTxWarp prst="textNoShape">
              <a:avLst/>
            </a:prstTxWarp>
          </a:bodyPr>
          <a:lstStyle/>
          <a:p>
            <a:pPr defTabSz="229194"/>
            <a:endParaRPr lang="en-US" sz="1785" dirty="0">
              <a:solidFill>
                <a:srgbClr val="000000"/>
              </a:solidFill>
              <a:latin typeface="Poppins" panose="00000500000000000000" pitchFamily="2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4399BC8-A6CD-4602-BBC6-373224BBB250}"/>
              </a:ext>
            </a:extLst>
          </p:cNvPr>
          <p:cNvSpPr/>
          <p:nvPr/>
        </p:nvSpPr>
        <p:spPr>
          <a:xfrm>
            <a:off x="905237" y="4031185"/>
            <a:ext cx="2475163" cy="5139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984" dirty="0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20AAD93-61EA-48F9-B934-23A4EC428671}"/>
              </a:ext>
            </a:extLst>
          </p:cNvPr>
          <p:cNvSpPr/>
          <p:nvPr/>
        </p:nvSpPr>
        <p:spPr>
          <a:xfrm>
            <a:off x="905236" y="4031185"/>
            <a:ext cx="2475163" cy="250884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409B98C-38C4-4C11-A537-7D149A48474F}"/>
              </a:ext>
            </a:extLst>
          </p:cNvPr>
          <p:cNvSpPr/>
          <p:nvPr/>
        </p:nvSpPr>
        <p:spPr>
          <a:xfrm>
            <a:off x="3540690" y="4031185"/>
            <a:ext cx="2475163" cy="5139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984" dirty="0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C876463-A9C2-4D98-8841-DFC9066A5CFC}"/>
              </a:ext>
            </a:extLst>
          </p:cNvPr>
          <p:cNvSpPr/>
          <p:nvPr/>
        </p:nvSpPr>
        <p:spPr>
          <a:xfrm>
            <a:off x="3540688" y="4031185"/>
            <a:ext cx="2475163" cy="250884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2591198-15DF-42F0-8A30-EA663295C0AC}"/>
              </a:ext>
            </a:extLst>
          </p:cNvPr>
          <p:cNvSpPr/>
          <p:nvPr/>
        </p:nvSpPr>
        <p:spPr>
          <a:xfrm>
            <a:off x="6176144" y="4031185"/>
            <a:ext cx="2475163" cy="51392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984" dirty="0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6B6544B-8345-4A86-AFCF-1D334B10D4E2}"/>
              </a:ext>
            </a:extLst>
          </p:cNvPr>
          <p:cNvSpPr/>
          <p:nvPr/>
        </p:nvSpPr>
        <p:spPr>
          <a:xfrm>
            <a:off x="6176143" y="4031185"/>
            <a:ext cx="2475163" cy="250884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08F8F2F-80B1-44F2-A9FF-909DCC473549}"/>
              </a:ext>
            </a:extLst>
          </p:cNvPr>
          <p:cNvSpPr txBox="1"/>
          <p:nvPr/>
        </p:nvSpPr>
        <p:spPr>
          <a:xfrm>
            <a:off x="1787957" y="4169378"/>
            <a:ext cx="660437" cy="24423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229194"/>
            <a:r>
              <a:rPr lang="en-US" sz="1600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Friday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731FF00-9C8E-4039-B16C-63D3193094DF}"/>
              </a:ext>
            </a:extLst>
          </p:cNvPr>
          <p:cNvSpPr txBox="1"/>
          <p:nvPr/>
        </p:nvSpPr>
        <p:spPr>
          <a:xfrm>
            <a:off x="4311248" y="4169378"/>
            <a:ext cx="974626" cy="24423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229194"/>
            <a:r>
              <a:rPr lang="en-US" sz="1600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Saturday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80C99D-20BC-425D-91B1-4885667DD10D}"/>
              </a:ext>
            </a:extLst>
          </p:cNvPr>
          <p:cNvSpPr txBox="1"/>
          <p:nvPr/>
        </p:nvSpPr>
        <p:spPr>
          <a:xfrm>
            <a:off x="7011097" y="4169378"/>
            <a:ext cx="804707" cy="24423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229194"/>
            <a:r>
              <a:rPr lang="en-US" sz="1600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Sunday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B1800C1-2082-4A75-9CE5-253BFEFEA808}"/>
              </a:ext>
            </a:extLst>
          </p:cNvPr>
          <p:cNvSpPr/>
          <p:nvPr/>
        </p:nvSpPr>
        <p:spPr>
          <a:xfrm>
            <a:off x="1339238" y="4860897"/>
            <a:ext cx="1607162" cy="9896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29194">
              <a:lnSpc>
                <a:spcPct val="150000"/>
              </a:lnSpc>
            </a:pPr>
            <a:r>
              <a:rPr lang="en-US" sz="1000" dirty="0">
                <a:solidFill>
                  <a:srgbClr val="747A94"/>
                </a:solidFill>
                <a:cs typeface="Segoe UI Light" panose="020B0502040204020203" pitchFamily="34" charset="0"/>
              </a:rPr>
              <a:t>Lorem Ipsum is simply dummy text of the printing and typesetting.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A8405BE-F7BF-4DA3-808A-F9832C953D90}"/>
              </a:ext>
            </a:extLst>
          </p:cNvPr>
          <p:cNvSpPr/>
          <p:nvPr/>
        </p:nvSpPr>
        <p:spPr>
          <a:xfrm>
            <a:off x="3974691" y="4860897"/>
            <a:ext cx="1607162" cy="9896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29194">
              <a:lnSpc>
                <a:spcPct val="150000"/>
              </a:lnSpc>
            </a:pPr>
            <a:r>
              <a:rPr lang="en-US" sz="1000" dirty="0">
                <a:solidFill>
                  <a:srgbClr val="747A94"/>
                </a:solidFill>
                <a:cs typeface="Segoe UI Light" panose="020B0502040204020203" pitchFamily="34" charset="0"/>
              </a:rPr>
              <a:t>Lorem Ipsum is simply dummy text of the printing and typesetting.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CB17B24-8C51-4B31-B79C-D4AB2BC6F4C4}"/>
              </a:ext>
            </a:extLst>
          </p:cNvPr>
          <p:cNvSpPr/>
          <p:nvPr/>
        </p:nvSpPr>
        <p:spPr>
          <a:xfrm>
            <a:off x="6610144" y="4860897"/>
            <a:ext cx="1607162" cy="9896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29194">
              <a:lnSpc>
                <a:spcPct val="150000"/>
              </a:lnSpc>
            </a:pPr>
            <a:r>
              <a:rPr lang="en-US" sz="1000" dirty="0">
                <a:solidFill>
                  <a:srgbClr val="747A94"/>
                </a:solidFill>
                <a:cs typeface="Segoe UI Light" panose="020B0502040204020203" pitchFamily="34" charset="0"/>
              </a:rPr>
              <a:t>Lorem Ipsum is simply dummy text of the printing and typesetting.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DF49C7A-9BBA-4A4D-A0A1-8850447A875E}"/>
              </a:ext>
            </a:extLst>
          </p:cNvPr>
          <p:cNvSpPr txBox="1"/>
          <p:nvPr/>
        </p:nvSpPr>
        <p:spPr>
          <a:xfrm>
            <a:off x="2973049" y="710787"/>
            <a:ext cx="6245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+mj-lt"/>
                <a:cs typeface="Sora SemiBold" pitchFamily="2" charset="0"/>
              </a:rPr>
              <a:t>Gant Chart</a:t>
            </a:r>
            <a:r>
              <a:rPr lang="en-US" sz="4000" b="1" dirty="0">
                <a:solidFill>
                  <a:schemeClr val="accent2"/>
                </a:solidFill>
                <a:latin typeface="+mj-lt"/>
                <a:cs typeface="Sora SemiBold" pitchFamily="2" charset="0"/>
              </a:rPr>
              <a:t>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SemiBold" pitchFamily="2" charset="0"/>
              </a:rPr>
              <a:t>Infographic</a:t>
            </a:r>
          </a:p>
        </p:txBody>
      </p:sp>
      <p:sp>
        <p:nvSpPr>
          <p:cNvPr id="73" name="Title 11">
            <a:extLst>
              <a:ext uri="{FF2B5EF4-FFF2-40B4-BE49-F238E27FC236}">
                <a16:creationId xmlns:a16="http://schemas.microsoft.com/office/drawing/2014/main" id="{AE2E43CD-A51A-4099-AC46-278AB44E74EA}"/>
              </a:ext>
            </a:extLst>
          </p:cNvPr>
          <p:cNvSpPr txBox="1">
            <a:spLocks/>
          </p:cNvSpPr>
          <p:nvPr/>
        </p:nvSpPr>
        <p:spPr>
          <a:xfrm>
            <a:off x="8910974" y="4323793"/>
            <a:ext cx="2375786" cy="1297000"/>
          </a:xfrm>
          <a:prstGeom prst="rect">
            <a:avLst/>
          </a:prstGeom>
        </p:spPr>
        <p:txBody>
          <a:bodyPr vert="horz" lIns="90693" tIns="45347" rIns="90693" bIns="45347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458389"/>
            <a:r>
              <a:rPr lang="en-US" sz="4000" b="1" dirty="0">
                <a:solidFill>
                  <a:srgbClr val="000000">
                    <a:lumMod val="90000"/>
                    <a:lumOff val="10000"/>
                  </a:srgbClr>
                </a:solidFill>
                <a:ea typeface="Open Sans" panose="020B0606030504020204" pitchFamily="34" charset="0"/>
                <a:cs typeface="Poppins" panose="00000500000000000000" pitchFamily="50" charset="0"/>
              </a:rPr>
              <a:t>Weekly Planner</a:t>
            </a:r>
          </a:p>
        </p:txBody>
      </p:sp>
    </p:spTree>
    <p:extLst>
      <p:ext uri="{BB962C8B-B14F-4D97-AF65-F5344CB8AC3E}">
        <p14:creationId xmlns:p14="http://schemas.microsoft.com/office/powerpoint/2010/main" val="621244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04470FA-070B-443C-9078-0D8FB118E186}"/>
              </a:ext>
            </a:extLst>
          </p:cNvPr>
          <p:cNvGrpSpPr/>
          <p:nvPr/>
        </p:nvGrpSpPr>
        <p:grpSpPr>
          <a:xfrm>
            <a:off x="1450105" y="1696917"/>
            <a:ext cx="9291791" cy="2908314"/>
            <a:chOff x="1450105" y="1951749"/>
            <a:chExt cx="9291791" cy="2908314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B7467F8-2FCB-4BC2-B9F0-DCEA718C5BA2}"/>
                </a:ext>
              </a:extLst>
            </p:cNvPr>
            <p:cNvSpPr/>
            <p:nvPr/>
          </p:nvSpPr>
          <p:spPr>
            <a:xfrm>
              <a:off x="1450105" y="1951749"/>
              <a:ext cx="1874721" cy="4427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170039" indent="-170039" defTabSz="229194">
                <a:buFont typeface="Arial" panose="020B0604020202020204" pitchFamily="34" charset="0"/>
                <a:buChar char="•"/>
              </a:pPr>
              <a:endParaRPr lang="en-US" sz="1091" dirty="0">
                <a:solidFill>
                  <a:srgbClr val="FFFFFF"/>
                </a:solidFill>
                <a:latin typeface="Poppins" panose="00000500000000000000" pitchFamily="50" charset="0"/>
                <a:cs typeface="Poppins" panose="00000500000000000000" pitchFamily="50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AD822B7-4FC3-4EA6-9461-3AE219B6C0A9}"/>
                </a:ext>
              </a:extLst>
            </p:cNvPr>
            <p:cNvSpPr/>
            <p:nvPr/>
          </p:nvSpPr>
          <p:spPr>
            <a:xfrm>
              <a:off x="1450105" y="2444870"/>
              <a:ext cx="1874721" cy="44271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170039" indent="-170039" defTabSz="229194">
                <a:buFont typeface="Arial" panose="020B0604020202020204" pitchFamily="34" charset="0"/>
                <a:buChar char="•"/>
              </a:pPr>
              <a:endParaRPr lang="en-US" sz="1091" dirty="0">
                <a:solidFill>
                  <a:srgbClr val="FFFFFF"/>
                </a:solidFill>
                <a:latin typeface="Poppins" panose="00000500000000000000" pitchFamily="50" charset="0"/>
                <a:cs typeface="Poppins" panose="00000500000000000000" pitchFamily="50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72456DD-E766-4E9A-AD03-5C313ED2AC67}"/>
                </a:ext>
              </a:extLst>
            </p:cNvPr>
            <p:cNvSpPr/>
            <p:nvPr/>
          </p:nvSpPr>
          <p:spPr>
            <a:xfrm>
              <a:off x="1450105" y="2937989"/>
              <a:ext cx="1874721" cy="44271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170039" indent="-170039" defTabSz="229194">
                <a:buFont typeface="Arial" panose="020B0604020202020204" pitchFamily="34" charset="0"/>
                <a:buChar char="•"/>
              </a:pPr>
              <a:endParaRPr lang="en-US" sz="1091" dirty="0">
                <a:solidFill>
                  <a:srgbClr val="FFFFFF"/>
                </a:solidFill>
                <a:latin typeface="Poppins" panose="00000500000000000000" pitchFamily="50" charset="0"/>
                <a:cs typeface="Poppins" panose="00000500000000000000" pitchFamily="50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D031DFB-89E6-43FE-BC02-6B270945440B}"/>
                </a:ext>
              </a:extLst>
            </p:cNvPr>
            <p:cNvSpPr/>
            <p:nvPr/>
          </p:nvSpPr>
          <p:spPr>
            <a:xfrm>
              <a:off x="1450105" y="3431110"/>
              <a:ext cx="1874721" cy="44271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170039" indent="-170039" defTabSz="229194">
                <a:buFont typeface="Arial" panose="020B0604020202020204" pitchFamily="34" charset="0"/>
                <a:buChar char="•"/>
              </a:pPr>
              <a:endParaRPr lang="en-US" sz="1091" dirty="0">
                <a:solidFill>
                  <a:srgbClr val="FFFFFF"/>
                </a:solidFill>
                <a:latin typeface="Poppins" panose="00000500000000000000" pitchFamily="50" charset="0"/>
                <a:cs typeface="Poppins" panose="00000500000000000000" pitchFamily="50" charset="0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7E10B6EC-8CC1-48FB-9FAF-DF127F4BC184}"/>
                </a:ext>
              </a:extLst>
            </p:cNvPr>
            <p:cNvSpPr/>
            <p:nvPr/>
          </p:nvSpPr>
          <p:spPr>
            <a:xfrm>
              <a:off x="1450105" y="3924229"/>
              <a:ext cx="1874721" cy="44271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170039" indent="-170039" defTabSz="229194">
                <a:buFont typeface="Arial" panose="020B0604020202020204" pitchFamily="34" charset="0"/>
                <a:buChar char="•"/>
              </a:pPr>
              <a:endParaRPr lang="en-US" sz="1091" dirty="0">
                <a:solidFill>
                  <a:srgbClr val="FFFFFF"/>
                </a:solidFill>
                <a:latin typeface="Poppins" panose="00000500000000000000" pitchFamily="50" charset="0"/>
                <a:cs typeface="Poppins" panose="00000500000000000000" pitchFamily="50" charset="0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864AC5E-08AE-47AE-945C-3A6E6262C450}"/>
                </a:ext>
              </a:extLst>
            </p:cNvPr>
            <p:cNvSpPr/>
            <p:nvPr/>
          </p:nvSpPr>
          <p:spPr>
            <a:xfrm>
              <a:off x="1450105" y="4417349"/>
              <a:ext cx="1874721" cy="442714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170039" indent="-170039" defTabSz="229194">
                <a:buFont typeface="Arial" panose="020B0604020202020204" pitchFamily="34" charset="0"/>
                <a:buChar char="•"/>
              </a:pPr>
              <a:endParaRPr lang="en-US" sz="1091" dirty="0">
                <a:solidFill>
                  <a:srgbClr val="FFFFFF"/>
                </a:solidFill>
                <a:latin typeface="Poppins" panose="00000500000000000000" pitchFamily="50" charset="0"/>
                <a:cs typeface="Poppins" panose="00000500000000000000" pitchFamily="50" charset="0"/>
              </a:endParaRPr>
            </a:p>
          </p:txBody>
        </p:sp>
        <p:sp>
          <p:nvSpPr>
            <p:cNvPr id="76" name="Text Placeholder 18">
              <a:extLst>
                <a:ext uri="{FF2B5EF4-FFF2-40B4-BE49-F238E27FC236}">
                  <a16:creationId xmlns:a16="http://schemas.microsoft.com/office/drawing/2014/main" id="{6AFC875A-8CE2-4C44-89F6-A093CB7DC9D0}"/>
                </a:ext>
              </a:extLst>
            </p:cNvPr>
            <p:cNvSpPr txBox="1">
              <a:spLocks/>
            </p:cNvSpPr>
            <p:nvPr/>
          </p:nvSpPr>
          <p:spPr>
            <a:xfrm>
              <a:off x="3529517" y="1951749"/>
              <a:ext cx="7212379" cy="444396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77" name="Text Placeholder 25">
              <a:extLst>
                <a:ext uri="{FF2B5EF4-FFF2-40B4-BE49-F238E27FC236}">
                  <a16:creationId xmlns:a16="http://schemas.microsoft.com/office/drawing/2014/main" id="{51BD089B-1E87-4052-9797-D1CC51B19D38}"/>
                </a:ext>
              </a:extLst>
            </p:cNvPr>
            <p:cNvSpPr txBox="1">
              <a:spLocks/>
            </p:cNvSpPr>
            <p:nvPr/>
          </p:nvSpPr>
          <p:spPr>
            <a:xfrm>
              <a:off x="3529517" y="2444870"/>
              <a:ext cx="7212379" cy="444396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/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78" name="Text Placeholder 26">
              <a:extLst>
                <a:ext uri="{FF2B5EF4-FFF2-40B4-BE49-F238E27FC236}">
                  <a16:creationId xmlns:a16="http://schemas.microsoft.com/office/drawing/2014/main" id="{FFAB398B-D671-4B28-BFE3-98FE5C25CC46}"/>
                </a:ext>
              </a:extLst>
            </p:cNvPr>
            <p:cNvSpPr txBox="1">
              <a:spLocks/>
            </p:cNvSpPr>
            <p:nvPr/>
          </p:nvSpPr>
          <p:spPr>
            <a:xfrm>
              <a:off x="3529517" y="2937989"/>
              <a:ext cx="7212379" cy="444396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/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79" name="Text Placeholder 27">
              <a:extLst>
                <a:ext uri="{FF2B5EF4-FFF2-40B4-BE49-F238E27FC236}">
                  <a16:creationId xmlns:a16="http://schemas.microsoft.com/office/drawing/2014/main" id="{93A09FE8-BC90-4D0D-9A09-8C303A838668}"/>
                </a:ext>
              </a:extLst>
            </p:cNvPr>
            <p:cNvSpPr txBox="1">
              <a:spLocks/>
            </p:cNvSpPr>
            <p:nvPr/>
          </p:nvSpPr>
          <p:spPr>
            <a:xfrm>
              <a:off x="3529517" y="3431110"/>
              <a:ext cx="7212379" cy="444396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/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80" name="Text Placeholder 28">
              <a:extLst>
                <a:ext uri="{FF2B5EF4-FFF2-40B4-BE49-F238E27FC236}">
                  <a16:creationId xmlns:a16="http://schemas.microsoft.com/office/drawing/2014/main" id="{96163AA6-8FD8-4411-BFAD-CCDE55FE474C}"/>
                </a:ext>
              </a:extLst>
            </p:cNvPr>
            <p:cNvSpPr txBox="1">
              <a:spLocks/>
            </p:cNvSpPr>
            <p:nvPr/>
          </p:nvSpPr>
          <p:spPr>
            <a:xfrm>
              <a:off x="3529517" y="3924230"/>
              <a:ext cx="7212379" cy="444396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/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81" name="Text Placeholder 30">
              <a:extLst>
                <a:ext uri="{FF2B5EF4-FFF2-40B4-BE49-F238E27FC236}">
                  <a16:creationId xmlns:a16="http://schemas.microsoft.com/office/drawing/2014/main" id="{3B54253E-2D6B-4654-BE7C-FE76B0B8CAB2}"/>
                </a:ext>
              </a:extLst>
            </p:cNvPr>
            <p:cNvSpPr txBox="1">
              <a:spLocks/>
            </p:cNvSpPr>
            <p:nvPr/>
          </p:nvSpPr>
          <p:spPr>
            <a:xfrm>
              <a:off x="3529517" y="4415666"/>
              <a:ext cx="7212379" cy="444396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/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6A1C7BE-FD2A-439C-BC53-5D355E62672A}"/>
                </a:ext>
              </a:extLst>
            </p:cNvPr>
            <p:cNvSpPr/>
            <p:nvPr/>
          </p:nvSpPr>
          <p:spPr>
            <a:xfrm>
              <a:off x="1450105" y="1951749"/>
              <a:ext cx="1874721" cy="214940"/>
            </a:xfrm>
            <a:prstGeom prst="rect">
              <a:avLst/>
            </a:pr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28E302FF-2B45-4151-88A0-A85F789DC609}"/>
                </a:ext>
              </a:extLst>
            </p:cNvPr>
            <p:cNvSpPr txBox="1"/>
            <p:nvPr/>
          </p:nvSpPr>
          <p:spPr>
            <a:xfrm>
              <a:off x="1537509" y="1995813"/>
              <a:ext cx="159591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229194"/>
              <a:r>
                <a:rPr lang="en-US" sz="1600" b="1" dirty="0">
                  <a:solidFill>
                    <a:srgbClr val="FFFFFF"/>
                  </a:solidFill>
                  <a:latin typeface="+mj-lt"/>
                  <a:cs typeface="Poppins" panose="00000500000000000000" pitchFamily="50" charset="0"/>
                </a:rPr>
                <a:t>Monday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38DC9AD-AD8C-4C87-AF52-87FDC997E815}"/>
                </a:ext>
              </a:extLst>
            </p:cNvPr>
            <p:cNvSpPr/>
            <p:nvPr/>
          </p:nvSpPr>
          <p:spPr>
            <a:xfrm>
              <a:off x="1450105" y="2444869"/>
              <a:ext cx="1874721" cy="214940"/>
            </a:xfrm>
            <a:prstGeom prst="rect">
              <a:avLst/>
            </a:prstGeom>
            <a:solidFill>
              <a:schemeClr val="bg1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B139CD49-81BA-4556-B020-4003EA773560}"/>
                </a:ext>
              </a:extLst>
            </p:cNvPr>
            <p:cNvSpPr/>
            <p:nvPr/>
          </p:nvSpPr>
          <p:spPr>
            <a:xfrm>
              <a:off x="1450105" y="2937989"/>
              <a:ext cx="1874721" cy="214940"/>
            </a:xfrm>
            <a:prstGeom prst="rect">
              <a:avLst/>
            </a:prstGeom>
            <a:solidFill>
              <a:schemeClr val="bg1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1FCAA3C7-C599-4B19-A241-D3E9948F0D96}"/>
                </a:ext>
              </a:extLst>
            </p:cNvPr>
            <p:cNvSpPr/>
            <p:nvPr/>
          </p:nvSpPr>
          <p:spPr>
            <a:xfrm>
              <a:off x="1450105" y="3431108"/>
              <a:ext cx="1874721" cy="214940"/>
            </a:xfrm>
            <a:prstGeom prst="rect">
              <a:avLst/>
            </a:prstGeom>
            <a:solidFill>
              <a:schemeClr val="bg1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91091DC2-C162-45C9-864B-6D54EB71AA82}"/>
                </a:ext>
              </a:extLst>
            </p:cNvPr>
            <p:cNvSpPr/>
            <p:nvPr/>
          </p:nvSpPr>
          <p:spPr>
            <a:xfrm>
              <a:off x="1450105" y="3930645"/>
              <a:ext cx="1874721" cy="214940"/>
            </a:xfrm>
            <a:prstGeom prst="rect">
              <a:avLst/>
            </a:prstGeom>
            <a:solidFill>
              <a:schemeClr val="bg1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9C39AF5D-6236-4996-818B-498D7ABF310B}"/>
                </a:ext>
              </a:extLst>
            </p:cNvPr>
            <p:cNvSpPr/>
            <p:nvPr/>
          </p:nvSpPr>
          <p:spPr>
            <a:xfrm>
              <a:off x="1450105" y="4415665"/>
              <a:ext cx="1874721" cy="214940"/>
            </a:xfrm>
            <a:prstGeom prst="rect">
              <a:avLst/>
            </a:prstGeom>
            <a:solidFill>
              <a:schemeClr val="bg1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17802AFF-C6D1-4A02-AB1F-BE62C9B91E19}"/>
                </a:ext>
              </a:extLst>
            </p:cNvPr>
            <p:cNvSpPr txBox="1"/>
            <p:nvPr/>
          </p:nvSpPr>
          <p:spPr>
            <a:xfrm>
              <a:off x="1537509" y="2490365"/>
              <a:ext cx="151511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229194"/>
              <a:r>
                <a:rPr lang="en-US" sz="1600" b="1" dirty="0">
                  <a:solidFill>
                    <a:srgbClr val="FFFFFF"/>
                  </a:solidFill>
                  <a:latin typeface="+mj-lt"/>
                  <a:cs typeface="Poppins" panose="00000500000000000000" pitchFamily="50" charset="0"/>
                </a:rPr>
                <a:t>Tuesday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1E6608FA-09EE-4529-8F31-DB10A2BE1C15}"/>
                </a:ext>
              </a:extLst>
            </p:cNvPr>
            <p:cNvSpPr txBox="1"/>
            <p:nvPr/>
          </p:nvSpPr>
          <p:spPr>
            <a:xfrm>
              <a:off x="1537508" y="2982053"/>
              <a:ext cx="171980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229194"/>
              <a:r>
                <a:rPr lang="en-US" sz="1600" b="1" dirty="0">
                  <a:solidFill>
                    <a:srgbClr val="FFFFFF"/>
                  </a:solidFill>
                  <a:latin typeface="+mj-lt"/>
                  <a:cs typeface="Poppins" panose="00000500000000000000" pitchFamily="50" charset="0"/>
                </a:rPr>
                <a:t>Wednesday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D76458E-C21C-4A6F-9B43-4C5F6A619E62}"/>
                </a:ext>
              </a:extLst>
            </p:cNvPr>
            <p:cNvSpPr txBox="1"/>
            <p:nvPr/>
          </p:nvSpPr>
          <p:spPr>
            <a:xfrm>
              <a:off x="1537509" y="3468756"/>
              <a:ext cx="151511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229194"/>
              <a:r>
                <a:rPr lang="en-US" sz="1600" b="1" dirty="0">
                  <a:solidFill>
                    <a:srgbClr val="FFFFFF"/>
                  </a:solidFill>
                  <a:latin typeface="+mj-lt"/>
                  <a:cs typeface="Poppins" panose="00000500000000000000" pitchFamily="50" charset="0"/>
                </a:rPr>
                <a:t>Thursday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3B8F5421-3049-4B5D-BEFD-5F699A259EC8}"/>
                </a:ext>
              </a:extLst>
            </p:cNvPr>
            <p:cNvSpPr txBox="1"/>
            <p:nvPr/>
          </p:nvSpPr>
          <p:spPr>
            <a:xfrm>
              <a:off x="1537509" y="3964122"/>
              <a:ext cx="151511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229194"/>
              <a:r>
                <a:rPr lang="en-US" sz="1600" b="1" dirty="0">
                  <a:solidFill>
                    <a:srgbClr val="FFFFFF"/>
                  </a:solidFill>
                  <a:latin typeface="+mj-lt"/>
                  <a:cs typeface="Poppins" panose="00000500000000000000" pitchFamily="50" charset="0"/>
                </a:rPr>
                <a:t>Friday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5D4B0DCC-9645-4730-9654-6024815C42FC}"/>
                </a:ext>
              </a:extLst>
            </p:cNvPr>
            <p:cNvSpPr txBox="1"/>
            <p:nvPr/>
          </p:nvSpPr>
          <p:spPr>
            <a:xfrm>
              <a:off x="1537509" y="4460572"/>
              <a:ext cx="151511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229194"/>
              <a:r>
                <a:rPr lang="en-US" sz="1600" b="1" dirty="0">
                  <a:solidFill>
                    <a:srgbClr val="FFFFFF"/>
                  </a:solidFill>
                  <a:latin typeface="+mj-lt"/>
                  <a:cs typeface="Poppins" panose="00000500000000000000" pitchFamily="50" charset="0"/>
                </a:rPr>
                <a:t>Saturday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458A7FD1-B41D-4569-B125-46A63AC0F75F}"/>
                </a:ext>
              </a:extLst>
            </p:cNvPr>
            <p:cNvSpPr/>
            <p:nvPr/>
          </p:nvSpPr>
          <p:spPr>
            <a:xfrm>
              <a:off x="3881860" y="2038506"/>
              <a:ext cx="6383138" cy="2774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0039" indent="-170039" defTabSz="229194">
                <a:buFont typeface="Arial" panose="020B0604020202020204" pitchFamily="34" charset="0"/>
                <a:buChar char="•"/>
              </a:pPr>
              <a:r>
                <a:rPr lang="en-US" sz="1203" dirty="0">
                  <a:solidFill>
                    <a:srgbClr val="747A94"/>
                  </a:solidFill>
                  <a:cs typeface="Segoe UI Light" panose="020B0502040204020203" pitchFamily="34" charset="0"/>
                </a:rPr>
                <a:t>Lorem Ipsum is simply dummy text of the printing and typesetting.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E493A1BB-D7E9-4BC7-87FC-9C49A91E3025}"/>
                </a:ext>
              </a:extLst>
            </p:cNvPr>
            <p:cNvSpPr/>
            <p:nvPr/>
          </p:nvSpPr>
          <p:spPr>
            <a:xfrm>
              <a:off x="3881860" y="2522440"/>
              <a:ext cx="6383138" cy="2774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0039" indent="-170039" defTabSz="229194">
                <a:buFont typeface="Arial" panose="020B0604020202020204" pitchFamily="34" charset="0"/>
                <a:buChar char="•"/>
              </a:pPr>
              <a:r>
                <a:rPr lang="en-US" sz="1203" dirty="0">
                  <a:solidFill>
                    <a:srgbClr val="747A94"/>
                  </a:solidFill>
                  <a:cs typeface="Segoe UI Light" panose="020B0502040204020203" pitchFamily="34" charset="0"/>
                </a:rPr>
                <a:t>Lorem Ipsum is simply dummy text of the printing and typesetting.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BC5CD5B7-F783-4C5E-B3A6-8E975CE8335C}"/>
                </a:ext>
              </a:extLst>
            </p:cNvPr>
            <p:cNvSpPr/>
            <p:nvPr/>
          </p:nvSpPr>
          <p:spPr>
            <a:xfrm>
              <a:off x="3881860" y="3016777"/>
              <a:ext cx="6383138" cy="2774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0039" indent="-170039" defTabSz="229194">
                <a:buFont typeface="Arial" panose="020B0604020202020204" pitchFamily="34" charset="0"/>
                <a:buChar char="•"/>
              </a:pPr>
              <a:r>
                <a:rPr lang="en-US" sz="1203" dirty="0">
                  <a:solidFill>
                    <a:srgbClr val="747A94"/>
                  </a:solidFill>
                  <a:cs typeface="Segoe UI Light" panose="020B0502040204020203" pitchFamily="34" charset="0"/>
                </a:rPr>
                <a:t>Lorem Ipsum is simply dummy text of the printing and typesetting.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B485093F-320F-4A1C-A066-3F1C93488D40}"/>
                </a:ext>
              </a:extLst>
            </p:cNvPr>
            <p:cNvSpPr/>
            <p:nvPr/>
          </p:nvSpPr>
          <p:spPr>
            <a:xfrm>
              <a:off x="3881860" y="3500710"/>
              <a:ext cx="6383138" cy="2774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0039" indent="-170039" defTabSz="229194">
                <a:buFont typeface="Arial" panose="020B0604020202020204" pitchFamily="34" charset="0"/>
                <a:buChar char="•"/>
              </a:pPr>
              <a:r>
                <a:rPr lang="en-US" sz="1203" dirty="0">
                  <a:solidFill>
                    <a:srgbClr val="747A94"/>
                  </a:solidFill>
                  <a:cs typeface="Segoe UI Light" panose="020B0502040204020203" pitchFamily="34" charset="0"/>
                </a:rPr>
                <a:t>Lorem Ipsum is simply dummy text of the printing and typesetting.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D093FE68-B3ED-4BBD-848E-E5045C07774E}"/>
                </a:ext>
              </a:extLst>
            </p:cNvPr>
            <p:cNvSpPr/>
            <p:nvPr/>
          </p:nvSpPr>
          <p:spPr>
            <a:xfrm>
              <a:off x="3881860" y="3964122"/>
              <a:ext cx="6383138" cy="2774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0039" indent="-170039" defTabSz="229194">
                <a:buFont typeface="Arial" panose="020B0604020202020204" pitchFamily="34" charset="0"/>
                <a:buChar char="•"/>
              </a:pPr>
              <a:r>
                <a:rPr lang="en-US" sz="1203" dirty="0">
                  <a:solidFill>
                    <a:srgbClr val="747A94"/>
                  </a:solidFill>
                  <a:cs typeface="Segoe UI Light" panose="020B0502040204020203" pitchFamily="34" charset="0"/>
                </a:rPr>
                <a:t>Lorem Ipsum is simply dummy text of the printing and typesetting.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5EC0BC38-AFBE-42A9-9A84-BF382E96550F}"/>
                </a:ext>
              </a:extLst>
            </p:cNvPr>
            <p:cNvSpPr/>
            <p:nvPr/>
          </p:nvSpPr>
          <p:spPr>
            <a:xfrm>
              <a:off x="3881860" y="4448056"/>
              <a:ext cx="6383138" cy="2774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0039" indent="-170039" defTabSz="229194">
                <a:buFont typeface="Arial" panose="020B0604020202020204" pitchFamily="34" charset="0"/>
                <a:buChar char="•"/>
              </a:pPr>
              <a:r>
                <a:rPr lang="en-US" sz="1203" dirty="0">
                  <a:solidFill>
                    <a:srgbClr val="747A94"/>
                  </a:solidFill>
                  <a:cs typeface="Segoe UI Light" panose="020B0502040204020203" pitchFamily="34" charset="0"/>
                </a:rPr>
                <a:t>Lorem Ipsum is simply dummy text of the printing and typesetting.</a:t>
              </a: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DB176346-B0F6-4DAB-A0BC-F0D514F95192}"/>
              </a:ext>
            </a:extLst>
          </p:cNvPr>
          <p:cNvSpPr txBox="1"/>
          <p:nvPr/>
        </p:nvSpPr>
        <p:spPr>
          <a:xfrm>
            <a:off x="2973049" y="710787"/>
            <a:ext cx="6245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+mj-lt"/>
                <a:cs typeface="Sora SemiBold" pitchFamily="2" charset="0"/>
              </a:rPr>
              <a:t>Gant Chart</a:t>
            </a:r>
            <a:r>
              <a:rPr lang="en-US" sz="4000" b="1" dirty="0">
                <a:solidFill>
                  <a:schemeClr val="accent2"/>
                </a:solidFill>
                <a:latin typeface="+mj-lt"/>
                <a:cs typeface="Sora SemiBold" pitchFamily="2" charset="0"/>
              </a:rPr>
              <a:t>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SemiBold" pitchFamily="2" charset="0"/>
              </a:rPr>
              <a:t>Infographic</a:t>
            </a:r>
          </a:p>
        </p:txBody>
      </p:sp>
      <p:sp>
        <p:nvSpPr>
          <p:cNvPr id="101" name="Title 11">
            <a:extLst>
              <a:ext uri="{FF2B5EF4-FFF2-40B4-BE49-F238E27FC236}">
                <a16:creationId xmlns:a16="http://schemas.microsoft.com/office/drawing/2014/main" id="{0C8A6447-D049-4A02-A0B1-B661C5BC467E}"/>
              </a:ext>
            </a:extLst>
          </p:cNvPr>
          <p:cNvSpPr txBox="1">
            <a:spLocks/>
          </p:cNvSpPr>
          <p:nvPr/>
        </p:nvSpPr>
        <p:spPr>
          <a:xfrm>
            <a:off x="1333171" y="5191063"/>
            <a:ext cx="4318121" cy="513925"/>
          </a:xfrm>
          <a:prstGeom prst="rect">
            <a:avLst/>
          </a:prstGeom>
        </p:spPr>
        <p:txBody>
          <a:bodyPr vert="horz" lIns="90693" tIns="45347" rIns="90693" bIns="45347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458389"/>
            <a:r>
              <a:rPr lang="en-US" sz="3600" b="1">
                <a:solidFill>
                  <a:srgbClr val="000000">
                    <a:lumMod val="90000"/>
                    <a:lumOff val="10000"/>
                  </a:srgbClr>
                </a:solidFill>
                <a:ea typeface="Open Sans" panose="020B0606030504020204" pitchFamily="34" charset="0"/>
                <a:cs typeface="Poppins" panose="00000500000000000000" pitchFamily="50" charset="0"/>
              </a:rPr>
              <a:t>Weekly Planner</a:t>
            </a:r>
            <a:endParaRPr lang="en-US" sz="3600" b="1" dirty="0">
              <a:solidFill>
                <a:srgbClr val="000000">
                  <a:lumMod val="90000"/>
                  <a:lumOff val="10000"/>
                </a:srgbClr>
              </a:solidFill>
              <a:ea typeface="Open Sans" panose="020B0606030504020204" pitchFamily="34" charset="0"/>
              <a:cs typeface="Poppins" panose="00000500000000000000" pitchFamily="50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8F562D1-AE32-4636-B915-3D99DC57857D}"/>
              </a:ext>
            </a:extLst>
          </p:cNvPr>
          <p:cNvSpPr/>
          <p:nvPr/>
        </p:nvSpPr>
        <p:spPr>
          <a:xfrm>
            <a:off x="6179625" y="5067921"/>
            <a:ext cx="4562271" cy="76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Lorem Ipsum is simply dummy text of the printing and typesetting industry. Lorem Ipsum has been the industry's standard dummy text ever since the 1500s, when </a:t>
            </a:r>
            <a:r>
              <a:rPr lang="en-US" sz="1000" dirty="0">
                <a:solidFill>
                  <a:prstClr val="black">
                    <a:lumMod val="50000"/>
                    <a:lumOff val="50000"/>
                  </a:prstClr>
                </a:solidFill>
                <a:latin typeface="Open Sans" panose="020B0606030504020204" pitchFamily="34" charset="0"/>
              </a:rPr>
              <a:t>an and typesetting industry.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0422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C1FF9677-9083-4F07-86CE-0F45EF2F53A6}"/>
              </a:ext>
            </a:extLst>
          </p:cNvPr>
          <p:cNvSpPr/>
          <p:nvPr/>
        </p:nvSpPr>
        <p:spPr>
          <a:xfrm>
            <a:off x="454441" y="1393361"/>
            <a:ext cx="11283118" cy="47952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0693" tIns="45347" rIns="90693" bIns="45347" numCol="1" anchor="t" anchorCtr="0" compatLnSpc="1">
            <a:prstTxWarp prst="textNoShape">
              <a:avLst/>
            </a:prstTxWarp>
          </a:bodyPr>
          <a:lstStyle/>
          <a:p>
            <a:pPr defTabSz="229194"/>
            <a:endParaRPr lang="en-US" sz="1785" dirty="0">
              <a:solidFill>
                <a:srgbClr val="000000"/>
              </a:solidFill>
              <a:latin typeface="Poppins" panose="00000500000000000000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C879204-34FA-4FF9-BEEF-541523D28936}"/>
              </a:ext>
            </a:extLst>
          </p:cNvPr>
          <p:cNvSpPr/>
          <p:nvPr/>
        </p:nvSpPr>
        <p:spPr>
          <a:xfrm>
            <a:off x="601836" y="1557612"/>
            <a:ext cx="1496417" cy="4070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Monday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55F1CC7-B042-4E16-A203-D399A9746945}"/>
              </a:ext>
            </a:extLst>
          </p:cNvPr>
          <p:cNvSpPr/>
          <p:nvPr/>
        </p:nvSpPr>
        <p:spPr>
          <a:xfrm>
            <a:off x="597726" y="2125491"/>
            <a:ext cx="1496417" cy="821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b="1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2B5F4B-4071-4C47-B2EF-C84C1E41726D}"/>
              </a:ext>
            </a:extLst>
          </p:cNvPr>
          <p:cNvSpPr txBox="1"/>
          <p:nvPr/>
        </p:nvSpPr>
        <p:spPr>
          <a:xfrm>
            <a:off x="621011" y="2125492"/>
            <a:ext cx="303991" cy="24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229194"/>
            <a:r>
              <a:rPr lang="en-US" sz="800" dirty="0">
                <a:solidFill>
                  <a:srgbClr val="000000"/>
                </a:solidFill>
                <a:cs typeface="Poppins" panose="00000500000000000000" pitchFamily="50" charset="0"/>
              </a:rPr>
              <a:t>01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8191E1F-9443-4412-A57F-EF806416B52E}"/>
              </a:ext>
            </a:extLst>
          </p:cNvPr>
          <p:cNvSpPr/>
          <p:nvPr/>
        </p:nvSpPr>
        <p:spPr>
          <a:xfrm>
            <a:off x="597726" y="3033845"/>
            <a:ext cx="1496417" cy="821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b="1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75C2C4-18B1-4F5E-981F-28CF0178B075}"/>
              </a:ext>
            </a:extLst>
          </p:cNvPr>
          <p:cNvSpPr txBox="1"/>
          <p:nvPr/>
        </p:nvSpPr>
        <p:spPr>
          <a:xfrm>
            <a:off x="601932" y="3033846"/>
            <a:ext cx="342149" cy="24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229194"/>
            <a:r>
              <a:rPr lang="en-US" sz="800" dirty="0">
                <a:solidFill>
                  <a:schemeClr val="bg1"/>
                </a:solidFill>
                <a:cs typeface="Poppins" panose="00000500000000000000" pitchFamily="50" charset="0"/>
              </a:rPr>
              <a:t>08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F144DEB-69CE-456F-B970-44B0BB789851}"/>
              </a:ext>
            </a:extLst>
          </p:cNvPr>
          <p:cNvSpPr/>
          <p:nvPr/>
        </p:nvSpPr>
        <p:spPr>
          <a:xfrm>
            <a:off x="597726" y="3942201"/>
            <a:ext cx="1496417" cy="821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b="1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EA15C7-D7E7-460F-AD04-1BA313AF7350}"/>
              </a:ext>
            </a:extLst>
          </p:cNvPr>
          <p:cNvSpPr txBox="1"/>
          <p:nvPr/>
        </p:nvSpPr>
        <p:spPr>
          <a:xfrm>
            <a:off x="621011" y="3942201"/>
            <a:ext cx="303991" cy="24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229194"/>
            <a:r>
              <a:rPr lang="en-US" sz="800" dirty="0">
                <a:solidFill>
                  <a:srgbClr val="000000"/>
                </a:solidFill>
                <a:cs typeface="Poppins" panose="00000500000000000000" pitchFamily="50" charset="0"/>
              </a:rPr>
              <a:t>15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E107914-A27A-476E-A975-39C1AD22E4F2}"/>
              </a:ext>
            </a:extLst>
          </p:cNvPr>
          <p:cNvSpPr/>
          <p:nvPr/>
        </p:nvSpPr>
        <p:spPr>
          <a:xfrm>
            <a:off x="597726" y="4850556"/>
            <a:ext cx="1496417" cy="821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b="1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2B097CC-4D24-4A3A-BE02-69A56E0D806C}"/>
              </a:ext>
            </a:extLst>
          </p:cNvPr>
          <p:cNvSpPr txBox="1"/>
          <p:nvPr/>
        </p:nvSpPr>
        <p:spPr>
          <a:xfrm>
            <a:off x="608292" y="4850557"/>
            <a:ext cx="329429" cy="24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229194"/>
            <a:r>
              <a:rPr lang="en-US" sz="800" dirty="0">
                <a:cs typeface="Poppins" panose="00000500000000000000" pitchFamily="50" charset="0"/>
              </a:rPr>
              <a:t>22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46B0EB-88CF-41A6-960F-A682F6724EC1}"/>
              </a:ext>
            </a:extLst>
          </p:cNvPr>
          <p:cNvSpPr/>
          <p:nvPr/>
        </p:nvSpPr>
        <p:spPr>
          <a:xfrm>
            <a:off x="2193730" y="1557612"/>
            <a:ext cx="1496417" cy="4070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Tuesday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96B4BAA-3FA8-46D5-9097-66CC0BE4BEC6}"/>
              </a:ext>
            </a:extLst>
          </p:cNvPr>
          <p:cNvSpPr/>
          <p:nvPr/>
        </p:nvSpPr>
        <p:spPr>
          <a:xfrm>
            <a:off x="2189621" y="2125491"/>
            <a:ext cx="1496417" cy="821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b="1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511A4B-1516-43A3-B309-D3D1340224DF}"/>
              </a:ext>
            </a:extLst>
          </p:cNvPr>
          <p:cNvSpPr txBox="1"/>
          <p:nvPr/>
        </p:nvSpPr>
        <p:spPr>
          <a:xfrm>
            <a:off x="2197007" y="2125492"/>
            <a:ext cx="335789" cy="24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229194"/>
            <a:r>
              <a:rPr lang="en-US" sz="800" dirty="0">
                <a:solidFill>
                  <a:srgbClr val="000000"/>
                </a:solidFill>
                <a:cs typeface="Poppins" panose="00000500000000000000" pitchFamily="50" charset="0"/>
              </a:rPr>
              <a:t>02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FB4F73D-139E-43C3-8CD3-004BB1EA7C13}"/>
              </a:ext>
            </a:extLst>
          </p:cNvPr>
          <p:cNvSpPr/>
          <p:nvPr/>
        </p:nvSpPr>
        <p:spPr>
          <a:xfrm>
            <a:off x="2189621" y="3033845"/>
            <a:ext cx="1496417" cy="821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b="1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6294DE7-85C8-4023-8E5E-F1109D9B71E7}"/>
              </a:ext>
            </a:extLst>
          </p:cNvPr>
          <p:cNvSpPr txBox="1"/>
          <p:nvPr/>
        </p:nvSpPr>
        <p:spPr>
          <a:xfrm>
            <a:off x="2193827" y="3033846"/>
            <a:ext cx="342149" cy="24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229194"/>
            <a:r>
              <a:rPr lang="en-US" sz="800" dirty="0">
                <a:cs typeface="Poppins" panose="00000500000000000000" pitchFamily="50" charset="0"/>
              </a:rPr>
              <a:t>09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206603F-AD63-4396-AF15-47BA9EAC97AF}"/>
              </a:ext>
            </a:extLst>
          </p:cNvPr>
          <p:cNvSpPr/>
          <p:nvPr/>
        </p:nvSpPr>
        <p:spPr>
          <a:xfrm>
            <a:off x="2189621" y="3942201"/>
            <a:ext cx="1496417" cy="8212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b="1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0BB9F7F-625C-469E-A39D-4D82C018A4C3}"/>
              </a:ext>
            </a:extLst>
          </p:cNvPr>
          <p:cNvSpPr txBox="1"/>
          <p:nvPr/>
        </p:nvSpPr>
        <p:spPr>
          <a:xfrm>
            <a:off x="2212112" y="3942201"/>
            <a:ext cx="305581" cy="24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229194"/>
            <a:r>
              <a:rPr lang="en-US" sz="800" dirty="0">
                <a:solidFill>
                  <a:schemeClr val="bg1"/>
                </a:solidFill>
                <a:cs typeface="Poppins" panose="00000500000000000000" pitchFamily="50" charset="0"/>
              </a:rPr>
              <a:t>16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44BA577-B24F-4A94-B794-9C20DDEEB556}"/>
              </a:ext>
            </a:extLst>
          </p:cNvPr>
          <p:cNvSpPr/>
          <p:nvPr/>
        </p:nvSpPr>
        <p:spPr>
          <a:xfrm>
            <a:off x="2189621" y="4850556"/>
            <a:ext cx="1496417" cy="8212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b="1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F1FAAD-328A-4E65-A04F-60E12FFF7B64}"/>
              </a:ext>
            </a:extLst>
          </p:cNvPr>
          <p:cNvSpPr txBox="1"/>
          <p:nvPr/>
        </p:nvSpPr>
        <p:spPr>
          <a:xfrm>
            <a:off x="2199392" y="4850557"/>
            <a:ext cx="331019" cy="24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23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05AE9D2-1A22-4329-920C-41F77916EBB3}"/>
              </a:ext>
            </a:extLst>
          </p:cNvPr>
          <p:cNvSpPr/>
          <p:nvPr/>
        </p:nvSpPr>
        <p:spPr>
          <a:xfrm>
            <a:off x="3785625" y="1557612"/>
            <a:ext cx="1496417" cy="40709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Wednesday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7BAB19F-6330-4B3D-80B4-B6B2B9512A0A}"/>
              </a:ext>
            </a:extLst>
          </p:cNvPr>
          <p:cNvSpPr/>
          <p:nvPr/>
        </p:nvSpPr>
        <p:spPr>
          <a:xfrm>
            <a:off x="3781515" y="2125491"/>
            <a:ext cx="1496417" cy="8212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b="1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D5AAECC-4A16-4D5F-BEC1-1DCD4C03E2D7}"/>
              </a:ext>
            </a:extLst>
          </p:cNvPr>
          <p:cNvSpPr txBox="1"/>
          <p:nvPr/>
        </p:nvSpPr>
        <p:spPr>
          <a:xfrm>
            <a:off x="3788107" y="2125492"/>
            <a:ext cx="337379" cy="24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03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8475C4E-2925-4B56-8A62-02B5606B9944}"/>
              </a:ext>
            </a:extLst>
          </p:cNvPr>
          <p:cNvSpPr/>
          <p:nvPr/>
        </p:nvSpPr>
        <p:spPr>
          <a:xfrm>
            <a:off x="3781515" y="3033845"/>
            <a:ext cx="1496417" cy="821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b="1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4DE9054-855C-476C-8E78-5266D7596A7D}"/>
              </a:ext>
            </a:extLst>
          </p:cNvPr>
          <p:cNvSpPr txBox="1"/>
          <p:nvPr/>
        </p:nvSpPr>
        <p:spPr>
          <a:xfrm>
            <a:off x="3804800" y="3033846"/>
            <a:ext cx="303991" cy="24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229194"/>
            <a:r>
              <a:rPr lang="en-US" sz="800" dirty="0">
                <a:solidFill>
                  <a:srgbClr val="000000"/>
                </a:solidFill>
                <a:cs typeface="Poppins" panose="00000500000000000000" pitchFamily="50" charset="0"/>
              </a:rPr>
              <a:t>10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3A681A8-5632-40D3-876A-974FBD45FD3B}"/>
              </a:ext>
            </a:extLst>
          </p:cNvPr>
          <p:cNvSpPr/>
          <p:nvPr/>
        </p:nvSpPr>
        <p:spPr>
          <a:xfrm>
            <a:off x="3781515" y="3942201"/>
            <a:ext cx="1496417" cy="8212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b="1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8A4A563-7167-468E-8716-5034F4FFB71D}"/>
              </a:ext>
            </a:extLst>
          </p:cNvPr>
          <p:cNvSpPr txBox="1"/>
          <p:nvPr/>
        </p:nvSpPr>
        <p:spPr>
          <a:xfrm>
            <a:off x="3809570" y="3942201"/>
            <a:ext cx="294451" cy="24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229194"/>
            <a:r>
              <a:rPr lang="en-US" sz="800" dirty="0">
                <a:solidFill>
                  <a:schemeClr val="bg1"/>
                </a:solidFill>
                <a:cs typeface="Poppins" panose="00000500000000000000" pitchFamily="50" charset="0"/>
              </a:rPr>
              <a:t>17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69BFD7F-D74E-4861-A435-CF821789F4C8}"/>
              </a:ext>
            </a:extLst>
          </p:cNvPr>
          <p:cNvSpPr/>
          <p:nvPr/>
        </p:nvSpPr>
        <p:spPr>
          <a:xfrm>
            <a:off x="3781515" y="4850556"/>
            <a:ext cx="1496417" cy="821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b="1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C0D80A9-F8DF-454E-9AB4-2172BC0E3772}"/>
              </a:ext>
            </a:extLst>
          </p:cNvPr>
          <p:cNvSpPr txBox="1"/>
          <p:nvPr/>
        </p:nvSpPr>
        <p:spPr>
          <a:xfrm>
            <a:off x="3788901" y="4850557"/>
            <a:ext cx="335789" cy="24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229194"/>
            <a:r>
              <a:rPr lang="en-US" sz="800" dirty="0">
                <a:solidFill>
                  <a:srgbClr val="000000"/>
                </a:solidFill>
                <a:cs typeface="Poppins" panose="00000500000000000000" pitchFamily="50" charset="0"/>
              </a:rPr>
              <a:t>24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493226E-E635-4F8C-A1EE-7557F8908821}"/>
              </a:ext>
            </a:extLst>
          </p:cNvPr>
          <p:cNvSpPr/>
          <p:nvPr/>
        </p:nvSpPr>
        <p:spPr>
          <a:xfrm>
            <a:off x="5377519" y="1557612"/>
            <a:ext cx="1496417" cy="40709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Thursday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B808BE4-2541-403D-BA6B-ACF4BFEEB38F}"/>
              </a:ext>
            </a:extLst>
          </p:cNvPr>
          <p:cNvSpPr/>
          <p:nvPr/>
        </p:nvSpPr>
        <p:spPr>
          <a:xfrm>
            <a:off x="5373410" y="2125491"/>
            <a:ext cx="1496417" cy="821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b="1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1024671-AAA5-4AB0-8225-C4DBE4619220}"/>
              </a:ext>
            </a:extLst>
          </p:cNvPr>
          <p:cNvSpPr txBox="1"/>
          <p:nvPr/>
        </p:nvSpPr>
        <p:spPr>
          <a:xfrm>
            <a:off x="5377616" y="2125492"/>
            <a:ext cx="342149" cy="24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229194"/>
            <a:r>
              <a:rPr lang="en-US" sz="800" dirty="0">
                <a:solidFill>
                  <a:srgbClr val="000000"/>
                </a:solidFill>
                <a:cs typeface="Poppins" panose="00000500000000000000" pitchFamily="50" charset="0"/>
              </a:rPr>
              <a:t>04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0896B97-86E9-4EBC-B257-7A86A8C4A7FA}"/>
              </a:ext>
            </a:extLst>
          </p:cNvPr>
          <p:cNvSpPr/>
          <p:nvPr/>
        </p:nvSpPr>
        <p:spPr>
          <a:xfrm>
            <a:off x="5373410" y="3033845"/>
            <a:ext cx="1496417" cy="8212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b="1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16ED96C-232F-494D-A736-F89E5BEAA24A}"/>
              </a:ext>
            </a:extLst>
          </p:cNvPr>
          <p:cNvSpPr txBox="1"/>
          <p:nvPr/>
        </p:nvSpPr>
        <p:spPr>
          <a:xfrm>
            <a:off x="5415775" y="3033846"/>
            <a:ext cx="265833" cy="24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229194"/>
            <a:r>
              <a:rPr lang="en-US" sz="800" dirty="0">
                <a:solidFill>
                  <a:schemeClr val="bg1"/>
                </a:solidFill>
                <a:cs typeface="Poppins" panose="00000500000000000000" pitchFamily="50" charset="0"/>
              </a:rPr>
              <a:t>11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F37C282-A488-47C8-AF5A-93D103678ADE}"/>
              </a:ext>
            </a:extLst>
          </p:cNvPr>
          <p:cNvSpPr/>
          <p:nvPr/>
        </p:nvSpPr>
        <p:spPr>
          <a:xfrm>
            <a:off x="5373410" y="3942201"/>
            <a:ext cx="1496417" cy="821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b="1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FCC694B-2ED4-4376-AB0C-B38EAEC6398B}"/>
              </a:ext>
            </a:extLst>
          </p:cNvPr>
          <p:cNvSpPr txBox="1"/>
          <p:nvPr/>
        </p:nvSpPr>
        <p:spPr>
          <a:xfrm>
            <a:off x="5396696" y="3942201"/>
            <a:ext cx="303991" cy="24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229194"/>
            <a:r>
              <a:rPr lang="en-US" sz="800" dirty="0">
                <a:solidFill>
                  <a:srgbClr val="000000"/>
                </a:solidFill>
                <a:cs typeface="Poppins" panose="00000500000000000000" pitchFamily="50" charset="0"/>
              </a:rPr>
              <a:t>18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7C3D362-8883-4B4A-B2E2-B8D9D1784E8E}"/>
              </a:ext>
            </a:extLst>
          </p:cNvPr>
          <p:cNvSpPr/>
          <p:nvPr/>
        </p:nvSpPr>
        <p:spPr>
          <a:xfrm>
            <a:off x="5373410" y="4850556"/>
            <a:ext cx="1496417" cy="821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b="1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B9C547F-DC42-48FF-970E-E35C4C7D9B8A}"/>
              </a:ext>
            </a:extLst>
          </p:cNvPr>
          <p:cNvSpPr txBox="1"/>
          <p:nvPr/>
        </p:nvSpPr>
        <p:spPr>
          <a:xfrm>
            <a:off x="5380796" y="4850557"/>
            <a:ext cx="335789" cy="24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229194"/>
            <a:r>
              <a:rPr lang="en-US" sz="800" dirty="0">
                <a:solidFill>
                  <a:srgbClr val="000000"/>
                </a:solidFill>
                <a:cs typeface="Poppins" panose="00000500000000000000" pitchFamily="50" charset="0"/>
              </a:rPr>
              <a:t>25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5C1AAC8-6FFD-41E8-8A98-01C496F92BAD}"/>
              </a:ext>
            </a:extLst>
          </p:cNvPr>
          <p:cNvSpPr/>
          <p:nvPr/>
        </p:nvSpPr>
        <p:spPr>
          <a:xfrm>
            <a:off x="6969414" y="1557612"/>
            <a:ext cx="1496417" cy="40709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Friday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0122C71-817C-414D-BBCB-09BF7EA9BDF1}"/>
              </a:ext>
            </a:extLst>
          </p:cNvPr>
          <p:cNvSpPr/>
          <p:nvPr/>
        </p:nvSpPr>
        <p:spPr>
          <a:xfrm>
            <a:off x="6965304" y="2125491"/>
            <a:ext cx="1496417" cy="821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b="1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842497E-2E95-4610-9846-89A9CEC76B39}"/>
              </a:ext>
            </a:extLst>
          </p:cNvPr>
          <p:cNvSpPr txBox="1"/>
          <p:nvPr/>
        </p:nvSpPr>
        <p:spPr>
          <a:xfrm>
            <a:off x="6969510" y="2125492"/>
            <a:ext cx="342149" cy="24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229194"/>
            <a:r>
              <a:rPr lang="en-US" sz="800" dirty="0">
                <a:solidFill>
                  <a:srgbClr val="000000"/>
                </a:solidFill>
                <a:cs typeface="Poppins" panose="00000500000000000000" pitchFamily="50" charset="0"/>
              </a:rPr>
              <a:t>05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4E376571-7276-4B7E-ACD8-73F98C89F19B}"/>
              </a:ext>
            </a:extLst>
          </p:cNvPr>
          <p:cNvSpPr/>
          <p:nvPr/>
        </p:nvSpPr>
        <p:spPr>
          <a:xfrm>
            <a:off x="6965304" y="3033845"/>
            <a:ext cx="1496417" cy="821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b="1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1B870F7-572B-4AB1-A90A-B877A0B7EEAA}"/>
              </a:ext>
            </a:extLst>
          </p:cNvPr>
          <p:cNvSpPr txBox="1"/>
          <p:nvPr/>
        </p:nvSpPr>
        <p:spPr>
          <a:xfrm>
            <a:off x="6991769" y="3033846"/>
            <a:ext cx="297631" cy="24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229194"/>
            <a:r>
              <a:rPr lang="en-US" sz="800" dirty="0">
                <a:solidFill>
                  <a:srgbClr val="000000"/>
                </a:solidFill>
                <a:cs typeface="Poppins" panose="00000500000000000000" pitchFamily="50" charset="0"/>
              </a:rPr>
              <a:t>12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9E6C1BE9-F573-4041-BD89-F9859B379DFD}"/>
              </a:ext>
            </a:extLst>
          </p:cNvPr>
          <p:cNvSpPr/>
          <p:nvPr/>
        </p:nvSpPr>
        <p:spPr>
          <a:xfrm>
            <a:off x="6965304" y="3942201"/>
            <a:ext cx="1496417" cy="82121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b="1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EC3B08D-22B5-4FB8-A568-46D499FFC50F}"/>
              </a:ext>
            </a:extLst>
          </p:cNvPr>
          <p:cNvSpPr txBox="1"/>
          <p:nvPr/>
        </p:nvSpPr>
        <p:spPr>
          <a:xfrm>
            <a:off x="6988589" y="3942201"/>
            <a:ext cx="303991" cy="24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19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2F943F8B-D8FF-4923-93D2-7E241C293A4E}"/>
              </a:ext>
            </a:extLst>
          </p:cNvPr>
          <p:cNvSpPr/>
          <p:nvPr/>
        </p:nvSpPr>
        <p:spPr>
          <a:xfrm>
            <a:off x="6965304" y="4850556"/>
            <a:ext cx="1496417" cy="821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b="1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A161C83-EAE6-41AB-BDFA-612781211EB1}"/>
              </a:ext>
            </a:extLst>
          </p:cNvPr>
          <p:cNvSpPr txBox="1"/>
          <p:nvPr/>
        </p:nvSpPr>
        <p:spPr>
          <a:xfrm>
            <a:off x="6971896" y="4850557"/>
            <a:ext cx="337379" cy="24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229194"/>
            <a:r>
              <a:rPr lang="en-US" sz="800" dirty="0">
                <a:solidFill>
                  <a:srgbClr val="000000"/>
                </a:solidFill>
                <a:cs typeface="Poppins" panose="00000500000000000000" pitchFamily="50" charset="0"/>
              </a:rPr>
              <a:t>26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7DBC262-E5D1-443B-BC28-E36DC3016681}"/>
              </a:ext>
            </a:extLst>
          </p:cNvPr>
          <p:cNvSpPr/>
          <p:nvPr/>
        </p:nvSpPr>
        <p:spPr>
          <a:xfrm>
            <a:off x="8561308" y="1557612"/>
            <a:ext cx="1496417" cy="40709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Saturday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D49E808-F456-42D5-8E7E-0BDC0FE62E35}"/>
              </a:ext>
            </a:extLst>
          </p:cNvPr>
          <p:cNvSpPr/>
          <p:nvPr/>
        </p:nvSpPr>
        <p:spPr>
          <a:xfrm>
            <a:off x="8557199" y="2125491"/>
            <a:ext cx="1496417" cy="821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b="1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85B3955-70CA-4B49-840F-40DFD32CD46B}"/>
              </a:ext>
            </a:extLst>
          </p:cNvPr>
          <p:cNvSpPr txBox="1"/>
          <p:nvPr/>
        </p:nvSpPr>
        <p:spPr>
          <a:xfrm>
            <a:off x="8560610" y="2125492"/>
            <a:ext cx="343740" cy="24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229194"/>
            <a:r>
              <a:rPr lang="en-US" sz="800" dirty="0">
                <a:solidFill>
                  <a:srgbClr val="000000"/>
                </a:solidFill>
                <a:cs typeface="Poppins" panose="00000500000000000000" pitchFamily="50" charset="0"/>
              </a:rPr>
              <a:t>06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475C9257-11AE-4222-A8D6-D87E94F73670}"/>
              </a:ext>
            </a:extLst>
          </p:cNvPr>
          <p:cNvSpPr/>
          <p:nvPr/>
        </p:nvSpPr>
        <p:spPr>
          <a:xfrm>
            <a:off x="8557199" y="3033845"/>
            <a:ext cx="1496417" cy="8212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b="1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9D7846A-BC1A-4477-BC48-149B1E2E0CE7}"/>
              </a:ext>
            </a:extLst>
          </p:cNvPr>
          <p:cNvSpPr txBox="1"/>
          <p:nvPr/>
        </p:nvSpPr>
        <p:spPr>
          <a:xfrm>
            <a:off x="8582869" y="3033846"/>
            <a:ext cx="299221" cy="24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229194"/>
            <a:r>
              <a:rPr lang="en-US" sz="800" dirty="0">
                <a:solidFill>
                  <a:schemeClr val="bg1"/>
                </a:solidFill>
                <a:cs typeface="Poppins" panose="00000500000000000000" pitchFamily="50" charset="0"/>
              </a:rPr>
              <a:t>13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CDFA39C6-4AA9-48F4-812B-53FF934FED51}"/>
              </a:ext>
            </a:extLst>
          </p:cNvPr>
          <p:cNvSpPr/>
          <p:nvPr/>
        </p:nvSpPr>
        <p:spPr>
          <a:xfrm>
            <a:off x="8557199" y="3942201"/>
            <a:ext cx="1496417" cy="821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b="1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5324FF5-78CA-4273-A024-2D53629BA40E}"/>
              </a:ext>
            </a:extLst>
          </p:cNvPr>
          <p:cNvSpPr txBox="1"/>
          <p:nvPr/>
        </p:nvSpPr>
        <p:spPr>
          <a:xfrm>
            <a:off x="8564585" y="3942201"/>
            <a:ext cx="335789" cy="24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229194"/>
            <a:r>
              <a:rPr lang="en-US" sz="800" dirty="0">
                <a:solidFill>
                  <a:srgbClr val="000000"/>
                </a:solidFill>
                <a:cs typeface="Poppins" panose="00000500000000000000" pitchFamily="50" charset="0"/>
              </a:rPr>
              <a:t>20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8431DF6-81FC-4FC6-96E0-FE2FA6B2092F}"/>
              </a:ext>
            </a:extLst>
          </p:cNvPr>
          <p:cNvSpPr/>
          <p:nvPr/>
        </p:nvSpPr>
        <p:spPr>
          <a:xfrm>
            <a:off x="8557199" y="4850556"/>
            <a:ext cx="1496417" cy="8212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b="1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E12075E-0C1C-498C-BAC4-5BC606A41117}"/>
              </a:ext>
            </a:extLst>
          </p:cNvPr>
          <p:cNvSpPr txBox="1"/>
          <p:nvPr/>
        </p:nvSpPr>
        <p:spPr>
          <a:xfrm>
            <a:off x="8569355" y="4850557"/>
            <a:ext cx="326249" cy="24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229194"/>
            <a:r>
              <a:rPr lang="en-US" sz="800" dirty="0">
                <a:solidFill>
                  <a:schemeClr val="bg1"/>
                </a:solidFill>
                <a:cs typeface="Poppins" panose="00000500000000000000" pitchFamily="50" charset="0"/>
              </a:rPr>
              <a:t>27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4442DE1-0CBC-4498-90FA-DEC7C993AD56}"/>
              </a:ext>
            </a:extLst>
          </p:cNvPr>
          <p:cNvSpPr/>
          <p:nvPr/>
        </p:nvSpPr>
        <p:spPr>
          <a:xfrm>
            <a:off x="10153203" y="1557612"/>
            <a:ext cx="1496417" cy="40709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Sunday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93B61D4E-3835-44DA-B370-5DA00C430F2B}"/>
              </a:ext>
            </a:extLst>
          </p:cNvPr>
          <p:cNvSpPr/>
          <p:nvPr/>
        </p:nvSpPr>
        <p:spPr>
          <a:xfrm>
            <a:off x="10149093" y="2125491"/>
            <a:ext cx="1496417" cy="8212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b="1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E20D8DB-B099-479A-A020-5C17B5652E9B}"/>
              </a:ext>
            </a:extLst>
          </p:cNvPr>
          <p:cNvSpPr txBox="1"/>
          <p:nvPr/>
        </p:nvSpPr>
        <p:spPr>
          <a:xfrm>
            <a:off x="10158069" y="2125492"/>
            <a:ext cx="332609" cy="24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229194"/>
            <a:r>
              <a:rPr lang="en-US" sz="800" dirty="0">
                <a:solidFill>
                  <a:srgbClr val="FFFFFF"/>
                </a:solidFill>
                <a:cs typeface="Poppins" panose="00000500000000000000" pitchFamily="50" charset="0"/>
              </a:rPr>
              <a:t>07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D98DFF3-8717-4D2B-B657-3A78019D1831}"/>
              </a:ext>
            </a:extLst>
          </p:cNvPr>
          <p:cNvSpPr/>
          <p:nvPr/>
        </p:nvSpPr>
        <p:spPr>
          <a:xfrm>
            <a:off x="10149093" y="3033845"/>
            <a:ext cx="1496417" cy="821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b="1">
              <a:solidFill>
                <a:srgbClr val="FFFFFF"/>
              </a:solidFill>
              <a:cs typeface="Poppins" panose="00000500000000000000" pitchFamily="50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C4E36FA-1E8B-4888-BF93-12F53112F808}"/>
              </a:ext>
            </a:extLst>
          </p:cNvPr>
          <p:cNvSpPr txBox="1"/>
          <p:nvPr/>
        </p:nvSpPr>
        <p:spPr>
          <a:xfrm>
            <a:off x="10172378" y="3033846"/>
            <a:ext cx="303991" cy="24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229194"/>
            <a:r>
              <a:rPr lang="en-US" sz="800" dirty="0">
                <a:cs typeface="Poppins" panose="00000500000000000000" pitchFamily="50" charset="0"/>
              </a:rPr>
              <a:t>14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4EB3B615-06D9-4ADE-B3CF-16C48945D8DD}"/>
              </a:ext>
            </a:extLst>
          </p:cNvPr>
          <p:cNvSpPr/>
          <p:nvPr/>
        </p:nvSpPr>
        <p:spPr>
          <a:xfrm>
            <a:off x="10149093" y="3942201"/>
            <a:ext cx="1496417" cy="821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b="1">
              <a:solidFill>
                <a:schemeClr val="tx1"/>
              </a:solidFill>
              <a:cs typeface="Poppins" panose="00000500000000000000" pitchFamily="50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3C2326B-B580-41A3-A371-FEBB7AA644EE}"/>
              </a:ext>
            </a:extLst>
          </p:cNvPr>
          <p:cNvSpPr txBox="1"/>
          <p:nvPr/>
        </p:nvSpPr>
        <p:spPr>
          <a:xfrm>
            <a:off x="10175558" y="3942201"/>
            <a:ext cx="297631" cy="24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229194"/>
            <a:r>
              <a:rPr lang="en-US" sz="800" dirty="0">
                <a:cs typeface="Poppins" panose="00000500000000000000" pitchFamily="50" charset="0"/>
              </a:rPr>
              <a:t>21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E72F6EEF-E8B0-4B84-9E73-6E58EEC0F39C}"/>
              </a:ext>
            </a:extLst>
          </p:cNvPr>
          <p:cNvSpPr/>
          <p:nvPr/>
        </p:nvSpPr>
        <p:spPr>
          <a:xfrm>
            <a:off x="10149093" y="4850556"/>
            <a:ext cx="1496417" cy="821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b="1">
              <a:solidFill>
                <a:schemeClr val="tx1"/>
              </a:solidFill>
              <a:cs typeface="Poppins" panose="00000500000000000000" pitchFamily="50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12E12D8-E5BC-4A8E-9D2D-008D478E1B15}"/>
              </a:ext>
            </a:extLst>
          </p:cNvPr>
          <p:cNvSpPr txBox="1"/>
          <p:nvPr/>
        </p:nvSpPr>
        <p:spPr>
          <a:xfrm>
            <a:off x="10156479" y="4850557"/>
            <a:ext cx="335789" cy="24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229194"/>
            <a:r>
              <a:rPr lang="en-US" sz="800" dirty="0">
                <a:cs typeface="Poppins" panose="00000500000000000000" pitchFamily="50" charset="0"/>
              </a:rPr>
              <a:t>28</a:t>
            </a: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5E6A335C-B209-43A1-8C80-AD7778D39662}"/>
              </a:ext>
            </a:extLst>
          </p:cNvPr>
          <p:cNvGrpSpPr/>
          <p:nvPr/>
        </p:nvGrpSpPr>
        <p:grpSpPr>
          <a:xfrm>
            <a:off x="1956590" y="5840742"/>
            <a:ext cx="8181273" cy="185209"/>
            <a:chOff x="1485900" y="6101526"/>
            <a:chExt cx="7901010" cy="207832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4D31AA42-4027-43C3-871B-8F039B8A9906}"/>
                </a:ext>
              </a:extLst>
            </p:cNvPr>
            <p:cNvSpPr/>
            <p:nvPr/>
          </p:nvSpPr>
          <p:spPr>
            <a:xfrm>
              <a:off x="1485900" y="6141720"/>
              <a:ext cx="167639" cy="167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229194"/>
              <a:endParaRPr lang="en-US" sz="1785">
                <a:solidFill>
                  <a:srgbClr val="FFFFFF"/>
                </a:solidFill>
                <a:latin typeface="Poppins" panose="00000500000000000000" pitchFamily="50" charset="0"/>
                <a:cs typeface="Poppins" panose="00000500000000000000" pitchFamily="50" charset="0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488680CC-C33C-4723-A29E-B26D6FC86D4E}"/>
                </a:ext>
              </a:extLst>
            </p:cNvPr>
            <p:cNvSpPr txBox="1"/>
            <p:nvPr/>
          </p:nvSpPr>
          <p:spPr>
            <a:xfrm>
              <a:off x="1643819" y="6101531"/>
              <a:ext cx="710457" cy="19154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defTabSz="229194"/>
              <a:r>
                <a:rPr lang="en-US" sz="800" dirty="0">
                  <a:solidFill>
                    <a:srgbClr val="000000"/>
                  </a:solidFill>
                  <a:cs typeface="Poppins" panose="00000500000000000000" pitchFamily="50" charset="0"/>
                </a:rPr>
                <a:t>Title Here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75227478-8DCC-4503-945E-5D7F365153E4}"/>
                </a:ext>
              </a:extLst>
            </p:cNvPr>
            <p:cNvSpPr txBox="1"/>
            <p:nvPr/>
          </p:nvSpPr>
          <p:spPr>
            <a:xfrm>
              <a:off x="2818273" y="6101526"/>
              <a:ext cx="710457" cy="19154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defTabSz="229194"/>
              <a:r>
                <a:rPr lang="en-US" sz="800" dirty="0">
                  <a:solidFill>
                    <a:srgbClr val="000000"/>
                  </a:solidFill>
                  <a:cs typeface="Poppins" panose="00000500000000000000" pitchFamily="50" charset="0"/>
                </a:rPr>
                <a:t>Title Here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0037FB3-C206-469D-91E5-3DD680F7C10D}"/>
                </a:ext>
              </a:extLst>
            </p:cNvPr>
            <p:cNvSpPr txBox="1"/>
            <p:nvPr/>
          </p:nvSpPr>
          <p:spPr>
            <a:xfrm>
              <a:off x="3983006" y="6101526"/>
              <a:ext cx="710457" cy="19154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defTabSz="229194"/>
              <a:r>
                <a:rPr lang="en-US" sz="800" dirty="0">
                  <a:solidFill>
                    <a:srgbClr val="000000"/>
                  </a:solidFill>
                  <a:cs typeface="Poppins" panose="00000500000000000000" pitchFamily="50" charset="0"/>
                </a:rPr>
                <a:t>Title Here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135B5B01-B262-4E9E-A313-4A8AAA36A53F}"/>
                </a:ext>
              </a:extLst>
            </p:cNvPr>
            <p:cNvSpPr txBox="1"/>
            <p:nvPr/>
          </p:nvSpPr>
          <p:spPr>
            <a:xfrm>
              <a:off x="5147740" y="6101526"/>
              <a:ext cx="710457" cy="19154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defTabSz="229194"/>
              <a:r>
                <a:rPr lang="en-US" sz="800" dirty="0">
                  <a:solidFill>
                    <a:srgbClr val="000000"/>
                  </a:solidFill>
                  <a:cs typeface="Poppins" panose="00000500000000000000" pitchFamily="50" charset="0"/>
                </a:rPr>
                <a:t>Title Here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126BBB8A-5C27-4C3A-9015-9A7BD7C58E66}"/>
                </a:ext>
              </a:extLst>
            </p:cNvPr>
            <p:cNvSpPr txBox="1"/>
            <p:nvPr/>
          </p:nvSpPr>
          <p:spPr>
            <a:xfrm>
              <a:off x="6348424" y="6101526"/>
              <a:ext cx="710457" cy="19154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defTabSz="229194"/>
              <a:r>
                <a:rPr lang="en-US" sz="800" dirty="0">
                  <a:solidFill>
                    <a:srgbClr val="000000"/>
                  </a:solidFill>
                  <a:cs typeface="Poppins" panose="00000500000000000000" pitchFamily="50" charset="0"/>
                </a:rPr>
                <a:t>Title Here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EB0823D7-ED79-482D-B4E1-D80F36BB32EE}"/>
                </a:ext>
              </a:extLst>
            </p:cNvPr>
            <p:cNvSpPr txBox="1"/>
            <p:nvPr/>
          </p:nvSpPr>
          <p:spPr>
            <a:xfrm>
              <a:off x="7553597" y="6101526"/>
              <a:ext cx="710457" cy="19154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defTabSz="229194"/>
              <a:r>
                <a:rPr lang="en-US" sz="800" dirty="0">
                  <a:solidFill>
                    <a:srgbClr val="000000"/>
                  </a:solidFill>
                  <a:cs typeface="Poppins" panose="00000500000000000000" pitchFamily="50" charset="0"/>
                </a:rPr>
                <a:t>Title Here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AF4924AF-5ECC-4A4A-97B9-8B9C34CF6863}"/>
                </a:ext>
              </a:extLst>
            </p:cNvPr>
            <p:cNvSpPr txBox="1"/>
            <p:nvPr/>
          </p:nvSpPr>
          <p:spPr>
            <a:xfrm>
              <a:off x="8676453" y="6101526"/>
              <a:ext cx="710457" cy="19154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defTabSz="229194"/>
              <a:r>
                <a:rPr lang="en-US" sz="800" dirty="0">
                  <a:solidFill>
                    <a:srgbClr val="000000"/>
                  </a:solidFill>
                  <a:cs typeface="Poppins" panose="00000500000000000000" pitchFamily="50" charset="0"/>
                </a:rPr>
                <a:t>Title Here</a:t>
              </a:r>
            </a:p>
          </p:txBody>
        </p:sp>
      </p:grpSp>
      <p:sp>
        <p:nvSpPr>
          <p:cNvPr id="143" name="Rectangle 142">
            <a:extLst>
              <a:ext uri="{FF2B5EF4-FFF2-40B4-BE49-F238E27FC236}">
                <a16:creationId xmlns:a16="http://schemas.microsoft.com/office/drawing/2014/main" id="{B9942042-722C-4244-975D-D0F350B62C31}"/>
              </a:ext>
            </a:extLst>
          </p:cNvPr>
          <p:cNvSpPr/>
          <p:nvPr/>
        </p:nvSpPr>
        <p:spPr>
          <a:xfrm>
            <a:off x="3162640" y="5876553"/>
            <a:ext cx="173586" cy="1493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E79655D3-0706-48EA-839F-A67AD48CAF8E}"/>
              </a:ext>
            </a:extLst>
          </p:cNvPr>
          <p:cNvSpPr/>
          <p:nvPr/>
        </p:nvSpPr>
        <p:spPr>
          <a:xfrm>
            <a:off x="4368689" y="5876553"/>
            <a:ext cx="173586" cy="14939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4D9E3297-2107-4B28-A462-770692DB0D10}"/>
              </a:ext>
            </a:extLst>
          </p:cNvPr>
          <p:cNvSpPr/>
          <p:nvPr/>
        </p:nvSpPr>
        <p:spPr>
          <a:xfrm>
            <a:off x="5574737" y="5876553"/>
            <a:ext cx="173586" cy="1493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93B47825-51AD-4AF2-8C73-CD74FAEF4A3A}"/>
              </a:ext>
            </a:extLst>
          </p:cNvPr>
          <p:cNvSpPr/>
          <p:nvPr/>
        </p:nvSpPr>
        <p:spPr>
          <a:xfrm>
            <a:off x="6780786" y="5876553"/>
            <a:ext cx="173586" cy="14939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07831728-969C-4741-A68D-67C90C1E9E97}"/>
              </a:ext>
            </a:extLst>
          </p:cNvPr>
          <p:cNvSpPr/>
          <p:nvPr/>
        </p:nvSpPr>
        <p:spPr>
          <a:xfrm>
            <a:off x="7986835" y="5876553"/>
            <a:ext cx="173586" cy="14939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13AA970D-A086-498F-8D28-365E77F33A95}"/>
              </a:ext>
            </a:extLst>
          </p:cNvPr>
          <p:cNvSpPr/>
          <p:nvPr/>
        </p:nvSpPr>
        <p:spPr>
          <a:xfrm>
            <a:off x="9192883" y="5876553"/>
            <a:ext cx="173586" cy="14939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87B53094-0E90-4636-A9A0-9BBA0EF739EC}"/>
              </a:ext>
            </a:extLst>
          </p:cNvPr>
          <p:cNvSpPr/>
          <p:nvPr/>
        </p:nvSpPr>
        <p:spPr>
          <a:xfrm>
            <a:off x="597726" y="1557611"/>
            <a:ext cx="1496417" cy="19800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5DA3C395-D037-483C-89AB-B0FACBC4C10D}"/>
              </a:ext>
            </a:extLst>
          </p:cNvPr>
          <p:cNvSpPr/>
          <p:nvPr/>
        </p:nvSpPr>
        <p:spPr>
          <a:xfrm>
            <a:off x="2189620" y="1557611"/>
            <a:ext cx="1496417" cy="19800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BBC9CF77-EE2B-4E3B-A59E-2335CABC9418}"/>
              </a:ext>
            </a:extLst>
          </p:cNvPr>
          <p:cNvSpPr/>
          <p:nvPr/>
        </p:nvSpPr>
        <p:spPr>
          <a:xfrm>
            <a:off x="3785624" y="1557611"/>
            <a:ext cx="1496417" cy="19800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39E43D39-76D0-428C-BE52-681BACAFB65D}"/>
              </a:ext>
            </a:extLst>
          </p:cNvPr>
          <p:cNvSpPr/>
          <p:nvPr/>
        </p:nvSpPr>
        <p:spPr>
          <a:xfrm>
            <a:off x="5380797" y="1557611"/>
            <a:ext cx="1496417" cy="19800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2E9576BB-CA9C-4661-AB80-B6CC50163A58}"/>
              </a:ext>
            </a:extLst>
          </p:cNvPr>
          <p:cNvSpPr/>
          <p:nvPr/>
        </p:nvSpPr>
        <p:spPr>
          <a:xfrm>
            <a:off x="6976951" y="1557611"/>
            <a:ext cx="1496417" cy="19800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398D9DCC-047F-41C3-9A80-1BA9BDB2BB29}"/>
              </a:ext>
            </a:extLst>
          </p:cNvPr>
          <p:cNvSpPr/>
          <p:nvPr/>
        </p:nvSpPr>
        <p:spPr>
          <a:xfrm>
            <a:off x="8560611" y="1557611"/>
            <a:ext cx="1496417" cy="19800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2DFDB1B3-1E84-436A-A7D5-6F20AE81EAF9}"/>
              </a:ext>
            </a:extLst>
          </p:cNvPr>
          <p:cNvSpPr/>
          <p:nvPr/>
        </p:nvSpPr>
        <p:spPr>
          <a:xfrm>
            <a:off x="10152504" y="1557611"/>
            <a:ext cx="1496417" cy="198007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49E2E3BA-0568-4BED-8AE5-EF51EBFF5124}"/>
              </a:ext>
            </a:extLst>
          </p:cNvPr>
          <p:cNvSpPr/>
          <p:nvPr/>
        </p:nvSpPr>
        <p:spPr>
          <a:xfrm>
            <a:off x="944082" y="3169279"/>
            <a:ext cx="986095" cy="5503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29194"/>
            <a:r>
              <a:rPr lang="en-US" sz="1000" dirty="0">
                <a:solidFill>
                  <a:srgbClr val="FFFFFF"/>
                </a:solidFill>
                <a:cs typeface="Segoe UI Light" panose="020B0502040204020203" pitchFamily="34" charset="0"/>
              </a:rPr>
              <a:t>Lorem ipsum is simply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92DDB319-B26A-473F-82A0-048A3EB6AC59}"/>
              </a:ext>
            </a:extLst>
          </p:cNvPr>
          <p:cNvSpPr/>
          <p:nvPr/>
        </p:nvSpPr>
        <p:spPr>
          <a:xfrm>
            <a:off x="2529278" y="5032999"/>
            <a:ext cx="986095" cy="5503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29194"/>
            <a:r>
              <a:rPr lang="en-US" sz="1000" dirty="0">
                <a:solidFill>
                  <a:srgbClr val="FFFFFF"/>
                </a:solidFill>
                <a:cs typeface="Segoe UI Light" panose="020B0502040204020203" pitchFamily="34" charset="0"/>
              </a:rPr>
              <a:t>Lorem ipsum is simply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BAA16E39-A786-4327-AE64-DF69675A11B6}"/>
              </a:ext>
            </a:extLst>
          </p:cNvPr>
          <p:cNvSpPr/>
          <p:nvPr/>
        </p:nvSpPr>
        <p:spPr>
          <a:xfrm>
            <a:off x="4132079" y="4072170"/>
            <a:ext cx="986095" cy="5503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29194"/>
            <a:r>
              <a:rPr lang="en-US" sz="1000" dirty="0">
                <a:solidFill>
                  <a:srgbClr val="FFFFFF"/>
                </a:solidFill>
                <a:cs typeface="Segoe UI Light" panose="020B0502040204020203" pitchFamily="34" charset="0"/>
              </a:rPr>
              <a:t>Lorem ipsum is simply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F5238379-1C3E-4118-A7B6-B0301DFCE59E}"/>
              </a:ext>
            </a:extLst>
          </p:cNvPr>
          <p:cNvSpPr/>
          <p:nvPr/>
        </p:nvSpPr>
        <p:spPr>
          <a:xfrm>
            <a:off x="7280700" y="4072170"/>
            <a:ext cx="986095" cy="5503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29194"/>
            <a:r>
              <a:rPr lang="en-US" sz="1000" dirty="0">
                <a:solidFill>
                  <a:srgbClr val="FFFFFF"/>
                </a:solidFill>
                <a:cs typeface="Segoe UI Light" panose="020B0502040204020203" pitchFamily="34" charset="0"/>
              </a:rPr>
              <a:t>Lorem ipsum is simply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49584021-C993-4D50-8A37-916345C80447}"/>
              </a:ext>
            </a:extLst>
          </p:cNvPr>
          <p:cNvSpPr/>
          <p:nvPr/>
        </p:nvSpPr>
        <p:spPr>
          <a:xfrm>
            <a:off x="10488859" y="2342733"/>
            <a:ext cx="986095" cy="5503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29194"/>
            <a:r>
              <a:rPr lang="en-US" sz="1000" dirty="0">
                <a:solidFill>
                  <a:srgbClr val="FFFFFF"/>
                </a:solidFill>
                <a:cs typeface="Segoe UI Light" panose="020B0502040204020203" pitchFamily="34" charset="0"/>
              </a:rPr>
              <a:t>Lorem ipsum is simply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8D110FAB-2C2C-41CC-89C4-4F7E5D0F8A5D}"/>
              </a:ext>
            </a:extLst>
          </p:cNvPr>
          <p:cNvSpPr/>
          <p:nvPr/>
        </p:nvSpPr>
        <p:spPr>
          <a:xfrm>
            <a:off x="2529278" y="4077635"/>
            <a:ext cx="986095" cy="5503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29194"/>
            <a:r>
              <a:rPr lang="en-US" sz="1000" dirty="0">
                <a:solidFill>
                  <a:srgbClr val="FFFFFF"/>
                </a:solidFill>
                <a:cs typeface="Segoe UI Light" panose="020B0502040204020203" pitchFamily="34" charset="0"/>
              </a:rPr>
              <a:t>Lorem ipsum is simply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BC25FB41-E7B5-43DA-A799-D6B057ECA47F}"/>
              </a:ext>
            </a:extLst>
          </p:cNvPr>
          <p:cNvSpPr/>
          <p:nvPr/>
        </p:nvSpPr>
        <p:spPr>
          <a:xfrm>
            <a:off x="4132079" y="2260925"/>
            <a:ext cx="986095" cy="5503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29194"/>
            <a:r>
              <a:rPr lang="en-US" sz="1000" dirty="0">
                <a:solidFill>
                  <a:srgbClr val="FFFFFF"/>
                </a:solidFill>
                <a:cs typeface="Segoe UI Light" panose="020B0502040204020203" pitchFamily="34" charset="0"/>
              </a:rPr>
              <a:t>Lorem ipsum is simply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407F1E77-42D0-40C4-8A5E-7BB284B21B91}"/>
              </a:ext>
            </a:extLst>
          </p:cNvPr>
          <p:cNvSpPr/>
          <p:nvPr/>
        </p:nvSpPr>
        <p:spPr>
          <a:xfrm>
            <a:off x="5723973" y="3169279"/>
            <a:ext cx="986095" cy="5503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29194"/>
            <a:r>
              <a:rPr lang="en-US" sz="1000" dirty="0">
                <a:solidFill>
                  <a:srgbClr val="FFFFFF"/>
                </a:solidFill>
                <a:cs typeface="Segoe UI Light" panose="020B0502040204020203" pitchFamily="34" charset="0"/>
              </a:rPr>
              <a:t>Lorem ipsum is simply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AEB5FE7C-D28B-4CF8-AA81-DD3EBC0CF95E}"/>
              </a:ext>
            </a:extLst>
          </p:cNvPr>
          <p:cNvSpPr/>
          <p:nvPr/>
        </p:nvSpPr>
        <p:spPr>
          <a:xfrm>
            <a:off x="8981064" y="3169279"/>
            <a:ext cx="986095" cy="5503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29194"/>
            <a:r>
              <a:rPr lang="en-US" sz="1000" dirty="0">
                <a:solidFill>
                  <a:srgbClr val="FFFFFF"/>
                </a:solidFill>
                <a:cs typeface="Segoe UI Light" panose="020B0502040204020203" pitchFamily="34" charset="0"/>
              </a:rPr>
              <a:t>Lorem ipsum is simply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CD6BA4E9-E100-411E-9F17-2A05D97E6B5A}"/>
              </a:ext>
            </a:extLst>
          </p:cNvPr>
          <p:cNvSpPr/>
          <p:nvPr/>
        </p:nvSpPr>
        <p:spPr>
          <a:xfrm>
            <a:off x="8980789" y="5032999"/>
            <a:ext cx="986095" cy="5503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29194"/>
            <a:r>
              <a:rPr lang="en-US" sz="1000" dirty="0">
                <a:solidFill>
                  <a:srgbClr val="FFFFFF"/>
                </a:solidFill>
                <a:cs typeface="Segoe UI Light" panose="020B0502040204020203" pitchFamily="34" charset="0"/>
              </a:rPr>
              <a:t>Lorem ipsum is simply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C92DB038-4A54-40BF-8D6B-C763D328AF95}"/>
              </a:ext>
            </a:extLst>
          </p:cNvPr>
          <p:cNvSpPr txBox="1"/>
          <p:nvPr/>
        </p:nvSpPr>
        <p:spPr>
          <a:xfrm>
            <a:off x="2973049" y="461412"/>
            <a:ext cx="6245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+mj-lt"/>
                <a:cs typeface="Sora SemiBold" pitchFamily="2" charset="0"/>
              </a:rPr>
              <a:t>Gant Chart</a:t>
            </a:r>
            <a:r>
              <a:rPr lang="en-US" sz="4000" b="1" dirty="0">
                <a:solidFill>
                  <a:schemeClr val="accent2"/>
                </a:solidFill>
                <a:latin typeface="+mj-lt"/>
                <a:cs typeface="Sora SemiBold" pitchFamily="2" charset="0"/>
              </a:rPr>
              <a:t>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SemiBold" pitchFamily="2" charset="0"/>
              </a:rPr>
              <a:t>Infographic</a:t>
            </a:r>
          </a:p>
        </p:txBody>
      </p:sp>
    </p:spTree>
    <p:extLst>
      <p:ext uri="{BB962C8B-B14F-4D97-AF65-F5344CB8AC3E}">
        <p14:creationId xmlns:p14="http://schemas.microsoft.com/office/powerpoint/2010/main" val="2910366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Box 259">
            <a:extLst>
              <a:ext uri="{FF2B5EF4-FFF2-40B4-BE49-F238E27FC236}">
                <a16:creationId xmlns:a16="http://schemas.microsoft.com/office/drawing/2014/main" id="{7E119E87-88F1-47FD-9ACF-CDD2810FE6D5}"/>
              </a:ext>
            </a:extLst>
          </p:cNvPr>
          <p:cNvSpPr txBox="1"/>
          <p:nvPr/>
        </p:nvSpPr>
        <p:spPr>
          <a:xfrm>
            <a:off x="2973049" y="478558"/>
            <a:ext cx="6245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+mj-lt"/>
                <a:cs typeface="Sora SemiBold" pitchFamily="2" charset="0"/>
              </a:rPr>
              <a:t>Gant Chart</a:t>
            </a:r>
            <a:r>
              <a:rPr lang="en-US" sz="4000" b="1" dirty="0">
                <a:solidFill>
                  <a:schemeClr val="accent2"/>
                </a:solidFill>
                <a:latin typeface="+mj-lt"/>
                <a:cs typeface="Sora SemiBold" pitchFamily="2" charset="0"/>
              </a:rPr>
              <a:t>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SemiBold" pitchFamily="2" charset="0"/>
              </a:rPr>
              <a:t>Infographic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246458E-6AB6-4206-8273-6E64EC130EBE}"/>
              </a:ext>
            </a:extLst>
          </p:cNvPr>
          <p:cNvSpPr/>
          <p:nvPr/>
        </p:nvSpPr>
        <p:spPr>
          <a:xfrm>
            <a:off x="1871502" y="2108693"/>
            <a:ext cx="1375036" cy="7561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4141DCD-8E9E-4E89-BCF6-94359F9F51E2}"/>
              </a:ext>
            </a:extLst>
          </p:cNvPr>
          <p:cNvSpPr/>
          <p:nvPr/>
        </p:nvSpPr>
        <p:spPr>
          <a:xfrm>
            <a:off x="1871502" y="2884900"/>
            <a:ext cx="1375036" cy="7561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697F304-D041-49CB-B218-B2185CF8D9A1}"/>
              </a:ext>
            </a:extLst>
          </p:cNvPr>
          <p:cNvSpPr/>
          <p:nvPr/>
        </p:nvSpPr>
        <p:spPr>
          <a:xfrm>
            <a:off x="1871502" y="3661105"/>
            <a:ext cx="1375036" cy="7561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EC95BDB-CEBF-4B88-9A2D-0C7D86BBFEEA}"/>
              </a:ext>
            </a:extLst>
          </p:cNvPr>
          <p:cNvSpPr/>
          <p:nvPr/>
        </p:nvSpPr>
        <p:spPr>
          <a:xfrm>
            <a:off x="1871502" y="4437312"/>
            <a:ext cx="1375036" cy="7561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7BFC9D15-29C9-4438-918E-3C401473F835}"/>
              </a:ext>
            </a:extLst>
          </p:cNvPr>
          <p:cNvSpPr/>
          <p:nvPr/>
        </p:nvSpPr>
        <p:spPr>
          <a:xfrm>
            <a:off x="456709" y="2108693"/>
            <a:ext cx="1375036" cy="7561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r>
              <a:rPr lang="en-US" sz="1203" b="1" dirty="0">
                <a:solidFill>
                  <a:schemeClr val="tx1"/>
                </a:solidFill>
                <a:latin typeface="+mj-lt"/>
                <a:cs typeface="Poppins" panose="00000500000000000000" pitchFamily="50" charset="0"/>
              </a:rPr>
              <a:t>Week One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B514899A-7C54-46C3-86D1-A0E67C84D33F}"/>
              </a:ext>
            </a:extLst>
          </p:cNvPr>
          <p:cNvSpPr/>
          <p:nvPr/>
        </p:nvSpPr>
        <p:spPr>
          <a:xfrm>
            <a:off x="456709" y="2884900"/>
            <a:ext cx="1375036" cy="7561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r>
              <a:rPr lang="en-US" sz="1203" b="1" dirty="0">
                <a:solidFill>
                  <a:schemeClr val="tx1"/>
                </a:solidFill>
                <a:latin typeface="+mj-lt"/>
                <a:cs typeface="Poppins" panose="00000500000000000000" pitchFamily="50" charset="0"/>
              </a:rPr>
              <a:t>Week Two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444C599B-A5B0-4C2D-B18D-8DDDD07C3465}"/>
              </a:ext>
            </a:extLst>
          </p:cNvPr>
          <p:cNvSpPr/>
          <p:nvPr/>
        </p:nvSpPr>
        <p:spPr>
          <a:xfrm>
            <a:off x="456709" y="3661105"/>
            <a:ext cx="1375036" cy="7561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r>
              <a:rPr lang="en-US" sz="1203" b="1" dirty="0">
                <a:solidFill>
                  <a:schemeClr val="tx1"/>
                </a:solidFill>
                <a:latin typeface="+mj-lt"/>
                <a:cs typeface="Poppins" panose="00000500000000000000" pitchFamily="50" charset="0"/>
              </a:rPr>
              <a:t>Week Three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B106AFB5-F14C-49FB-AD94-64EAAC2DEA08}"/>
              </a:ext>
            </a:extLst>
          </p:cNvPr>
          <p:cNvSpPr/>
          <p:nvPr/>
        </p:nvSpPr>
        <p:spPr>
          <a:xfrm>
            <a:off x="456709" y="4437312"/>
            <a:ext cx="1375036" cy="7561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r>
              <a:rPr lang="en-US" sz="1203" b="1" dirty="0">
                <a:solidFill>
                  <a:schemeClr val="tx1"/>
                </a:solidFill>
                <a:latin typeface="+mj-lt"/>
                <a:cs typeface="Poppins" panose="00000500000000000000" pitchFamily="50" charset="0"/>
              </a:rPr>
              <a:t>Week Four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90F53006-8476-4CB8-9A68-CA2C023FBA76}"/>
              </a:ext>
            </a:extLst>
          </p:cNvPr>
          <p:cNvSpPr/>
          <p:nvPr/>
        </p:nvSpPr>
        <p:spPr>
          <a:xfrm>
            <a:off x="3286294" y="2108693"/>
            <a:ext cx="1375036" cy="7561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D8501D4F-E563-4D1F-B952-9A7DEE35292B}"/>
              </a:ext>
            </a:extLst>
          </p:cNvPr>
          <p:cNvSpPr/>
          <p:nvPr/>
        </p:nvSpPr>
        <p:spPr>
          <a:xfrm>
            <a:off x="3286294" y="2884900"/>
            <a:ext cx="1375036" cy="7561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CB25B6AF-2C83-4E6F-ADBD-969133AAD6AF}"/>
              </a:ext>
            </a:extLst>
          </p:cNvPr>
          <p:cNvSpPr/>
          <p:nvPr/>
        </p:nvSpPr>
        <p:spPr>
          <a:xfrm>
            <a:off x="3286294" y="3661105"/>
            <a:ext cx="1375036" cy="7561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9868C2E2-46EC-4181-84F4-9AD190A6EE68}"/>
              </a:ext>
            </a:extLst>
          </p:cNvPr>
          <p:cNvSpPr/>
          <p:nvPr/>
        </p:nvSpPr>
        <p:spPr>
          <a:xfrm>
            <a:off x="3286294" y="4437312"/>
            <a:ext cx="1375036" cy="7561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8DBD2437-E6E6-4BB7-97DC-5F552335E04D}"/>
              </a:ext>
            </a:extLst>
          </p:cNvPr>
          <p:cNvSpPr/>
          <p:nvPr/>
        </p:nvSpPr>
        <p:spPr>
          <a:xfrm>
            <a:off x="4701086" y="2108693"/>
            <a:ext cx="1375036" cy="7561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B7ABC71D-30DF-4612-B229-A8EE4C105321}"/>
              </a:ext>
            </a:extLst>
          </p:cNvPr>
          <p:cNvSpPr/>
          <p:nvPr/>
        </p:nvSpPr>
        <p:spPr>
          <a:xfrm>
            <a:off x="4701086" y="2884900"/>
            <a:ext cx="1375036" cy="7561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64A9033-CA49-4BC2-9827-89FEBC48F5C1}"/>
              </a:ext>
            </a:extLst>
          </p:cNvPr>
          <p:cNvSpPr/>
          <p:nvPr/>
        </p:nvSpPr>
        <p:spPr>
          <a:xfrm>
            <a:off x="4701086" y="3661105"/>
            <a:ext cx="1375036" cy="7561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3757DBA1-184D-4A17-8E3B-AB7A7D5FE541}"/>
              </a:ext>
            </a:extLst>
          </p:cNvPr>
          <p:cNvSpPr/>
          <p:nvPr/>
        </p:nvSpPr>
        <p:spPr>
          <a:xfrm>
            <a:off x="4701086" y="4437312"/>
            <a:ext cx="1375036" cy="7561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43127D2C-9125-4D85-B455-04BC42A26FB4}"/>
              </a:ext>
            </a:extLst>
          </p:cNvPr>
          <p:cNvSpPr/>
          <p:nvPr/>
        </p:nvSpPr>
        <p:spPr>
          <a:xfrm>
            <a:off x="6115878" y="2108693"/>
            <a:ext cx="1375036" cy="7561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2E667D0B-A0BC-4F9E-9257-C29C4CEA9E67}"/>
              </a:ext>
            </a:extLst>
          </p:cNvPr>
          <p:cNvSpPr/>
          <p:nvPr/>
        </p:nvSpPr>
        <p:spPr>
          <a:xfrm>
            <a:off x="6115878" y="2884900"/>
            <a:ext cx="1375036" cy="7561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AEC32BC4-84D7-439D-821B-A6F53814E970}"/>
              </a:ext>
            </a:extLst>
          </p:cNvPr>
          <p:cNvSpPr/>
          <p:nvPr/>
        </p:nvSpPr>
        <p:spPr>
          <a:xfrm>
            <a:off x="6115878" y="3661105"/>
            <a:ext cx="1375036" cy="7561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4572A6A8-0F2E-4BBE-AB59-7E9A95A95896}"/>
              </a:ext>
            </a:extLst>
          </p:cNvPr>
          <p:cNvSpPr/>
          <p:nvPr/>
        </p:nvSpPr>
        <p:spPr>
          <a:xfrm>
            <a:off x="6115878" y="4437312"/>
            <a:ext cx="1375036" cy="7561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8F4B28DC-47BB-45BF-9F50-A004E4DC99BA}"/>
              </a:ext>
            </a:extLst>
          </p:cNvPr>
          <p:cNvSpPr/>
          <p:nvPr/>
        </p:nvSpPr>
        <p:spPr>
          <a:xfrm>
            <a:off x="7530671" y="2108693"/>
            <a:ext cx="1375036" cy="7561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CC33652A-556D-40E9-BC1B-2C12CEA26DC1}"/>
              </a:ext>
            </a:extLst>
          </p:cNvPr>
          <p:cNvSpPr/>
          <p:nvPr/>
        </p:nvSpPr>
        <p:spPr>
          <a:xfrm>
            <a:off x="7530671" y="2884900"/>
            <a:ext cx="1375036" cy="7561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021089B2-C61F-470C-98FF-AC25FC81149F}"/>
              </a:ext>
            </a:extLst>
          </p:cNvPr>
          <p:cNvSpPr/>
          <p:nvPr/>
        </p:nvSpPr>
        <p:spPr>
          <a:xfrm>
            <a:off x="7530671" y="3661105"/>
            <a:ext cx="1375036" cy="7561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BAFA905E-88B8-41C3-B15E-4D8AC43446EB}"/>
              </a:ext>
            </a:extLst>
          </p:cNvPr>
          <p:cNvSpPr/>
          <p:nvPr/>
        </p:nvSpPr>
        <p:spPr>
          <a:xfrm>
            <a:off x="7530671" y="4437312"/>
            <a:ext cx="1375036" cy="7561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D8CA4907-37C2-4D01-B471-8D12B22ED4FD}"/>
              </a:ext>
            </a:extLst>
          </p:cNvPr>
          <p:cNvSpPr/>
          <p:nvPr/>
        </p:nvSpPr>
        <p:spPr>
          <a:xfrm>
            <a:off x="8945464" y="2108693"/>
            <a:ext cx="1375036" cy="7561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1C5106FD-CBC7-4694-976B-A6A1832A2926}"/>
              </a:ext>
            </a:extLst>
          </p:cNvPr>
          <p:cNvSpPr/>
          <p:nvPr/>
        </p:nvSpPr>
        <p:spPr>
          <a:xfrm>
            <a:off x="8945464" y="2884900"/>
            <a:ext cx="1375036" cy="7561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C73A0FBC-FF60-4848-B9DE-51D33748E83F}"/>
              </a:ext>
            </a:extLst>
          </p:cNvPr>
          <p:cNvSpPr/>
          <p:nvPr/>
        </p:nvSpPr>
        <p:spPr>
          <a:xfrm>
            <a:off x="8945464" y="3661105"/>
            <a:ext cx="1375036" cy="7561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CC66F3C7-BAF3-473F-BC04-F245A16749C3}"/>
              </a:ext>
            </a:extLst>
          </p:cNvPr>
          <p:cNvSpPr/>
          <p:nvPr/>
        </p:nvSpPr>
        <p:spPr>
          <a:xfrm>
            <a:off x="8945464" y="4437312"/>
            <a:ext cx="1375036" cy="7561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67F6946-B82C-47C9-9284-9F55E6A4B11B}"/>
              </a:ext>
            </a:extLst>
          </p:cNvPr>
          <p:cNvSpPr/>
          <p:nvPr/>
        </p:nvSpPr>
        <p:spPr>
          <a:xfrm>
            <a:off x="10360256" y="2108693"/>
            <a:ext cx="1375036" cy="7561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D3B11A14-75F3-458F-8AC7-E574AC261602}"/>
              </a:ext>
            </a:extLst>
          </p:cNvPr>
          <p:cNvSpPr/>
          <p:nvPr/>
        </p:nvSpPr>
        <p:spPr>
          <a:xfrm>
            <a:off x="10360256" y="2884900"/>
            <a:ext cx="1375036" cy="7561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5737708C-C0B6-4795-A0F4-B40A924806B0}"/>
              </a:ext>
            </a:extLst>
          </p:cNvPr>
          <p:cNvSpPr/>
          <p:nvPr/>
        </p:nvSpPr>
        <p:spPr>
          <a:xfrm>
            <a:off x="10360256" y="3661105"/>
            <a:ext cx="1375036" cy="7561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BC816691-0CF9-439C-B41B-BFD6EA059F66}"/>
              </a:ext>
            </a:extLst>
          </p:cNvPr>
          <p:cNvSpPr/>
          <p:nvPr/>
        </p:nvSpPr>
        <p:spPr>
          <a:xfrm>
            <a:off x="10360256" y="4437312"/>
            <a:ext cx="1375036" cy="7561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9A441769-93BA-4427-A479-9A517EF1DD81}"/>
              </a:ext>
            </a:extLst>
          </p:cNvPr>
          <p:cNvSpPr/>
          <p:nvPr/>
        </p:nvSpPr>
        <p:spPr>
          <a:xfrm>
            <a:off x="1871502" y="1400310"/>
            <a:ext cx="1375036" cy="6613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Monday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F66481F8-A5EE-49DA-87AE-8A461601A188}"/>
              </a:ext>
            </a:extLst>
          </p:cNvPr>
          <p:cNvSpPr/>
          <p:nvPr/>
        </p:nvSpPr>
        <p:spPr>
          <a:xfrm>
            <a:off x="3286294" y="1400310"/>
            <a:ext cx="1375036" cy="66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Tuesday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39825E92-5A9C-4B78-8F2C-AE288C5A2FEA}"/>
              </a:ext>
            </a:extLst>
          </p:cNvPr>
          <p:cNvSpPr/>
          <p:nvPr/>
        </p:nvSpPr>
        <p:spPr>
          <a:xfrm>
            <a:off x="4701086" y="1400310"/>
            <a:ext cx="1375036" cy="66138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Wednesday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6B878F62-7C64-43A6-900A-545AEF3F1B05}"/>
              </a:ext>
            </a:extLst>
          </p:cNvPr>
          <p:cNvSpPr/>
          <p:nvPr/>
        </p:nvSpPr>
        <p:spPr>
          <a:xfrm>
            <a:off x="6115878" y="1400310"/>
            <a:ext cx="1375036" cy="66138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Thursday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13383377-C513-464C-BF3D-4F66F2285EE1}"/>
              </a:ext>
            </a:extLst>
          </p:cNvPr>
          <p:cNvSpPr/>
          <p:nvPr/>
        </p:nvSpPr>
        <p:spPr>
          <a:xfrm>
            <a:off x="7530671" y="1400310"/>
            <a:ext cx="1375036" cy="6613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Friday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B97D0921-03EC-4B5D-BB75-4E14EDF7C5D2}"/>
              </a:ext>
            </a:extLst>
          </p:cNvPr>
          <p:cNvSpPr/>
          <p:nvPr/>
        </p:nvSpPr>
        <p:spPr>
          <a:xfrm>
            <a:off x="8945464" y="1400310"/>
            <a:ext cx="1375036" cy="6613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Saturday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98C982B-7D40-49A9-9C5A-5CEFB4064053}"/>
              </a:ext>
            </a:extLst>
          </p:cNvPr>
          <p:cNvSpPr/>
          <p:nvPr/>
        </p:nvSpPr>
        <p:spPr>
          <a:xfrm>
            <a:off x="10360256" y="1400310"/>
            <a:ext cx="1375036" cy="66138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Sunday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CD0DE188-E1E1-4490-B544-EDC1529A13F2}"/>
              </a:ext>
            </a:extLst>
          </p:cNvPr>
          <p:cNvSpPr/>
          <p:nvPr/>
        </p:nvSpPr>
        <p:spPr>
          <a:xfrm>
            <a:off x="1871502" y="1400310"/>
            <a:ext cx="1375036" cy="290217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F852594E-2B43-46D9-B494-D5BA837E780C}"/>
              </a:ext>
            </a:extLst>
          </p:cNvPr>
          <p:cNvSpPr/>
          <p:nvPr/>
        </p:nvSpPr>
        <p:spPr>
          <a:xfrm>
            <a:off x="3286294" y="1400310"/>
            <a:ext cx="1375036" cy="290217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6F40269A-13B9-4333-BFDF-B722EC74AF58}"/>
              </a:ext>
            </a:extLst>
          </p:cNvPr>
          <p:cNvSpPr/>
          <p:nvPr/>
        </p:nvSpPr>
        <p:spPr>
          <a:xfrm>
            <a:off x="4701086" y="1400310"/>
            <a:ext cx="1375036" cy="290217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3CEF01A-E177-43AF-AE0B-F92A62170B7A}"/>
              </a:ext>
            </a:extLst>
          </p:cNvPr>
          <p:cNvSpPr/>
          <p:nvPr/>
        </p:nvSpPr>
        <p:spPr>
          <a:xfrm>
            <a:off x="6115877" y="1400310"/>
            <a:ext cx="1375036" cy="290217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2CCC175A-6490-412A-BAD5-E51115B3D1F6}"/>
              </a:ext>
            </a:extLst>
          </p:cNvPr>
          <p:cNvSpPr/>
          <p:nvPr/>
        </p:nvSpPr>
        <p:spPr>
          <a:xfrm>
            <a:off x="7530669" y="1400310"/>
            <a:ext cx="1375036" cy="290217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6937CE23-21C9-4765-8FA2-4C9A80C92A03}"/>
              </a:ext>
            </a:extLst>
          </p:cNvPr>
          <p:cNvSpPr/>
          <p:nvPr/>
        </p:nvSpPr>
        <p:spPr>
          <a:xfrm>
            <a:off x="8945464" y="1400310"/>
            <a:ext cx="1375036" cy="290217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42A949C1-2B3B-4446-A28B-1B8821CF06BF}"/>
              </a:ext>
            </a:extLst>
          </p:cNvPr>
          <p:cNvSpPr/>
          <p:nvPr/>
        </p:nvSpPr>
        <p:spPr>
          <a:xfrm>
            <a:off x="10360256" y="1400310"/>
            <a:ext cx="1375036" cy="290217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4293131-87E7-4CE4-8731-9ED7527A6597}"/>
              </a:ext>
            </a:extLst>
          </p:cNvPr>
          <p:cNvGrpSpPr/>
          <p:nvPr/>
        </p:nvGrpSpPr>
        <p:grpSpPr>
          <a:xfrm>
            <a:off x="2410171" y="2337236"/>
            <a:ext cx="287912" cy="287912"/>
            <a:chOff x="2509475" y="2880199"/>
            <a:chExt cx="287912" cy="287912"/>
          </a:xfrm>
        </p:grpSpPr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60511A21-FD3A-4860-9D8D-A639F48394C4}"/>
                </a:ext>
              </a:extLst>
            </p:cNvPr>
            <p:cNvSpPr/>
            <p:nvPr/>
          </p:nvSpPr>
          <p:spPr>
            <a:xfrm>
              <a:off x="2509475" y="2880199"/>
              <a:ext cx="287912" cy="28791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218" name="Freeform 26">
              <a:extLst>
                <a:ext uri="{FF2B5EF4-FFF2-40B4-BE49-F238E27FC236}">
                  <a16:creationId xmlns:a16="http://schemas.microsoft.com/office/drawing/2014/main" id="{B8D52D4F-E893-47C5-A2C2-4F24FD4A7F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21" y="2967371"/>
              <a:ext cx="109014" cy="113058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sp>
        <p:nvSpPr>
          <p:cNvPr id="220" name="Oval 219">
            <a:extLst>
              <a:ext uri="{FF2B5EF4-FFF2-40B4-BE49-F238E27FC236}">
                <a16:creationId xmlns:a16="http://schemas.microsoft.com/office/drawing/2014/main" id="{AEEEF09B-7C37-4EBE-A7C9-1D57043459CC}"/>
              </a:ext>
            </a:extLst>
          </p:cNvPr>
          <p:cNvSpPr/>
          <p:nvPr/>
        </p:nvSpPr>
        <p:spPr>
          <a:xfrm>
            <a:off x="2410171" y="3895200"/>
            <a:ext cx="287912" cy="28791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FC507288-2812-45CF-8FAE-23FC309A4889}"/>
              </a:ext>
            </a:extLst>
          </p:cNvPr>
          <p:cNvGrpSpPr/>
          <p:nvPr/>
        </p:nvGrpSpPr>
        <p:grpSpPr>
          <a:xfrm>
            <a:off x="3829856" y="3118995"/>
            <a:ext cx="287912" cy="287912"/>
            <a:chOff x="2509475" y="2880199"/>
            <a:chExt cx="287912" cy="287912"/>
          </a:xfrm>
        </p:grpSpPr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40431386-13A2-4BD8-B267-08E0C0622119}"/>
                </a:ext>
              </a:extLst>
            </p:cNvPr>
            <p:cNvSpPr/>
            <p:nvPr/>
          </p:nvSpPr>
          <p:spPr>
            <a:xfrm>
              <a:off x="2509475" y="2880199"/>
              <a:ext cx="287912" cy="28791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224" name="Freeform 26">
              <a:extLst>
                <a:ext uri="{FF2B5EF4-FFF2-40B4-BE49-F238E27FC236}">
                  <a16:creationId xmlns:a16="http://schemas.microsoft.com/office/drawing/2014/main" id="{09F5D7CD-B746-4FA1-96BB-21236DD5D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21" y="2967371"/>
              <a:ext cx="109014" cy="113058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sp>
        <p:nvSpPr>
          <p:cNvPr id="226" name="Oval 225">
            <a:extLst>
              <a:ext uri="{FF2B5EF4-FFF2-40B4-BE49-F238E27FC236}">
                <a16:creationId xmlns:a16="http://schemas.microsoft.com/office/drawing/2014/main" id="{359A9300-88B5-4BB9-8912-F2FCCD78F417}"/>
              </a:ext>
            </a:extLst>
          </p:cNvPr>
          <p:cNvSpPr/>
          <p:nvPr/>
        </p:nvSpPr>
        <p:spPr>
          <a:xfrm>
            <a:off x="3829856" y="4671407"/>
            <a:ext cx="287912" cy="2879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B0546802-1A66-4CAA-AB72-06B66719F752}"/>
              </a:ext>
            </a:extLst>
          </p:cNvPr>
          <p:cNvSpPr/>
          <p:nvPr/>
        </p:nvSpPr>
        <p:spPr>
          <a:xfrm>
            <a:off x="5244648" y="4671407"/>
            <a:ext cx="287912" cy="2879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3BE161C5-9B5B-47E2-B12E-D0A45352A78E}"/>
              </a:ext>
            </a:extLst>
          </p:cNvPr>
          <p:cNvSpPr/>
          <p:nvPr/>
        </p:nvSpPr>
        <p:spPr>
          <a:xfrm>
            <a:off x="5244648" y="3895200"/>
            <a:ext cx="287912" cy="2879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FF77FD58-E5F6-4026-B362-7DEB4A90A6A2}"/>
              </a:ext>
            </a:extLst>
          </p:cNvPr>
          <p:cNvGrpSpPr/>
          <p:nvPr/>
        </p:nvGrpSpPr>
        <p:grpSpPr>
          <a:xfrm>
            <a:off x="6659439" y="2337236"/>
            <a:ext cx="287912" cy="287912"/>
            <a:chOff x="2509475" y="2880199"/>
            <a:chExt cx="287912" cy="287912"/>
          </a:xfrm>
        </p:grpSpPr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291F7770-5B96-49CB-ADC2-65FD6667897A}"/>
                </a:ext>
              </a:extLst>
            </p:cNvPr>
            <p:cNvSpPr/>
            <p:nvPr/>
          </p:nvSpPr>
          <p:spPr>
            <a:xfrm>
              <a:off x="2509475" y="2880199"/>
              <a:ext cx="287912" cy="28791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236" name="Freeform 26">
              <a:extLst>
                <a:ext uri="{FF2B5EF4-FFF2-40B4-BE49-F238E27FC236}">
                  <a16:creationId xmlns:a16="http://schemas.microsoft.com/office/drawing/2014/main" id="{292DA13C-87F1-4EC4-8ACA-F3451617B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21" y="2967371"/>
              <a:ext cx="109014" cy="113058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B29BC9EF-E4F5-4E38-90CA-829571311FBD}"/>
              </a:ext>
            </a:extLst>
          </p:cNvPr>
          <p:cNvGrpSpPr/>
          <p:nvPr/>
        </p:nvGrpSpPr>
        <p:grpSpPr>
          <a:xfrm>
            <a:off x="6662205" y="3118995"/>
            <a:ext cx="287912" cy="287912"/>
            <a:chOff x="2509475" y="2880199"/>
            <a:chExt cx="287912" cy="287912"/>
          </a:xfrm>
        </p:grpSpPr>
        <p:sp>
          <p:nvSpPr>
            <p:cNvPr id="238" name="Oval 237">
              <a:extLst>
                <a:ext uri="{FF2B5EF4-FFF2-40B4-BE49-F238E27FC236}">
                  <a16:creationId xmlns:a16="http://schemas.microsoft.com/office/drawing/2014/main" id="{DF71D0C9-EB46-4AE2-BD01-65479E0E19EA}"/>
                </a:ext>
              </a:extLst>
            </p:cNvPr>
            <p:cNvSpPr/>
            <p:nvPr/>
          </p:nvSpPr>
          <p:spPr>
            <a:xfrm>
              <a:off x="2509475" y="2880199"/>
              <a:ext cx="287912" cy="28791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239" name="Freeform 26">
              <a:extLst>
                <a:ext uri="{FF2B5EF4-FFF2-40B4-BE49-F238E27FC236}">
                  <a16:creationId xmlns:a16="http://schemas.microsoft.com/office/drawing/2014/main" id="{2A595186-8D7C-4073-8188-0473674EF1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21" y="2967371"/>
              <a:ext cx="109014" cy="113058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236B7089-F9BF-4CCE-88E3-8630E4DFE9B1}"/>
              </a:ext>
            </a:extLst>
          </p:cNvPr>
          <p:cNvGrpSpPr/>
          <p:nvPr/>
        </p:nvGrpSpPr>
        <p:grpSpPr>
          <a:xfrm>
            <a:off x="8074231" y="3118995"/>
            <a:ext cx="287912" cy="287912"/>
            <a:chOff x="2509475" y="2880199"/>
            <a:chExt cx="287912" cy="287912"/>
          </a:xfrm>
        </p:grpSpPr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F1F6C603-CA69-4253-87E5-03353AA4842F}"/>
                </a:ext>
              </a:extLst>
            </p:cNvPr>
            <p:cNvSpPr/>
            <p:nvPr/>
          </p:nvSpPr>
          <p:spPr>
            <a:xfrm>
              <a:off x="2509475" y="2880199"/>
              <a:ext cx="287912" cy="28791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242" name="Freeform 26">
              <a:extLst>
                <a:ext uri="{FF2B5EF4-FFF2-40B4-BE49-F238E27FC236}">
                  <a16:creationId xmlns:a16="http://schemas.microsoft.com/office/drawing/2014/main" id="{4793C4D5-8B3F-45D2-820D-E0D62DFAF9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21" y="2967371"/>
              <a:ext cx="109014" cy="113058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sp>
        <p:nvSpPr>
          <p:cNvPr id="243" name="Oval 242">
            <a:extLst>
              <a:ext uri="{FF2B5EF4-FFF2-40B4-BE49-F238E27FC236}">
                <a16:creationId xmlns:a16="http://schemas.microsoft.com/office/drawing/2014/main" id="{B0C90BF8-A8B8-43C8-9D6E-ECA183515F64}"/>
              </a:ext>
            </a:extLst>
          </p:cNvPr>
          <p:cNvSpPr/>
          <p:nvPr/>
        </p:nvSpPr>
        <p:spPr>
          <a:xfrm>
            <a:off x="8074228" y="3895200"/>
            <a:ext cx="287912" cy="28791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794811C8-C11F-470D-B168-7060C9611110}"/>
              </a:ext>
            </a:extLst>
          </p:cNvPr>
          <p:cNvSpPr/>
          <p:nvPr/>
        </p:nvSpPr>
        <p:spPr>
          <a:xfrm>
            <a:off x="9489026" y="4671407"/>
            <a:ext cx="287912" cy="28791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6E9E5FF5-2B39-477D-9C13-9A20922C146A}"/>
              </a:ext>
            </a:extLst>
          </p:cNvPr>
          <p:cNvGrpSpPr/>
          <p:nvPr/>
        </p:nvGrpSpPr>
        <p:grpSpPr>
          <a:xfrm>
            <a:off x="9489026" y="2337236"/>
            <a:ext cx="287912" cy="287912"/>
            <a:chOff x="2509475" y="2880199"/>
            <a:chExt cx="287912" cy="287912"/>
          </a:xfrm>
        </p:grpSpPr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4071E1FF-CE7C-42EF-9B16-C06F2A727C78}"/>
                </a:ext>
              </a:extLst>
            </p:cNvPr>
            <p:cNvSpPr/>
            <p:nvPr/>
          </p:nvSpPr>
          <p:spPr>
            <a:xfrm>
              <a:off x="2509475" y="2880199"/>
              <a:ext cx="287912" cy="28791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247" name="Freeform 26">
              <a:extLst>
                <a:ext uri="{FF2B5EF4-FFF2-40B4-BE49-F238E27FC236}">
                  <a16:creationId xmlns:a16="http://schemas.microsoft.com/office/drawing/2014/main" id="{73FBDAA2-2F46-4992-9270-9F2EAEA8F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21" y="2967371"/>
              <a:ext cx="109014" cy="113058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sp>
        <p:nvSpPr>
          <p:cNvPr id="248" name="Oval 247">
            <a:extLst>
              <a:ext uri="{FF2B5EF4-FFF2-40B4-BE49-F238E27FC236}">
                <a16:creationId xmlns:a16="http://schemas.microsoft.com/office/drawing/2014/main" id="{ACB86352-4DC6-4E92-92EF-DF4583D31882}"/>
              </a:ext>
            </a:extLst>
          </p:cNvPr>
          <p:cNvSpPr/>
          <p:nvPr/>
        </p:nvSpPr>
        <p:spPr>
          <a:xfrm>
            <a:off x="10920290" y="4671407"/>
            <a:ext cx="287912" cy="287912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249" name="Oval 248">
            <a:extLst>
              <a:ext uri="{FF2B5EF4-FFF2-40B4-BE49-F238E27FC236}">
                <a16:creationId xmlns:a16="http://schemas.microsoft.com/office/drawing/2014/main" id="{AA2530CB-96D0-4C5F-B637-9C1A1CB5B442}"/>
              </a:ext>
            </a:extLst>
          </p:cNvPr>
          <p:cNvSpPr/>
          <p:nvPr/>
        </p:nvSpPr>
        <p:spPr>
          <a:xfrm>
            <a:off x="10920290" y="3895200"/>
            <a:ext cx="287912" cy="287912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250" name="Freeform 105">
            <a:extLst>
              <a:ext uri="{FF2B5EF4-FFF2-40B4-BE49-F238E27FC236}">
                <a16:creationId xmlns:a16="http://schemas.microsoft.com/office/drawing/2014/main" id="{CA943376-5EAB-457E-BD94-8337FE134B50}"/>
              </a:ext>
            </a:extLst>
          </p:cNvPr>
          <p:cNvSpPr>
            <a:spLocks/>
          </p:cNvSpPr>
          <p:nvPr/>
        </p:nvSpPr>
        <p:spPr bwMode="auto">
          <a:xfrm>
            <a:off x="2492331" y="3977363"/>
            <a:ext cx="123586" cy="123586"/>
          </a:xfrm>
          <a:custGeom>
            <a:avLst/>
            <a:gdLst/>
            <a:ahLst/>
            <a:cxnLst>
              <a:cxn ang="0">
                <a:pos x="255" y="58"/>
              </a:cxn>
              <a:cxn ang="0">
                <a:pos x="257" y="53"/>
              </a:cxn>
              <a:cxn ang="0">
                <a:pos x="262" y="38"/>
              </a:cxn>
              <a:cxn ang="0">
                <a:pos x="257" y="24"/>
              </a:cxn>
              <a:cxn ang="0">
                <a:pos x="244" y="9"/>
              </a:cxn>
              <a:cxn ang="0">
                <a:pos x="241" y="5"/>
              </a:cxn>
              <a:cxn ang="0">
                <a:pos x="224" y="0"/>
              </a:cxn>
              <a:cxn ang="0">
                <a:pos x="210" y="5"/>
              </a:cxn>
              <a:cxn ang="0">
                <a:pos x="132" y="82"/>
              </a:cxn>
              <a:cxn ang="0">
                <a:pos x="58" y="9"/>
              </a:cxn>
              <a:cxn ang="0">
                <a:pos x="49" y="2"/>
              </a:cxn>
              <a:cxn ang="0">
                <a:pos x="27" y="2"/>
              </a:cxn>
              <a:cxn ang="0">
                <a:pos x="18" y="9"/>
              </a:cxn>
              <a:cxn ang="0">
                <a:pos x="9" y="18"/>
              </a:cxn>
              <a:cxn ang="0">
                <a:pos x="3" y="27"/>
              </a:cxn>
              <a:cxn ang="0">
                <a:pos x="3" y="49"/>
              </a:cxn>
              <a:cxn ang="0">
                <a:pos x="9" y="58"/>
              </a:cxn>
              <a:cxn ang="0">
                <a:pos x="9" y="205"/>
              </a:cxn>
              <a:cxn ang="0">
                <a:pos x="5" y="210"/>
              </a:cxn>
              <a:cxn ang="0">
                <a:pos x="0" y="225"/>
              </a:cxn>
              <a:cxn ang="0">
                <a:pos x="5" y="241"/>
              </a:cxn>
              <a:cxn ang="0">
                <a:pos x="18" y="254"/>
              </a:cxn>
              <a:cxn ang="0">
                <a:pos x="23" y="257"/>
              </a:cxn>
              <a:cxn ang="0">
                <a:pos x="38" y="263"/>
              </a:cxn>
              <a:cxn ang="0">
                <a:pos x="54" y="257"/>
              </a:cxn>
              <a:cxn ang="0">
                <a:pos x="132" y="181"/>
              </a:cxn>
              <a:cxn ang="0">
                <a:pos x="204" y="254"/>
              </a:cxn>
              <a:cxn ang="0">
                <a:pos x="214" y="261"/>
              </a:cxn>
              <a:cxn ang="0">
                <a:pos x="235" y="261"/>
              </a:cxn>
              <a:cxn ang="0">
                <a:pos x="244" y="254"/>
              </a:cxn>
              <a:cxn ang="0">
                <a:pos x="255" y="245"/>
              </a:cxn>
              <a:cxn ang="0">
                <a:pos x="261" y="236"/>
              </a:cxn>
              <a:cxn ang="0">
                <a:pos x="261" y="214"/>
              </a:cxn>
              <a:cxn ang="0">
                <a:pos x="255" y="205"/>
              </a:cxn>
            </a:cxnLst>
            <a:rect l="0" t="0" r="r" b="b"/>
            <a:pathLst>
              <a:path w="262" h="263">
                <a:moveTo>
                  <a:pt x="181" y="132"/>
                </a:moveTo>
                <a:lnTo>
                  <a:pt x="255" y="58"/>
                </a:lnTo>
                <a:lnTo>
                  <a:pt x="255" y="58"/>
                </a:lnTo>
                <a:lnTo>
                  <a:pt x="257" y="53"/>
                </a:lnTo>
                <a:lnTo>
                  <a:pt x="261" y="49"/>
                </a:lnTo>
                <a:lnTo>
                  <a:pt x="262" y="38"/>
                </a:lnTo>
                <a:lnTo>
                  <a:pt x="261" y="27"/>
                </a:lnTo>
                <a:lnTo>
                  <a:pt x="257" y="24"/>
                </a:lnTo>
                <a:lnTo>
                  <a:pt x="255" y="18"/>
                </a:lnTo>
                <a:lnTo>
                  <a:pt x="244" y="9"/>
                </a:lnTo>
                <a:lnTo>
                  <a:pt x="244" y="9"/>
                </a:lnTo>
                <a:lnTo>
                  <a:pt x="241" y="5"/>
                </a:lnTo>
                <a:lnTo>
                  <a:pt x="235" y="2"/>
                </a:lnTo>
                <a:lnTo>
                  <a:pt x="224" y="0"/>
                </a:lnTo>
                <a:lnTo>
                  <a:pt x="214" y="2"/>
                </a:lnTo>
                <a:lnTo>
                  <a:pt x="210" y="5"/>
                </a:lnTo>
                <a:lnTo>
                  <a:pt x="204" y="9"/>
                </a:lnTo>
                <a:lnTo>
                  <a:pt x="132" y="82"/>
                </a:lnTo>
                <a:lnTo>
                  <a:pt x="58" y="9"/>
                </a:lnTo>
                <a:lnTo>
                  <a:pt x="58" y="9"/>
                </a:lnTo>
                <a:lnTo>
                  <a:pt x="54" y="5"/>
                </a:lnTo>
                <a:lnTo>
                  <a:pt x="49" y="2"/>
                </a:lnTo>
                <a:lnTo>
                  <a:pt x="38" y="0"/>
                </a:lnTo>
                <a:lnTo>
                  <a:pt x="27" y="2"/>
                </a:lnTo>
                <a:lnTo>
                  <a:pt x="23" y="5"/>
                </a:lnTo>
                <a:lnTo>
                  <a:pt x="18" y="9"/>
                </a:lnTo>
                <a:lnTo>
                  <a:pt x="9" y="18"/>
                </a:lnTo>
                <a:lnTo>
                  <a:pt x="9" y="18"/>
                </a:lnTo>
                <a:lnTo>
                  <a:pt x="5" y="24"/>
                </a:lnTo>
                <a:lnTo>
                  <a:pt x="3" y="27"/>
                </a:lnTo>
                <a:lnTo>
                  <a:pt x="0" y="38"/>
                </a:lnTo>
                <a:lnTo>
                  <a:pt x="3" y="49"/>
                </a:lnTo>
                <a:lnTo>
                  <a:pt x="5" y="53"/>
                </a:lnTo>
                <a:lnTo>
                  <a:pt x="9" y="58"/>
                </a:lnTo>
                <a:lnTo>
                  <a:pt x="83" y="132"/>
                </a:lnTo>
                <a:lnTo>
                  <a:pt x="9" y="205"/>
                </a:lnTo>
                <a:lnTo>
                  <a:pt x="9" y="205"/>
                </a:lnTo>
                <a:lnTo>
                  <a:pt x="5" y="210"/>
                </a:lnTo>
                <a:lnTo>
                  <a:pt x="3" y="214"/>
                </a:lnTo>
                <a:lnTo>
                  <a:pt x="0" y="225"/>
                </a:lnTo>
                <a:lnTo>
                  <a:pt x="3" y="236"/>
                </a:lnTo>
                <a:lnTo>
                  <a:pt x="5" y="241"/>
                </a:lnTo>
                <a:lnTo>
                  <a:pt x="9" y="245"/>
                </a:lnTo>
                <a:lnTo>
                  <a:pt x="18" y="254"/>
                </a:lnTo>
                <a:lnTo>
                  <a:pt x="18" y="254"/>
                </a:lnTo>
                <a:lnTo>
                  <a:pt x="23" y="257"/>
                </a:lnTo>
                <a:lnTo>
                  <a:pt x="27" y="261"/>
                </a:lnTo>
                <a:lnTo>
                  <a:pt x="38" y="263"/>
                </a:lnTo>
                <a:lnTo>
                  <a:pt x="49" y="261"/>
                </a:lnTo>
                <a:lnTo>
                  <a:pt x="54" y="257"/>
                </a:lnTo>
                <a:lnTo>
                  <a:pt x="58" y="254"/>
                </a:lnTo>
                <a:lnTo>
                  <a:pt x="132" y="181"/>
                </a:lnTo>
                <a:lnTo>
                  <a:pt x="204" y="254"/>
                </a:lnTo>
                <a:lnTo>
                  <a:pt x="204" y="254"/>
                </a:lnTo>
                <a:lnTo>
                  <a:pt x="210" y="257"/>
                </a:lnTo>
                <a:lnTo>
                  <a:pt x="214" y="261"/>
                </a:lnTo>
                <a:lnTo>
                  <a:pt x="224" y="263"/>
                </a:lnTo>
                <a:lnTo>
                  <a:pt x="235" y="261"/>
                </a:lnTo>
                <a:lnTo>
                  <a:pt x="241" y="257"/>
                </a:lnTo>
                <a:lnTo>
                  <a:pt x="244" y="254"/>
                </a:lnTo>
                <a:lnTo>
                  <a:pt x="255" y="245"/>
                </a:lnTo>
                <a:lnTo>
                  <a:pt x="255" y="245"/>
                </a:lnTo>
                <a:lnTo>
                  <a:pt x="257" y="241"/>
                </a:lnTo>
                <a:lnTo>
                  <a:pt x="261" y="236"/>
                </a:lnTo>
                <a:lnTo>
                  <a:pt x="262" y="225"/>
                </a:lnTo>
                <a:lnTo>
                  <a:pt x="261" y="214"/>
                </a:lnTo>
                <a:lnTo>
                  <a:pt x="257" y="210"/>
                </a:lnTo>
                <a:lnTo>
                  <a:pt x="255" y="205"/>
                </a:lnTo>
                <a:lnTo>
                  <a:pt x="181" y="132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51" name="Freeform 105">
            <a:extLst>
              <a:ext uri="{FF2B5EF4-FFF2-40B4-BE49-F238E27FC236}">
                <a16:creationId xmlns:a16="http://schemas.microsoft.com/office/drawing/2014/main" id="{20B81B0A-3702-4AB3-B05A-6561C63DC938}"/>
              </a:ext>
            </a:extLst>
          </p:cNvPr>
          <p:cNvSpPr>
            <a:spLocks/>
          </p:cNvSpPr>
          <p:nvPr/>
        </p:nvSpPr>
        <p:spPr bwMode="auto">
          <a:xfrm>
            <a:off x="3912016" y="4753570"/>
            <a:ext cx="123586" cy="123586"/>
          </a:xfrm>
          <a:custGeom>
            <a:avLst/>
            <a:gdLst/>
            <a:ahLst/>
            <a:cxnLst>
              <a:cxn ang="0">
                <a:pos x="255" y="58"/>
              </a:cxn>
              <a:cxn ang="0">
                <a:pos x="257" y="53"/>
              </a:cxn>
              <a:cxn ang="0">
                <a:pos x="262" y="38"/>
              </a:cxn>
              <a:cxn ang="0">
                <a:pos x="257" y="24"/>
              </a:cxn>
              <a:cxn ang="0">
                <a:pos x="244" y="9"/>
              </a:cxn>
              <a:cxn ang="0">
                <a:pos x="241" y="5"/>
              </a:cxn>
              <a:cxn ang="0">
                <a:pos x="224" y="0"/>
              </a:cxn>
              <a:cxn ang="0">
                <a:pos x="210" y="5"/>
              </a:cxn>
              <a:cxn ang="0">
                <a:pos x="132" y="82"/>
              </a:cxn>
              <a:cxn ang="0">
                <a:pos x="58" y="9"/>
              </a:cxn>
              <a:cxn ang="0">
                <a:pos x="49" y="2"/>
              </a:cxn>
              <a:cxn ang="0">
                <a:pos x="27" y="2"/>
              </a:cxn>
              <a:cxn ang="0">
                <a:pos x="18" y="9"/>
              </a:cxn>
              <a:cxn ang="0">
                <a:pos x="9" y="18"/>
              </a:cxn>
              <a:cxn ang="0">
                <a:pos x="3" y="27"/>
              </a:cxn>
              <a:cxn ang="0">
                <a:pos x="3" y="49"/>
              </a:cxn>
              <a:cxn ang="0">
                <a:pos x="9" y="58"/>
              </a:cxn>
              <a:cxn ang="0">
                <a:pos x="9" y="205"/>
              </a:cxn>
              <a:cxn ang="0">
                <a:pos x="5" y="210"/>
              </a:cxn>
              <a:cxn ang="0">
                <a:pos x="0" y="225"/>
              </a:cxn>
              <a:cxn ang="0">
                <a:pos x="5" y="241"/>
              </a:cxn>
              <a:cxn ang="0">
                <a:pos x="18" y="254"/>
              </a:cxn>
              <a:cxn ang="0">
                <a:pos x="23" y="257"/>
              </a:cxn>
              <a:cxn ang="0">
                <a:pos x="38" y="263"/>
              </a:cxn>
              <a:cxn ang="0">
                <a:pos x="54" y="257"/>
              </a:cxn>
              <a:cxn ang="0">
                <a:pos x="132" y="181"/>
              </a:cxn>
              <a:cxn ang="0">
                <a:pos x="204" y="254"/>
              </a:cxn>
              <a:cxn ang="0">
                <a:pos x="214" y="261"/>
              </a:cxn>
              <a:cxn ang="0">
                <a:pos x="235" y="261"/>
              </a:cxn>
              <a:cxn ang="0">
                <a:pos x="244" y="254"/>
              </a:cxn>
              <a:cxn ang="0">
                <a:pos x="255" y="245"/>
              </a:cxn>
              <a:cxn ang="0">
                <a:pos x="261" y="236"/>
              </a:cxn>
              <a:cxn ang="0">
                <a:pos x="261" y="214"/>
              </a:cxn>
              <a:cxn ang="0">
                <a:pos x="255" y="205"/>
              </a:cxn>
            </a:cxnLst>
            <a:rect l="0" t="0" r="r" b="b"/>
            <a:pathLst>
              <a:path w="262" h="263">
                <a:moveTo>
                  <a:pt x="181" y="132"/>
                </a:moveTo>
                <a:lnTo>
                  <a:pt x="255" y="58"/>
                </a:lnTo>
                <a:lnTo>
                  <a:pt x="255" y="58"/>
                </a:lnTo>
                <a:lnTo>
                  <a:pt x="257" y="53"/>
                </a:lnTo>
                <a:lnTo>
                  <a:pt x="261" y="49"/>
                </a:lnTo>
                <a:lnTo>
                  <a:pt x="262" y="38"/>
                </a:lnTo>
                <a:lnTo>
                  <a:pt x="261" y="27"/>
                </a:lnTo>
                <a:lnTo>
                  <a:pt x="257" y="24"/>
                </a:lnTo>
                <a:lnTo>
                  <a:pt x="255" y="18"/>
                </a:lnTo>
                <a:lnTo>
                  <a:pt x="244" y="9"/>
                </a:lnTo>
                <a:lnTo>
                  <a:pt x="244" y="9"/>
                </a:lnTo>
                <a:lnTo>
                  <a:pt x="241" y="5"/>
                </a:lnTo>
                <a:lnTo>
                  <a:pt x="235" y="2"/>
                </a:lnTo>
                <a:lnTo>
                  <a:pt x="224" y="0"/>
                </a:lnTo>
                <a:lnTo>
                  <a:pt x="214" y="2"/>
                </a:lnTo>
                <a:lnTo>
                  <a:pt x="210" y="5"/>
                </a:lnTo>
                <a:lnTo>
                  <a:pt x="204" y="9"/>
                </a:lnTo>
                <a:lnTo>
                  <a:pt x="132" y="82"/>
                </a:lnTo>
                <a:lnTo>
                  <a:pt x="58" y="9"/>
                </a:lnTo>
                <a:lnTo>
                  <a:pt x="58" y="9"/>
                </a:lnTo>
                <a:lnTo>
                  <a:pt x="54" y="5"/>
                </a:lnTo>
                <a:lnTo>
                  <a:pt x="49" y="2"/>
                </a:lnTo>
                <a:lnTo>
                  <a:pt x="38" y="0"/>
                </a:lnTo>
                <a:lnTo>
                  <a:pt x="27" y="2"/>
                </a:lnTo>
                <a:lnTo>
                  <a:pt x="23" y="5"/>
                </a:lnTo>
                <a:lnTo>
                  <a:pt x="18" y="9"/>
                </a:lnTo>
                <a:lnTo>
                  <a:pt x="9" y="18"/>
                </a:lnTo>
                <a:lnTo>
                  <a:pt x="9" y="18"/>
                </a:lnTo>
                <a:lnTo>
                  <a:pt x="5" y="24"/>
                </a:lnTo>
                <a:lnTo>
                  <a:pt x="3" y="27"/>
                </a:lnTo>
                <a:lnTo>
                  <a:pt x="0" y="38"/>
                </a:lnTo>
                <a:lnTo>
                  <a:pt x="3" y="49"/>
                </a:lnTo>
                <a:lnTo>
                  <a:pt x="5" y="53"/>
                </a:lnTo>
                <a:lnTo>
                  <a:pt x="9" y="58"/>
                </a:lnTo>
                <a:lnTo>
                  <a:pt x="83" y="132"/>
                </a:lnTo>
                <a:lnTo>
                  <a:pt x="9" y="205"/>
                </a:lnTo>
                <a:lnTo>
                  <a:pt x="9" y="205"/>
                </a:lnTo>
                <a:lnTo>
                  <a:pt x="5" y="210"/>
                </a:lnTo>
                <a:lnTo>
                  <a:pt x="3" y="214"/>
                </a:lnTo>
                <a:lnTo>
                  <a:pt x="0" y="225"/>
                </a:lnTo>
                <a:lnTo>
                  <a:pt x="3" y="236"/>
                </a:lnTo>
                <a:lnTo>
                  <a:pt x="5" y="241"/>
                </a:lnTo>
                <a:lnTo>
                  <a:pt x="9" y="245"/>
                </a:lnTo>
                <a:lnTo>
                  <a:pt x="18" y="254"/>
                </a:lnTo>
                <a:lnTo>
                  <a:pt x="18" y="254"/>
                </a:lnTo>
                <a:lnTo>
                  <a:pt x="23" y="257"/>
                </a:lnTo>
                <a:lnTo>
                  <a:pt x="27" y="261"/>
                </a:lnTo>
                <a:lnTo>
                  <a:pt x="38" y="263"/>
                </a:lnTo>
                <a:lnTo>
                  <a:pt x="49" y="261"/>
                </a:lnTo>
                <a:lnTo>
                  <a:pt x="54" y="257"/>
                </a:lnTo>
                <a:lnTo>
                  <a:pt x="58" y="254"/>
                </a:lnTo>
                <a:lnTo>
                  <a:pt x="132" y="181"/>
                </a:lnTo>
                <a:lnTo>
                  <a:pt x="204" y="254"/>
                </a:lnTo>
                <a:lnTo>
                  <a:pt x="204" y="254"/>
                </a:lnTo>
                <a:lnTo>
                  <a:pt x="210" y="257"/>
                </a:lnTo>
                <a:lnTo>
                  <a:pt x="214" y="261"/>
                </a:lnTo>
                <a:lnTo>
                  <a:pt x="224" y="263"/>
                </a:lnTo>
                <a:lnTo>
                  <a:pt x="235" y="261"/>
                </a:lnTo>
                <a:lnTo>
                  <a:pt x="241" y="257"/>
                </a:lnTo>
                <a:lnTo>
                  <a:pt x="244" y="254"/>
                </a:lnTo>
                <a:lnTo>
                  <a:pt x="255" y="245"/>
                </a:lnTo>
                <a:lnTo>
                  <a:pt x="255" y="245"/>
                </a:lnTo>
                <a:lnTo>
                  <a:pt x="257" y="241"/>
                </a:lnTo>
                <a:lnTo>
                  <a:pt x="261" y="236"/>
                </a:lnTo>
                <a:lnTo>
                  <a:pt x="262" y="225"/>
                </a:lnTo>
                <a:lnTo>
                  <a:pt x="261" y="214"/>
                </a:lnTo>
                <a:lnTo>
                  <a:pt x="257" y="210"/>
                </a:lnTo>
                <a:lnTo>
                  <a:pt x="255" y="205"/>
                </a:lnTo>
                <a:lnTo>
                  <a:pt x="181" y="132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52" name="Freeform 105">
            <a:extLst>
              <a:ext uri="{FF2B5EF4-FFF2-40B4-BE49-F238E27FC236}">
                <a16:creationId xmlns:a16="http://schemas.microsoft.com/office/drawing/2014/main" id="{EA88FDB2-E30D-4D00-96DA-F845B7D7970A}"/>
              </a:ext>
            </a:extLst>
          </p:cNvPr>
          <p:cNvSpPr>
            <a:spLocks/>
          </p:cNvSpPr>
          <p:nvPr/>
        </p:nvSpPr>
        <p:spPr bwMode="auto">
          <a:xfrm>
            <a:off x="5326811" y="3977363"/>
            <a:ext cx="123586" cy="123586"/>
          </a:xfrm>
          <a:custGeom>
            <a:avLst/>
            <a:gdLst/>
            <a:ahLst/>
            <a:cxnLst>
              <a:cxn ang="0">
                <a:pos x="255" y="58"/>
              </a:cxn>
              <a:cxn ang="0">
                <a:pos x="257" y="53"/>
              </a:cxn>
              <a:cxn ang="0">
                <a:pos x="262" y="38"/>
              </a:cxn>
              <a:cxn ang="0">
                <a:pos x="257" y="24"/>
              </a:cxn>
              <a:cxn ang="0">
                <a:pos x="244" y="9"/>
              </a:cxn>
              <a:cxn ang="0">
                <a:pos x="241" y="5"/>
              </a:cxn>
              <a:cxn ang="0">
                <a:pos x="224" y="0"/>
              </a:cxn>
              <a:cxn ang="0">
                <a:pos x="210" y="5"/>
              </a:cxn>
              <a:cxn ang="0">
                <a:pos x="132" y="82"/>
              </a:cxn>
              <a:cxn ang="0">
                <a:pos x="58" y="9"/>
              </a:cxn>
              <a:cxn ang="0">
                <a:pos x="49" y="2"/>
              </a:cxn>
              <a:cxn ang="0">
                <a:pos x="27" y="2"/>
              </a:cxn>
              <a:cxn ang="0">
                <a:pos x="18" y="9"/>
              </a:cxn>
              <a:cxn ang="0">
                <a:pos x="9" y="18"/>
              </a:cxn>
              <a:cxn ang="0">
                <a:pos x="3" y="27"/>
              </a:cxn>
              <a:cxn ang="0">
                <a:pos x="3" y="49"/>
              </a:cxn>
              <a:cxn ang="0">
                <a:pos x="9" y="58"/>
              </a:cxn>
              <a:cxn ang="0">
                <a:pos x="9" y="205"/>
              </a:cxn>
              <a:cxn ang="0">
                <a:pos x="5" y="210"/>
              </a:cxn>
              <a:cxn ang="0">
                <a:pos x="0" y="225"/>
              </a:cxn>
              <a:cxn ang="0">
                <a:pos x="5" y="241"/>
              </a:cxn>
              <a:cxn ang="0">
                <a:pos x="18" y="254"/>
              </a:cxn>
              <a:cxn ang="0">
                <a:pos x="23" y="257"/>
              </a:cxn>
              <a:cxn ang="0">
                <a:pos x="38" y="263"/>
              </a:cxn>
              <a:cxn ang="0">
                <a:pos x="54" y="257"/>
              </a:cxn>
              <a:cxn ang="0">
                <a:pos x="132" y="181"/>
              </a:cxn>
              <a:cxn ang="0">
                <a:pos x="204" y="254"/>
              </a:cxn>
              <a:cxn ang="0">
                <a:pos x="214" y="261"/>
              </a:cxn>
              <a:cxn ang="0">
                <a:pos x="235" y="261"/>
              </a:cxn>
              <a:cxn ang="0">
                <a:pos x="244" y="254"/>
              </a:cxn>
              <a:cxn ang="0">
                <a:pos x="255" y="245"/>
              </a:cxn>
              <a:cxn ang="0">
                <a:pos x="261" y="236"/>
              </a:cxn>
              <a:cxn ang="0">
                <a:pos x="261" y="214"/>
              </a:cxn>
              <a:cxn ang="0">
                <a:pos x="255" y="205"/>
              </a:cxn>
            </a:cxnLst>
            <a:rect l="0" t="0" r="r" b="b"/>
            <a:pathLst>
              <a:path w="262" h="263">
                <a:moveTo>
                  <a:pt x="181" y="132"/>
                </a:moveTo>
                <a:lnTo>
                  <a:pt x="255" y="58"/>
                </a:lnTo>
                <a:lnTo>
                  <a:pt x="255" y="58"/>
                </a:lnTo>
                <a:lnTo>
                  <a:pt x="257" y="53"/>
                </a:lnTo>
                <a:lnTo>
                  <a:pt x="261" y="49"/>
                </a:lnTo>
                <a:lnTo>
                  <a:pt x="262" y="38"/>
                </a:lnTo>
                <a:lnTo>
                  <a:pt x="261" y="27"/>
                </a:lnTo>
                <a:lnTo>
                  <a:pt x="257" y="24"/>
                </a:lnTo>
                <a:lnTo>
                  <a:pt x="255" y="18"/>
                </a:lnTo>
                <a:lnTo>
                  <a:pt x="244" y="9"/>
                </a:lnTo>
                <a:lnTo>
                  <a:pt x="244" y="9"/>
                </a:lnTo>
                <a:lnTo>
                  <a:pt x="241" y="5"/>
                </a:lnTo>
                <a:lnTo>
                  <a:pt x="235" y="2"/>
                </a:lnTo>
                <a:lnTo>
                  <a:pt x="224" y="0"/>
                </a:lnTo>
                <a:lnTo>
                  <a:pt x="214" y="2"/>
                </a:lnTo>
                <a:lnTo>
                  <a:pt x="210" y="5"/>
                </a:lnTo>
                <a:lnTo>
                  <a:pt x="204" y="9"/>
                </a:lnTo>
                <a:lnTo>
                  <a:pt x="132" y="82"/>
                </a:lnTo>
                <a:lnTo>
                  <a:pt x="58" y="9"/>
                </a:lnTo>
                <a:lnTo>
                  <a:pt x="58" y="9"/>
                </a:lnTo>
                <a:lnTo>
                  <a:pt x="54" y="5"/>
                </a:lnTo>
                <a:lnTo>
                  <a:pt x="49" y="2"/>
                </a:lnTo>
                <a:lnTo>
                  <a:pt x="38" y="0"/>
                </a:lnTo>
                <a:lnTo>
                  <a:pt x="27" y="2"/>
                </a:lnTo>
                <a:lnTo>
                  <a:pt x="23" y="5"/>
                </a:lnTo>
                <a:lnTo>
                  <a:pt x="18" y="9"/>
                </a:lnTo>
                <a:lnTo>
                  <a:pt x="9" y="18"/>
                </a:lnTo>
                <a:lnTo>
                  <a:pt x="9" y="18"/>
                </a:lnTo>
                <a:lnTo>
                  <a:pt x="5" y="24"/>
                </a:lnTo>
                <a:lnTo>
                  <a:pt x="3" y="27"/>
                </a:lnTo>
                <a:lnTo>
                  <a:pt x="0" y="38"/>
                </a:lnTo>
                <a:lnTo>
                  <a:pt x="3" y="49"/>
                </a:lnTo>
                <a:lnTo>
                  <a:pt x="5" y="53"/>
                </a:lnTo>
                <a:lnTo>
                  <a:pt x="9" y="58"/>
                </a:lnTo>
                <a:lnTo>
                  <a:pt x="83" y="132"/>
                </a:lnTo>
                <a:lnTo>
                  <a:pt x="9" y="205"/>
                </a:lnTo>
                <a:lnTo>
                  <a:pt x="9" y="205"/>
                </a:lnTo>
                <a:lnTo>
                  <a:pt x="5" y="210"/>
                </a:lnTo>
                <a:lnTo>
                  <a:pt x="3" y="214"/>
                </a:lnTo>
                <a:lnTo>
                  <a:pt x="0" y="225"/>
                </a:lnTo>
                <a:lnTo>
                  <a:pt x="3" y="236"/>
                </a:lnTo>
                <a:lnTo>
                  <a:pt x="5" y="241"/>
                </a:lnTo>
                <a:lnTo>
                  <a:pt x="9" y="245"/>
                </a:lnTo>
                <a:lnTo>
                  <a:pt x="18" y="254"/>
                </a:lnTo>
                <a:lnTo>
                  <a:pt x="18" y="254"/>
                </a:lnTo>
                <a:lnTo>
                  <a:pt x="23" y="257"/>
                </a:lnTo>
                <a:lnTo>
                  <a:pt x="27" y="261"/>
                </a:lnTo>
                <a:lnTo>
                  <a:pt x="38" y="263"/>
                </a:lnTo>
                <a:lnTo>
                  <a:pt x="49" y="261"/>
                </a:lnTo>
                <a:lnTo>
                  <a:pt x="54" y="257"/>
                </a:lnTo>
                <a:lnTo>
                  <a:pt x="58" y="254"/>
                </a:lnTo>
                <a:lnTo>
                  <a:pt x="132" y="181"/>
                </a:lnTo>
                <a:lnTo>
                  <a:pt x="204" y="254"/>
                </a:lnTo>
                <a:lnTo>
                  <a:pt x="204" y="254"/>
                </a:lnTo>
                <a:lnTo>
                  <a:pt x="210" y="257"/>
                </a:lnTo>
                <a:lnTo>
                  <a:pt x="214" y="261"/>
                </a:lnTo>
                <a:lnTo>
                  <a:pt x="224" y="263"/>
                </a:lnTo>
                <a:lnTo>
                  <a:pt x="235" y="261"/>
                </a:lnTo>
                <a:lnTo>
                  <a:pt x="241" y="257"/>
                </a:lnTo>
                <a:lnTo>
                  <a:pt x="244" y="254"/>
                </a:lnTo>
                <a:lnTo>
                  <a:pt x="255" y="245"/>
                </a:lnTo>
                <a:lnTo>
                  <a:pt x="255" y="245"/>
                </a:lnTo>
                <a:lnTo>
                  <a:pt x="257" y="241"/>
                </a:lnTo>
                <a:lnTo>
                  <a:pt x="261" y="236"/>
                </a:lnTo>
                <a:lnTo>
                  <a:pt x="262" y="225"/>
                </a:lnTo>
                <a:lnTo>
                  <a:pt x="261" y="214"/>
                </a:lnTo>
                <a:lnTo>
                  <a:pt x="257" y="210"/>
                </a:lnTo>
                <a:lnTo>
                  <a:pt x="255" y="205"/>
                </a:lnTo>
                <a:lnTo>
                  <a:pt x="181" y="132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53" name="Freeform 105">
            <a:extLst>
              <a:ext uri="{FF2B5EF4-FFF2-40B4-BE49-F238E27FC236}">
                <a16:creationId xmlns:a16="http://schemas.microsoft.com/office/drawing/2014/main" id="{DDA0417A-1500-4CE5-998B-765DA163CD3E}"/>
              </a:ext>
            </a:extLst>
          </p:cNvPr>
          <p:cNvSpPr>
            <a:spLocks/>
          </p:cNvSpPr>
          <p:nvPr/>
        </p:nvSpPr>
        <p:spPr bwMode="auto">
          <a:xfrm>
            <a:off x="5326811" y="4753570"/>
            <a:ext cx="123586" cy="123586"/>
          </a:xfrm>
          <a:custGeom>
            <a:avLst/>
            <a:gdLst/>
            <a:ahLst/>
            <a:cxnLst>
              <a:cxn ang="0">
                <a:pos x="255" y="58"/>
              </a:cxn>
              <a:cxn ang="0">
                <a:pos x="257" y="53"/>
              </a:cxn>
              <a:cxn ang="0">
                <a:pos x="262" y="38"/>
              </a:cxn>
              <a:cxn ang="0">
                <a:pos x="257" y="24"/>
              </a:cxn>
              <a:cxn ang="0">
                <a:pos x="244" y="9"/>
              </a:cxn>
              <a:cxn ang="0">
                <a:pos x="241" y="5"/>
              </a:cxn>
              <a:cxn ang="0">
                <a:pos x="224" y="0"/>
              </a:cxn>
              <a:cxn ang="0">
                <a:pos x="210" y="5"/>
              </a:cxn>
              <a:cxn ang="0">
                <a:pos x="132" y="82"/>
              </a:cxn>
              <a:cxn ang="0">
                <a:pos x="58" y="9"/>
              </a:cxn>
              <a:cxn ang="0">
                <a:pos x="49" y="2"/>
              </a:cxn>
              <a:cxn ang="0">
                <a:pos x="27" y="2"/>
              </a:cxn>
              <a:cxn ang="0">
                <a:pos x="18" y="9"/>
              </a:cxn>
              <a:cxn ang="0">
                <a:pos x="9" y="18"/>
              </a:cxn>
              <a:cxn ang="0">
                <a:pos x="3" y="27"/>
              </a:cxn>
              <a:cxn ang="0">
                <a:pos x="3" y="49"/>
              </a:cxn>
              <a:cxn ang="0">
                <a:pos x="9" y="58"/>
              </a:cxn>
              <a:cxn ang="0">
                <a:pos x="9" y="205"/>
              </a:cxn>
              <a:cxn ang="0">
                <a:pos x="5" y="210"/>
              </a:cxn>
              <a:cxn ang="0">
                <a:pos x="0" y="225"/>
              </a:cxn>
              <a:cxn ang="0">
                <a:pos x="5" y="241"/>
              </a:cxn>
              <a:cxn ang="0">
                <a:pos x="18" y="254"/>
              </a:cxn>
              <a:cxn ang="0">
                <a:pos x="23" y="257"/>
              </a:cxn>
              <a:cxn ang="0">
                <a:pos x="38" y="263"/>
              </a:cxn>
              <a:cxn ang="0">
                <a:pos x="54" y="257"/>
              </a:cxn>
              <a:cxn ang="0">
                <a:pos x="132" y="181"/>
              </a:cxn>
              <a:cxn ang="0">
                <a:pos x="204" y="254"/>
              </a:cxn>
              <a:cxn ang="0">
                <a:pos x="214" y="261"/>
              </a:cxn>
              <a:cxn ang="0">
                <a:pos x="235" y="261"/>
              </a:cxn>
              <a:cxn ang="0">
                <a:pos x="244" y="254"/>
              </a:cxn>
              <a:cxn ang="0">
                <a:pos x="255" y="245"/>
              </a:cxn>
              <a:cxn ang="0">
                <a:pos x="261" y="236"/>
              </a:cxn>
              <a:cxn ang="0">
                <a:pos x="261" y="214"/>
              </a:cxn>
              <a:cxn ang="0">
                <a:pos x="255" y="205"/>
              </a:cxn>
            </a:cxnLst>
            <a:rect l="0" t="0" r="r" b="b"/>
            <a:pathLst>
              <a:path w="262" h="263">
                <a:moveTo>
                  <a:pt x="181" y="132"/>
                </a:moveTo>
                <a:lnTo>
                  <a:pt x="255" y="58"/>
                </a:lnTo>
                <a:lnTo>
                  <a:pt x="255" y="58"/>
                </a:lnTo>
                <a:lnTo>
                  <a:pt x="257" y="53"/>
                </a:lnTo>
                <a:lnTo>
                  <a:pt x="261" y="49"/>
                </a:lnTo>
                <a:lnTo>
                  <a:pt x="262" y="38"/>
                </a:lnTo>
                <a:lnTo>
                  <a:pt x="261" y="27"/>
                </a:lnTo>
                <a:lnTo>
                  <a:pt x="257" y="24"/>
                </a:lnTo>
                <a:lnTo>
                  <a:pt x="255" y="18"/>
                </a:lnTo>
                <a:lnTo>
                  <a:pt x="244" y="9"/>
                </a:lnTo>
                <a:lnTo>
                  <a:pt x="244" y="9"/>
                </a:lnTo>
                <a:lnTo>
                  <a:pt x="241" y="5"/>
                </a:lnTo>
                <a:lnTo>
                  <a:pt x="235" y="2"/>
                </a:lnTo>
                <a:lnTo>
                  <a:pt x="224" y="0"/>
                </a:lnTo>
                <a:lnTo>
                  <a:pt x="214" y="2"/>
                </a:lnTo>
                <a:lnTo>
                  <a:pt x="210" y="5"/>
                </a:lnTo>
                <a:lnTo>
                  <a:pt x="204" y="9"/>
                </a:lnTo>
                <a:lnTo>
                  <a:pt x="132" y="82"/>
                </a:lnTo>
                <a:lnTo>
                  <a:pt x="58" y="9"/>
                </a:lnTo>
                <a:lnTo>
                  <a:pt x="58" y="9"/>
                </a:lnTo>
                <a:lnTo>
                  <a:pt x="54" y="5"/>
                </a:lnTo>
                <a:lnTo>
                  <a:pt x="49" y="2"/>
                </a:lnTo>
                <a:lnTo>
                  <a:pt x="38" y="0"/>
                </a:lnTo>
                <a:lnTo>
                  <a:pt x="27" y="2"/>
                </a:lnTo>
                <a:lnTo>
                  <a:pt x="23" y="5"/>
                </a:lnTo>
                <a:lnTo>
                  <a:pt x="18" y="9"/>
                </a:lnTo>
                <a:lnTo>
                  <a:pt x="9" y="18"/>
                </a:lnTo>
                <a:lnTo>
                  <a:pt x="9" y="18"/>
                </a:lnTo>
                <a:lnTo>
                  <a:pt x="5" y="24"/>
                </a:lnTo>
                <a:lnTo>
                  <a:pt x="3" y="27"/>
                </a:lnTo>
                <a:lnTo>
                  <a:pt x="0" y="38"/>
                </a:lnTo>
                <a:lnTo>
                  <a:pt x="3" y="49"/>
                </a:lnTo>
                <a:lnTo>
                  <a:pt x="5" y="53"/>
                </a:lnTo>
                <a:lnTo>
                  <a:pt x="9" y="58"/>
                </a:lnTo>
                <a:lnTo>
                  <a:pt x="83" y="132"/>
                </a:lnTo>
                <a:lnTo>
                  <a:pt x="9" y="205"/>
                </a:lnTo>
                <a:lnTo>
                  <a:pt x="9" y="205"/>
                </a:lnTo>
                <a:lnTo>
                  <a:pt x="5" y="210"/>
                </a:lnTo>
                <a:lnTo>
                  <a:pt x="3" y="214"/>
                </a:lnTo>
                <a:lnTo>
                  <a:pt x="0" y="225"/>
                </a:lnTo>
                <a:lnTo>
                  <a:pt x="3" y="236"/>
                </a:lnTo>
                <a:lnTo>
                  <a:pt x="5" y="241"/>
                </a:lnTo>
                <a:lnTo>
                  <a:pt x="9" y="245"/>
                </a:lnTo>
                <a:lnTo>
                  <a:pt x="18" y="254"/>
                </a:lnTo>
                <a:lnTo>
                  <a:pt x="18" y="254"/>
                </a:lnTo>
                <a:lnTo>
                  <a:pt x="23" y="257"/>
                </a:lnTo>
                <a:lnTo>
                  <a:pt x="27" y="261"/>
                </a:lnTo>
                <a:lnTo>
                  <a:pt x="38" y="263"/>
                </a:lnTo>
                <a:lnTo>
                  <a:pt x="49" y="261"/>
                </a:lnTo>
                <a:lnTo>
                  <a:pt x="54" y="257"/>
                </a:lnTo>
                <a:lnTo>
                  <a:pt x="58" y="254"/>
                </a:lnTo>
                <a:lnTo>
                  <a:pt x="132" y="181"/>
                </a:lnTo>
                <a:lnTo>
                  <a:pt x="204" y="254"/>
                </a:lnTo>
                <a:lnTo>
                  <a:pt x="204" y="254"/>
                </a:lnTo>
                <a:lnTo>
                  <a:pt x="210" y="257"/>
                </a:lnTo>
                <a:lnTo>
                  <a:pt x="214" y="261"/>
                </a:lnTo>
                <a:lnTo>
                  <a:pt x="224" y="263"/>
                </a:lnTo>
                <a:lnTo>
                  <a:pt x="235" y="261"/>
                </a:lnTo>
                <a:lnTo>
                  <a:pt x="241" y="257"/>
                </a:lnTo>
                <a:lnTo>
                  <a:pt x="244" y="254"/>
                </a:lnTo>
                <a:lnTo>
                  <a:pt x="255" y="245"/>
                </a:lnTo>
                <a:lnTo>
                  <a:pt x="255" y="245"/>
                </a:lnTo>
                <a:lnTo>
                  <a:pt x="257" y="241"/>
                </a:lnTo>
                <a:lnTo>
                  <a:pt x="261" y="236"/>
                </a:lnTo>
                <a:lnTo>
                  <a:pt x="262" y="225"/>
                </a:lnTo>
                <a:lnTo>
                  <a:pt x="261" y="214"/>
                </a:lnTo>
                <a:lnTo>
                  <a:pt x="257" y="210"/>
                </a:lnTo>
                <a:lnTo>
                  <a:pt x="255" y="205"/>
                </a:lnTo>
                <a:lnTo>
                  <a:pt x="181" y="132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56" name="Freeform 105">
            <a:extLst>
              <a:ext uri="{FF2B5EF4-FFF2-40B4-BE49-F238E27FC236}">
                <a16:creationId xmlns:a16="http://schemas.microsoft.com/office/drawing/2014/main" id="{2F55F156-7729-43CC-B895-8C5A89CB1C7C}"/>
              </a:ext>
            </a:extLst>
          </p:cNvPr>
          <p:cNvSpPr>
            <a:spLocks/>
          </p:cNvSpPr>
          <p:nvPr/>
        </p:nvSpPr>
        <p:spPr bwMode="auto">
          <a:xfrm>
            <a:off x="8156391" y="3977363"/>
            <a:ext cx="123586" cy="123586"/>
          </a:xfrm>
          <a:custGeom>
            <a:avLst/>
            <a:gdLst/>
            <a:ahLst/>
            <a:cxnLst>
              <a:cxn ang="0">
                <a:pos x="255" y="58"/>
              </a:cxn>
              <a:cxn ang="0">
                <a:pos x="257" y="53"/>
              </a:cxn>
              <a:cxn ang="0">
                <a:pos x="262" y="38"/>
              </a:cxn>
              <a:cxn ang="0">
                <a:pos x="257" y="24"/>
              </a:cxn>
              <a:cxn ang="0">
                <a:pos x="244" y="9"/>
              </a:cxn>
              <a:cxn ang="0">
                <a:pos x="241" y="5"/>
              </a:cxn>
              <a:cxn ang="0">
                <a:pos x="224" y="0"/>
              </a:cxn>
              <a:cxn ang="0">
                <a:pos x="210" y="5"/>
              </a:cxn>
              <a:cxn ang="0">
                <a:pos x="132" y="82"/>
              </a:cxn>
              <a:cxn ang="0">
                <a:pos x="58" y="9"/>
              </a:cxn>
              <a:cxn ang="0">
                <a:pos x="49" y="2"/>
              </a:cxn>
              <a:cxn ang="0">
                <a:pos x="27" y="2"/>
              </a:cxn>
              <a:cxn ang="0">
                <a:pos x="18" y="9"/>
              </a:cxn>
              <a:cxn ang="0">
                <a:pos x="9" y="18"/>
              </a:cxn>
              <a:cxn ang="0">
                <a:pos x="3" y="27"/>
              </a:cxn>
              <a:cxn ang="0">
                <a:pos x="3" y="49"/>
              </a:cxn>
              <a:cxn ang="0">
                <a:pos x="9" y="58"/>
              </a:cxn>
              <a:cxn ang="0">
                <a:pos x="9" y="205"/>
              </a:cxn>
              <a:cxn ang="0">
                <a:pos x="5" y="210"/>
              </a:cxn>
              <a:cxn ang="0">
                <a:pos x="0" y="225"/>
              </a:cxn>
              <a:cxn ang="0">
                <a:pos x="5" y="241"/>
              </a:cxn>
              <a:cxn ang="0">
                <a:pos x="18" y="254"/>
              </a:cxn>
              <a:cxn ang="0">
                <a:pos x="23" y="257"/>
              </a:cxn>
              <a:cxn ang="0">
                <a:pos x="38" y="263"/>
              </a:cxn>
              <a:cxn ang="0">
                <a:pos x="54" y="257"/>
              </a:cxn>
              <a:cxn ang="0">
                <a:pos x="132" y="181"/>
              </a:cxn>
              <a:cxn ang="0">
                <a:pos x="204" y="254"/>
              </a:cxn>
              <a:cxn ang="0">
                <a:pos x="214" y="261"/>
              </a:cxn>
              <a:cxn ang="0">
                <a:pos x="235" y="261"/>
              </a:cxn>
              <a:cxn ang="0">
                <a:pos x="244" y="254"/>
              </a:cxn>
              <a:cxn ang="0">
                <a:pos x="255" y="245"/>
              </a:cxn>
              <a:cxn ang="0">
                <a:pos x="261" y="236"/>
              </a:cxn>
              <a:cxn ang="0">
                <a:pos x="261" y="214"/>
              </a:cxn>
              <a:cxn ang="0">
                <a:pos x="255" y="205"/>
              </a:cxn>
            </a:cxnLst>
            <a:rect l="0" t="0" r="r" b="b"/>
            <a:pathLst>
              <a:path w="262" h="263">
                <a:moveTo>
                  <a:pt x="181" y="132"/>
                </a:moveTo>
                <a:lnTo>
                  <a:pt x="255" y="58"/>
                </a:lnTo>
                <a:lnTo>
                  <a:pt x="255" y="58"/>
                </a:lnTo>
                <a:lnTo>
                  <a:pt x="257" y="53"/>
                </a:lnTo>
                <a:lnTo>
                  <a:pt x="261" y="49"/>
                </a:lnTo>
                <a:lnTo>
                  <a:pt x="262" y="38"/>
                </a:lnTo>
                <a:lnTo>
                  <a:pt x="261" y="27"/>
                </a:lnTo>
                <a:lnTo>
                  <a:pt x="257" y="24"/>
                </a:lnTo>
                <a:lnTo>
                  <a:pt x="255" y="18"/>
                </a:lnTo>
                <a:lnTo>
                  <a:pt x="244" y="9"/>
                </a:lnTo>
                <a:lnTo>
                  <a:pt x="244" y="9"/>
                </a:lnTo>
                <a:lnTo>
                  <a:pt x="241" y="5"/>
                </a:lnTo>
                <a:lnTo>
                  <a:pt x="235" y="2"/>
                </a:lnTo>
                <a:lnTo>
                  <a:pt x="224" y="0"/>
                </a:lnTo>
                <a:lnTo>
                  <a:pt x="214" y="2"/>
                </a:lnTo>
                <a:lnTo>
                  <a:pt x="210" y="5"/>
                </a:lnTo>
                <a:lnTo>
                  <a:pt x="204" y="9"/>
                </a:lnTo>
                <a:lnTo>
                  <a:pt x="132" y="82"/>
                </a:lnTo>
                <a:lnTo>
                  <a:pt x="58" y="9"/>
                </a:lnTo>
                <a:lnTo>
                  <a:pt x="58" y="9"/>
                </a:lnTo>
                <a:lnTo>
                  <a:pt x="54" y="5"/>
                </a:lnTo>
                <a:lnTo>
                  <a:pt x="49" y="2"/>
                </a:lnTo>
                <a:lnTo>
                  <a:pt x="38" y="0"/>
                </a:lnTo>
                <a:lnTo>
                  <a:pt x="27" y="2"/>
                </a:lnTo>
                <a:lnTo>
                  <a:pt x="23" y="5"/>
                </a:lnTo>
                <a:lnTo>
                  <a:pt x="18" y="9"/>
                </a:lnTo>
                <a:lnTo>
                  <a:pt x="9" y="18"/>
                </a:lnTo>
                <a:lnTo>
                  <a:pt x="9" y="18"/>
                </a:lnTo>
                <a:lnTo>
                  <a:pt x="5" y="24"/>
                </a:lnTo>
                <a:lnTo>
                  <a:pt x="3" y="27"/>
                </a:lnTo>
                <a:lnTo>
                  <a:pt x="0" y="38"/>
                </a:lnTo>
                <a:lnTo>
                  <a:pt x="3" y="49"/>
                </a:lnTo>
                <a:lnTo>
                  <a:pt x="5" y="53"/>
                </a:lnTo>
                <a:lnTo>
                  <a:pt x="9" y="58"/>
                </a:lnTo>
                <a:lnTo>
                  <a:pt x="83" y="132"/>
                </a:lnTo>
                <a:lnTo>
                  <a:pt x="9" y="205"/>
                </a:lnTo>
                <a:lnTo>
                  <a:pt x="9" y="205"/>
                </a:lnTo>
                <a:lnTo>
                  <a:pt x="5" y="210"/>
                </a:lnTo>
                <a:lnTo>
                  <a:pt x="3" y="214"/>
                </a:lnTo>
                <a:lnTo>
                  <a:pt x="0" y="225"/>
                </a:lnTo>
                <a:lnTo>
                  <a:pt x="3" y="236"/>
                </a:lnTo>
                <a:lnTo>
                  <a:pt x="5" y="241"/>
                </a:lnTo>
                <a:lnTo>
                  <a:pt x="9" y="245"/>
                </a:lnTo>
                <a:lnTo>
                  <a:pt x="18" y="254"/>
                </a:lnTo>
                <a:lnTo>
                  <a:pt x="18" y="254"/>
                </a:lnTo>
                <a:lnTo>
                  <a:pt x="23" y="257"/>
                </a:lnTo>
                <a:lnTo>
                  <a:pt x="27" y="261"/>
                </a:lnTo>
                <a:lnTo>
                  <a:pt x="38" y="263"/>
                </a:lnTo>
                <a:lnTo>
                  <a:pt x="49" y="261"/>
                </a:lnTo>
                <a:lnTo>
                  <a:pt x="54" y="257"/>
                </a:lnTo>
                <a:lnTo>
                  <a:pt x="58" y="254"/>
                </a:lnTo>
                <a:lnTo>
                  <a:pt x="132" y="181"/>
                </a:lnTo>
                <a:lnTo>
                  <a:pt x="204" y="254"/>
                </a:lnTo>
                <a:lnTo>
                  <a:pt x="204" y="254"/>
                </a:lnTo>
                <a:lnTo>
                  <a:pt x="210" y="257"/>
                </a:lnTo>
                <a:lnTo>
                  <a:pt x="214" y="261"/>
                </a:lnTo>
                <a:lnTo>
                  <a:pt x="224" y="263"/>
                </a:lnTo>
                <a:lnTo>
                  <a:pt x="235" y="261"/>
                </a:lnTo>
                <a:lnTo>
                  <a:pt x="241" y="257"/>
                </a:lnTo>
                <a:lnTo>
                  <a:pt x="244" y="254"/>
                </a:lnTo>
                <a:lnTo>
                  <a:pt x="255" y="245"/>
                </a:lnTo>
                <a:lnTo>
                  <a:pt x="255" y="245"/>
                </a:lnTo>
                <a:lnTo>
                  <a:pt x="257" y="241"/>
                </a:lnTo>
                <a:lnTo>
                  <a:pt x="261" y="236"/>
                </a:lnTo>
                <a:lnTo>
                  <a:pt x="262" y="225"/>
                </a:lnTo>
                <a:lnTo>
                  <a:pt x="261" y="214"/>
                </a:lnTo>
                <a:lnTo>
                  <a:pt x="257" y="210"/>
                </a:lnTo>
                <a:lnTo>
                  <a:pt x="255" y="205"/>
                </a:lnTo>
                <a:lnTo>
                  <a:pt x="181" y="132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57" name="Freeform 105">
            <a:extLst>
              <a:ext uri="{FF2B5EF4-FFF2-40B4-BE49-F238E27FC236}">
                <a16:creationId xmlns:a16="http://schemas.microsoft.com/office/drawing/2014/main" id="{8EFD6775-042A-468A-93C8-A268559CE536}"/>
              </a:ext>
            </a:extLst>
          </p:cNvPr>
          <p:cNvSpPr>
            <a:spLocks/>
          </p:cNvSpPr>
          <p:nvPr/>
        </p:nvSpPr>
        <p:spPr bwMode="auto">
          <a:xfrm>
            <a:off x="9571186" y="4753570"/>
            <a:ext cx="123586" cy="123586"/>
          </a:xfrm>
          <a:custGeom>
            <a:avLst/>
            <a:gdLst/>
            <a:ahLst/>
            <a:cxnLst>
              <a:cxn ang="0">
                <a:pos x="255" y="58"/>
              </a:cxn>
              <a:cxn ang="0">
                <a:pos x="257" y="53"/>
              </a:cxn>
              <a:cxn ang="0">
                <a:pos x="262" y="38"/>
              </a:cxn>
              <a:cxn ang="0">
                <a:pos x="257" y="24"/>
              </a:cxn>
              <a:cxn ang="0">
                <a:pos x="244" y="9"/>
              </a:cxn>
              <a:cxn ang="0">
                <a:pos x="241" y="5"/>
              </a:cxn>
              <a:cxn ang="0">
                <a:pos x="224" y="0"/>
              </a:cxn>
              <a:cxn ang="0">
                <a:pos x="210" y="5"/>
              </a:cxn>
              <a:cxn ang="0">
                <a:pos x="132" y="82"/>
              </a:cxn>
              <a:cxn ang="0">
                <a:pos x="58" y="9"/>
              </a:cxn>
              <a:cxn ang="0">
                <a:pos x="49" y="2"/>
              </a:cxn>
              <a:cxn ang="0">
                <a:pos x="27" y="2"/>
              </a:cxn>
              <a:cxn ang="0">
                <a:pos x="18" y="9"/>
              </a:cxn>
              <a:cxn ang="0">
                <a:pos x="9" y="18"/>
              </a:cxn>
              <a:cxn ang="0">
                <a:pos x="3" y="27"/>
              </a:cxn>
              <a:cxn ang="0">
                <a:pos x="3" y="49"/>
              </a:cxn>
              <a:cxn ang="0">
                <a:pos x="9" y="58"/>
              </a:cxn>
              <a:cxn ang="0">
                <a:pos x="9" y="205"/>
              </a:cxn>
              <a:cxn ang="0">
                <a:pos x="5" y="210"/>
              </a:cxn>
              <a:cxn ang="0">
                <a:pos x="0" y="225"/>
              </a:cxn>
              <a:cxn ang="0">
                <a:pos x="5" y="241"/>
              </a:cxn>
              <a:cxn ang="0">
                <a:pos x="18" y="254"/>
              </a:cxn>
              <a:cxn ang="0">
                <a:pos x="23" y="257"/>
              </a:cxn>
              <a:cxn ang="0">
                <a:pos x="38" y="263"/>
              </a:cxn>
              <a:cxn ang="0">
                <a:pos x="54" y="257"/>
              </a:cxn>
              <a:cxn ang="0">
                <a:pos x="132" y="181"/>
              </a:cxn>
              <a:cxn ang="0">
                <a:pos x="204" y="254"/>
              </a:cxn>
              <a:cxn ang="0">
                <a:pos x="214" y="261"/>
              </a:cxn>
              <a:cxn ang="0">
                <a:pos x="235" y="261"/>
              </a:cxn>
              <a:cxn ang="0">
                <a:pos x="244" y="254"/>
              </a:cxn>
              <a:cxn ang="0">
                <a:pos x="255" y="245"/>
              </a:cxn>
              <a:cxn ang="0">
                <a:pos x="261" y="236"/>
              </a:cxn>
              <a:cxn ang="0">
                <a:pos x="261" y="214"/>
              </a:cxn>
              <a:cxn ang="0">
                <a:pos x="255" y="205"/>
              </a:cxn>
            </a:cxnLst>
            <a:rect l="0" t="0" r="r" b="b"/>
            <a:pathLst>
              <a:path w="262" h="263">
                <a:moveTo>
                  <a:pt x="181" y="132"/>
                </a:moveTo>
                <a:lnTo>
                  <a:pt x="255" y="58"/>
                </a:lnTo>
                <a:lnTo>
                  <a:pt x="255" y="58"/>
                </a:lnTo>
                <a:lnTo>
                  <a:pt x="257" y="53"/>
                </a:lnTo>
                <a:lnTo>
                  <a:pt x="261" y="49"/>
                </a:lnTo>
                <a:lnTo>
                  <a:pt x="262" y="38"/>
                </a:lnTo>
                <a:lnTo>
                  <a:pt x="261" y="27"/>
                </a:lnTo>
                <a:lnTo>
                  <a:pt x="257" y="24"/>
                </a:lnTo>
                <a:lnTo>
                  <a:pt x="255" y="18"/>
                </a:lnTo>
                <a:lnTo>
                  <a:pt x="244" y="9"/>
                </a:lnTo>
                <a:lnTo>
                  <a:pt x="244" y="9"/>
                </a:lnTo>
                <a:lnTo>
                  <a:pt x="241" y="5"/>
                </a:lnTo>
                <a:lnTo>
                  <a:pt x="235" y="2"/>
                </a:lnTo>
                <a:lnTo>
                  <a:pt x="224" y="0"/>
                </a:lnTo>
                <a:lnTo>
                  <a:pt x="214" y="2"/>
                </a:lnTo>
                <a:lnTo>
                  <a:pt x="210" y="5"/>
                </a:lnTo>
                <a:lnTo>
                  <a:pt x="204" y="9"/>
                </a:lnTo>
                <a:lnTo>
                  <a:pt x="132" y="82"/>
                </a:lnTo>
                <a:lnTo>
                  <a:pt x="58" y="9"/>
                </a:lnTo>
                <a:lnTo>
                  <a:pt x="58" y="9"/>
                </a:lnTo>
                <a:lnTo>
                  <a:pt x="54" y="5"/>
                </a:lnTo>
                <a:lnTo>
                  <a:pt x="49" y="2"/>
                </a:lnTo>
                <a:lnTo>
                  <a:pt x="38" y="0"/>
                </a:lnTo>
                <a:lnTo>
                  <a:pt x="27" y="2"/>
                </a:lnTo>
                <a:lnTo>
                  <a:pt x="23" y="5"/>
                </a:lnTo>
                <a:lnTo>
                  <a:pt x="18" y="9"/>
                </a:lnTo>
                <a:lnTo>
                  <a:pt x="9" y="18"/>
                </a:lnTo>
                <a:lnTo>
                  <a:pt x="9" y="18"/>
                </a:lnTo>
                <a:lnTo>
                  <a:pt x="5" y="24"/>
                </a:lnTo>
                <a:lnTo>
                  <a:pt x="3" y="27"/>
                </a:lnTo>
                <a:lnTo>
                  <a:pt x="0" y="38"/>
                </a:lnTo>
                <a:lnTo>
                  <a:pt x="3" y="49"/>
                </a:lnTo>
                <a:lnTo>
                  <a:pt x="5" y="53"/>
                </a:lnTo>
                <a:lnTo>
                  <a:pt x="9" y="58"/>
                </a:lnTo>
                <a:lnTo>
                  <a:pt x="83" y="132"/>
                </a:lnTo>
                <a:lnTo>
                  <a:pt x="9" y="205"/>
                </a:lnTo>
                <a:lnTo>
                  <a:pt x="9" y="205"/>
                </a:lnTo>
                <a:lnTo>
                  <a:pt x="5" y="210"/>
                </a:lnTo>
                <a:lnTo>
                  <a:pt x="3" y="214"/>
                </a:lnTo>
                <a:lnTo>
                  <a:pt x="0" y="225"/>
                </a:lnTo>
                <a:lnTo>
                  <a:pt x="3" y="236"/>
                </a:lnTo>
                <a:lnTo>
                  <a:pt x="5" y="241"/>
                </a:lnTo>
                <a:lnTo>
                  <a:pt x="9" y="245"/>
                </a:lnTo>
                <a:lnTo>
                  <a:pt x="18" y="254"/>
                </a:lnTo>
                <a:lnTo>
                  <a:pt x="18" y="254"/>
                </a:lnTo>
                <a:lnTo>
                  <a:pt x="23" y="257"/>
                </a:lnTo>
                <a:lnTo>
                  <a:pt x="27" y="261"/>
                </a:lnTo>
                <a:lnTo>
                  <a:pt x="38" y="263"/>
                </a:lnTo>
                <a:lnTo>
                  <a:pt x="49" y="261"/>
                </a:lnTo>
                <a:lnTo>
                  <a:pt x="54" y="257"/>
                </a:lnTo>
                <a:lnTo>
                  <a:pt x="58" y="254"/>
                </a:lnTo>
                <a:lnTo>
                  <a:pt x="132" y="181"/>
                </a:lnTo>
                <a:lnTo>
                  <a:pt x="204" y="254"/>
                </a:lnTo>
                <a:lnTo>
                  <a:pt x="204" y="254"/>
                </a:lnTo>
                <a:lnTo>
                  <a:pt x="210" y="257"/>
                </a:lnTo>
                <a:lnTo>
                  <a:pt x="214" y="261"/>
                </a:lnTo>
                <a:lnTo>
                  <a:pt x="224" y="263"/>
                </a:lnTo>
                <a:lnTo>
                  <a:pt x="235" y="261"/>
                </a:lnTo>
                <a:lnTo>
                  <a:pt x="241" y="257"/>
                </a:lnTo>
                <a:lnTo>
                  <a:pt x="244" y="254"/>
                </a:lnTo>
                <a:lnTo>
                  <a:pt x="255" y="245"/>
                </a:lnTo>
                <a:lnTo>
                  <a:pt x="255" y="245"/>
                </a:lnTo>
                <a:lnTo>
                  <a:pt x="257" y="241"/>
                </a:lnTo>
                <a:lnTo>
                  <a:pt x="261" y="236"/>
                </a:lnTo>
                <a:lnTo>
                  <a:pt x="262" y="225"/>
                </a:lnTo>
                <a:lnTo>
                  <a:pt x="261" y="214"/>
                </a:lnTo>
                <a:lnTo>
                  <a:pt x="257" y="210"/>
                </a:lnTo>
                <a:lnTo>
                  <a:pt x="255" y="205"/>
                </a:lnTo>
                <a:lnTo>
                  <a:pt x="181" y="132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58" name="Freeform 105">
            <a:extLst>
              <a:ext uri="{FF2B5EF4-FFF2-40B4-BE49-F238E27FC236}">
                <a16:creationId xmlns:a16="http://schemas.microsoft.com/office/drawing/2014/main" id="{2C2EE93C-ADB0-4771-91A2-DBD1E8491AE8}"/>
              </a:ext>
            </a:extLst>
          </p:cNvPr>
          <p:cNvSpPr>
            <a:spLocks/>
          </p:cNvSpPr>
          <p:nvPr/>
        </p:nvSpPr>
        <p:spPr bwMode="auto">
          <a:xfrm>
            <a:off x="11002453" y="3977363"/>
            <a:ext cx="123586" cy="123586"/>
          </a:xfrm>
          <a:custGeom>
            <a:avLst/>
            <a:gdLst/>
            <a:ahLst/>
            <a:cxnLst>
              <a:cxn ang="0">
                <a:pos x="255" y="58"/>
              </a:cxn>
              <a:cxn ang="0">
                <a:pos x="257" y="53"/>
              </a:cxn>
              <a:cxn ang="0">
                <a:pos x="262" y="38"/>
              </a:cxn>
              <a:cxn ang="0">
                <a:pos x="257" y="24"/>
              </a:cxn>
              <a:cxn ang="0">
                <a:pos x="244" y="9"/>
              </a:cxn>
              <a:cxn ang="0">
                <a:pos x="241" y="5"/>
              </a:cxn>
              <a:cxn ang="0">
                <a:pos x="224" y="0"/>
              </a:cxn>
              <a:cxn ang="0">
                <a:pos x="210" y="5"/>
              </a:cxn>
              <a:cxn ang="0">
                <a:pos x="132" y="82"/>
              </a:cxn>
              <a:cxn ang="0">
                <a:pos x="58" y="9"/>
              </a:cxn>
              <a:cxn ang="0">
                <a:pos x="49" y="2"/>
              </a:cxn>
              <a:cxn ang="0">
                <a:pos x="27" y="2"/>
              </a:cxn>
              <a:cxn ang="0">
                <a:pos x="18" y="9"/>
              </a:cxn>
              <a:cxn ang="0">
                <a:pos x="9" y="18"/>
              </a:cxn>
              <a:cxn ang="0">
                <a:pos x="3" y="27"/>
              </a:cxn>
              <a:cxn ang="0">
                <a:pos x="3" y="49"/>
              </a:cxn>
              <a:cxn ang="0">
                <a:pos x="9" y="58"/>
              </a:cxn>
              <a:cxn ang="0">
                <a:pos x="9" y="205"/>
              </a:cxn>
              <a:cxn ang="0">
                <a:pos x="5" y="210"/>
              </a:cxn>
              <a:cxn ang="0">
                <a:pos x="0" y="225"/>
              </a:cxn>
              <a:cxn ang="0">
                <a:pos x="5" y="241"/>
              </a:cxn>
              <a:cxn ang="0">
                <a:pos x="18" y="254"/>
              </a:cxn>
              <a:cxn ang="0">
                <a:pos x="23" y="257"/>
              </a:cxn>
              <a:cxn ang="0">
                <a:pos x="38" y="263"/>
              </a:cxn>
              <a:cxn ang="0">
                <a:pos x="54" y="257"/>
              </a:cxn>
              <a:cxn ang="0">
                <a:pos x="132" y="181"/>
              </a:cxn>
              <a:cxn ang="0">
                <a:pos x="204" y="254"/>
              </a:cxn>
              <a:cxn ang="0">
                <a:pos x="214" y="261"/>
              </a:cxn>
              <a:cxn ang="0">
                <a:pos x="235" y="261"/>
              </a:cxn>
              <a:cxn ang="0">
                <a:pos x="244" y="254"/>
              </a:cxn>
              <a:cxn ang="0">
                <a:pos x="255" y="245"/>
              </a:cxn>
              <a:cxn ang="0">
                <a:pos x="261" y="236"/>
              </a:cxn>
              <a:cxn ang="0">
                <a:pos x="261" y="214"/>
              </a:cxn>
              <a:cxn ang="0">
                <a:pos x="255" y="205"/>
              </a:cxn>
            </a:cxnLst>
            <a:rect l="0" t="0" r="r" b="b"/>
            <a:pathLst>
              <a:path w="262" h="263">
                <a:moveTo>
                  <a:pt x="181" y="132"/>
                </a:moveTo>
                <a:lnTo>
                  <a:pt x="255" y="58"/>
                </a:lnTo>
                <a:lnTo>
                  <a:pt x="255" y="58"/>
                </a:lnTo>
                <a:lnTo>
                  <a:pt x="257" y="53"/>
                </a:lnTo>
                <a:lnTo>
                  <a:pt x="261" y="49"/>
                </a:lnTo>
                <a:lnTo>
                  <a:pt x="262" y="38"/>
                </a:lnTo>
                <a:lnTo>
                  <a:pt x="261" y="27"/>
                </a:lnTo>
                <a:lnTo>
                  <a:pt x="257" y="24"/>
                </a:lnTo>
                <a:lnTo>
                  <a:pt x="255" y="18"/>
                </a:lnTo>
                <a:lnTo>
                  <a:pt x="244" y="9"/>
                </a:lnTo>
                <a:lnTo>
                  <a:pt x="244" y="9"/>
                </a:lnTo>
                <a:lnTo>
                  <a:pt x="241" y="5"/>
                </a:lnTo>
                <a:lnTo>
                  <a:pt x="235" y="2"/>
                </a:lnTo>
                <a:lnTo>
                  <a:pt x="224" y="0"/>
                </a:lnTo>
                <a:lnTo>
                  <a:pt x="214" y="2"/>
                </a:lnTo>
                <a:lnTo>
                  <a:pt x="210" y="5"/>
                </a:lnTo>
                <a:lnTo>
                  <a:pt x="204" y="9"/>
                </a:lnTo>
                <a:lnTo>
                  <a:pt x="132" y="82"/>
                </a:lnTo>
                <a:lnTo>
                  <a:pt x="58" y="9"/>
                </a:lnTo>
                <a:lnTo>
                  <a:pt x="58" y="9"/>
                </a:lnTo>
                <a:lnTo>
                  <a:pt x="54" y="5"/>
                </a:lnTo>
                <a:lnTo>
                  <a:pt x="49" y="2"/>
                </a:lnTo>
                <a:lnTo>
                  <a:pt x="38" y="0"/>
                </a:lnTo>
                <a:lnTo>
                  <a:pt x="27" y="2"/>
                </a:lnTo>
                <a:lnTo>
                  <a:pt x="23" y="5"/>
                </a:lnTo>
                <a:lnTo>
                  <a:pt x="18" y="9"/>
                </a:lnTo>
                <a:lnTo>
                  <a:pt x="9" y="18"/>
                </a:lnTo>
                <a:lnTo>
                  <a:pt x="9" y="18"/>
                </a:lnTo>
                <a:lnTo>
                  <a:pt x="5" y="24"/>
                </a:lnTo>
                <a:lnTo>
                  <a:pt x="3" y="27"/>
                </a:lnTo>
                <a:lnTo>
                  <a:pt x="0" y="38"/>
                </a:lnTo>
                <a:lnTo>
                  <a:pt x="3" y="49"/>
                </a:lnTo>
                <a:lnTo>
                  <a:pt x="5" y="53"/>
                </a:lnTo>
                <a:lnTo>
                  <a:pt x="9" y="58"/>
                </a:lnTo>
                <a:lnTo>
                  <a:pt x="83" y="132"/>
                </a:lnTo>
                <a:lnTo>
                  <a:pt x="9" y="205"/>
                </a:lnTo>
                <a:lnTo>
                  <a:pt x="9" y="205"/>
                </a:lnTo>
                <a:lnTo>
                  <a:pt x="5" y="210"/>
                </a:lnTo>
                <a:lnTo>
                  <a:pt x="3" y="214"/>
                </a:lnTo>
                <a:lnTo>
                  <a:pt x="0" y="225"/>
                </a:lnTo>
                <a:lnTo>
                  <a:pt x="3" y="236"/>
                </a:lnTo>
                <a:lnTo>
                  <a:pt x="5" y="241"/>
                </a:lnTo>
                <a:lnTo>
                  <a:pt x="9" y="245"/>
                </a:lnTo>
                <a:lnTo>
                  <a:pt x="18" y="254"/>
                </a:lnTo>
                <a:lnTo>
                  <a:pt x="18" y="254"/>
                </a:lnTo>
                <a:lnTo>
                  <a:pt x="23" y="257"/>
                </a:lnTo>
                <a:lnTo>
                  <a:pt x="27" y="261"/>
                </a:lnTo>
                <a:lnTo>
                  <a:pt x="38" y="263"/>
                </a:lnTo>
                <a:lnTo>
                  <a:pt x="49" y="261"/>
                </a:lnTo>
                <a:lnTo>
                  <a:pt x="54" y="257"/>
                </a:lnTo>
                <a:lnTo>
                  <a:pt x="58" y="254"/>
                </a:lnTo>
                <a:lnTo>
                  <a:pt x="132" y="181"/>
                </a:lnTo>
                <a:lnTo>
                  <a:pt x="204" y="254"/>
                </a:lnTo>
                <a:lnTo>
                  <a:pt x="204" y="254"/>
                </a:lnTo>
                <a:lnTo>
                  <a:pt x="210" y="257"/>
                </a:lnTo>
                <a:lnTo>
                  <a:pt x="214" y="261"/>
                </a:lnTo>
                <a:lnTo>
                  <a:pt x="224" y="263"/>
                </a:lnTo>
                <a:lnTo>
                  <a:pt x="235" y="261"/>
                </a:lnTo>
                <a:lnTo>
                  <a:pt x="241" y="257"/>
                </a:lnTo>
                <a:lnTo>
                  <a:pt x="244" y="254"/>
                </a:lnTo>
                <a:lnTo>
                  <a:pt x="255" y="245"/>
                </a:lnTo>
                <a:lnTo>
                  <a:pt x="255" y="245"/>
                </a:lnTo>
                <a:lnTo>
                  <a:pt x="257" y="241"/>
                </a:lnTo>
                <a:lnTo>
                  <a:pt x="261" y="236"/>
                </a:lnTo>
                <a:lnTo>
                  <a:pt x="262" y="225"/>
                </a:lnTo>
                <a:lnTo>
                  <a:pt x="261" y="214"/>
                </a:lnTo>
                <a:lnTo>
                  <a:pt x="257" y="210"/>
                </a:lnTo>
                <a:lnTo>
                  <a:pt x="255" y="205"/>
                </a:lnTo>
                <a:lnTo>
                  <a:pt x="181" y="132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59" name="Freeform 105">
            <a:extLst>
              <a:ext uri="{FF2B5EF4-FFF2-40B4-BE49-F238E27FC236}">
                <a16:creationId xmlns:a16="http://schemas.microsoft.com/office/drawing/2014/main" id="{83C9BCED-2B83-477F-A14B-2D0A2BC79BDC}"/>
              </a:ext>
            </a:extLst>
          </p:cNvPr>
          <p:cNvSpPr>
            <a:spLocks/>
          </p:cNvSpPr>
          <p:nvPr/>
        </p:nvSpPr>
        <p:spPr bwMode="auto">
          <a:xfrm>
            <a:off x="11002453" y="4753570"/>
            <a:ext cx="123586" cy="123586"/>
          </a:xfrm>
          <a:custGeom>
            <a:avLst/>
            <a:gdLst/>
            <a:ahLst/>
            <a:cxnLst>
              <a:cxn ang="0">
                <a:pos x="255" y="58"/>
              </a:cxn>
              <a:cxn ang="0">
                <a:pos x="257" y="53"/>
              </a:cxn>
              <a:cxn ang="0">
                <a:pos x="262" y="38"/>
              </a:cxn>
              <a:cxn ang="0">
                <a:pos x="257" y="24"/>
              </a:cxn>
              <a:cxn ang="0">
                <a:pos x="244" y="9"/>
              </a:cxn>
              <a:cxn ang="0">
                <a:pos x="241" y="5"/>
              </a:cxn>
              <a:cxn ang="0">
                <a:pos x="224" y="0"/>
              </a:cxn>
              <a:cxn ang="0">
                <a:pos x="210" y="5"/>
              </a:cxn>
              <a:cxn ang="0">
                <a:pos x="132" y="82"/>
              </a:cxn>
              <a:cxn ang="0">
                <a:pos x="58" y="9"/>
              </a:cxn>
              <a:cxn ang="0">
                <a:pos x="49" y="2"/>
              </a:cxn>
              <a:cxn ang="0">
                <a:pos x="27" y="2"/>
              </a:cxn>
              <a:cxn ang="0">
                <a:pos x="18" y="9"/>
              </a:cxn>
              <a:cxn ang="0">
                <a:pos x="9" y="18"/>
              </a:cxn>
              <a:cxn ang="0">
                <a:pos x="3" y="27"/>
              </a:cxn>
              <a:cxn ang="0">
                <a:pos x="3" y="49"/>
              </a:cxn>
              <a:cxn ang="0">
                <a:pos x="9" y="58"/>
              </a:cxn>
              <a:cxn ang="0">
                <a:pos x="9" y="205"/>
              </a:cxn>
              <a:cxn ang="0">
                <a:pos x="5" y="210"/>
              </a:cxn>
              <a:cxn ang="0">
                <a:pos x="0" y="225"/>
              </a:cxn>
              <a:cxn ang="0">
                <a:pos x="5" y="241"/>
              </a:cxn>
              <a:cxn ang="0">
                <a:pos x="18" y="254"/>
              </a:cxn>
              <a:cxn ang="0">
                <a:pos x="23" y="257"/>
              </a:cxn>
              <a:cxn ang="0">
                <a:pos x="38" y="263"/>
              </a:cxn>
              <a:cxn ang="0">
                <a:pos x="54" y="257"/>
              </a:cxn>
              <a:cxn ang="0">
                <a:pos x="132" y="181"/>
              </a:cxn>
              <a:cxn ang="0">
                <a:pos x="204" y="254"/>
              </a:cxn>
              <a:cxn ang="0">
                <a:pos x="214" y="261"/>
              </a:cxn>
              <a:cxn ang="0">
                <a:pos x="235" y="261"/>
              </a:cxn>
              <a:cxn ang="0">
                <a:pos x="244" y="254"/>
              </a:cxn>
              <a:cxn ang="0">
                <a:pos x="255" y="245"/>
              </a:cxn>
              <a:cxn ang="0">
                <a:pos x="261" y="236"/>
              </a:cxn>
              <a:cxn ang="0">
                <a:pos x="261" y="214"/>
              </a:cxn>
              <a:cxn ang="0">
                <a:pos x="255" y="205"/>
              </a:cxn>
            </a:cxnLst>
            <a:rect l="0" t="0" r="r" b="b"/>
            <a:pathLst>
              <a:path w="262" h="263">
                <a:moveTo>
                  <a:pt x="181" y="132"/>
                </a:moveTo>
                <a:lnTo>
                  <a:pt x="255" y="58"/>
                </a:lnTo>
                <a:lnTo>
                  <a:pt x="255" y="58"/>
                </a:lnTo>
                <a:lnTo>
                  <a:pt x="257" y="53"/>
                </a:lnTo>
                <a:lnTo>
                  <a:pt x="261" y="49"/>
                </a:lnTo>
                <a:lnTo>
                  <a:pt x="262" y="38"/>
                </a:lnTo>
                <a:lnTo>
                  <a:pt x="261" y="27"/>
                </a:lnTo>
                <a:lnTo>
                  <a:pt x="257" y="24"/>
                </a:lnTo>
                <a:lnTo>
                  <a:pt x="255" y="18"/>
                </a:lnTo>
                <a:lnTo>
                  <a:pt x="244" y="9"/>
                </a:lnTo>
                <a:lnTo>
                  <a:pt x="244" y="9"/>
                </a:lnTo>
                <a:lnTo>
                  <a:pt x="241" y="5"/>
                </a:lnTo>
                <a:lnTo>
                  <a:pt x="235" y="2"/>
                </a:lnTo>
                <a:lnTo>
                  <a:pt x="224" y="0"/>
                </a:lnTo>
                <a:lnTo>
                  <a:pt x="214" y="2"/>
                </a:lnTo>
                <a:lnTo>
                  <a:pt x="210" y="5"/>
                </a:lnTo>
                <a:lnTo>
                  <a:pt x="204" y="9"/>
                </a:lnTo>
                <a:lnTo>
                  <a:pt x="132" y="82"/>
                </a:lnTo>
                <a:lnTo>
                  <a:pt x="58" y="9"/>
                </a:lnTo>
                <a:lnTo>
                  <a:pt x="58" y="9"/>
                </a:lnTo>
                <a:lnTo>
                  <a:pt x="54" y="5"/>
                </a:lnTo>
                <a:lnTo>
                  <a:pt x="49" y="2"/>
                </a:lnTo>
                <a:lnTo>
                  <a:pt x="38" y="0"/>
                </a:lnTo>
                <a:lnTo>
                  <a:pt x="27" y="2"/>
                </a:lnTo>
                <a:lnTo>
                  <a:pt x="23" y="5"/>
                </a:lnTo>
                <a:lnTo>
                  <a:pt x="18" y="9"/>
                </a:lnTo>
                <a:lnTo>
                  <a:pt x="9" y="18"/>
                </a:lnTo>
                <a:lnTo>
                  <a:pt x="9" y="18"/>
                </a:lnTo>
                <a:lnTo>
                  <a:pt x="5" y="24"/>
                </a:lnTo>
                <a:lnTo>
                  <a:pt x="3" y="27"/>
                </a:lnTo>
                <a:lnTo>
                  <a:pt x="0" y="38"/>
                </a:lnTo>
                <a:lnTo>
                  <a:pt x="3" y="49"/>
                </a:lnTo>
                <a:lnTo>
                  <a:pt x="5" y="53"/>
                </a:lnTo>
                <a:lnTo>
                  <a:pt x="9" y="58"/>
                </a:lnTo>
                <a:lnTo>
                  <a:pt x="83" y="132"/>
                </a:lnTo>
                <a:lnTo>
                  <a:pt x="9" y="205"/>
                </a:lnTo>
                <a:lnTo>
                  <a:pt x="9" y="205"/>
                </a:lnTo>
                <a:lnTo>
                  <a:pt x="5" y="210"/>
                </a:lnTo>
                <a:lnTo>
                  <a:pt x="3" y="214"/>
                </a:lnTo>
                <a:lnTo>
                  <a:pt x="0" y="225"/>
                </a:lnTo>
                <a:lnTo>
                  <a:pt x="3" y="236"/>
                </a:lnTo>
                <a:lnTo>
                  <a:pt x="5" y="241"/>
                </a:lnTo>
                <a:lnTo>
                  <a:pt x="9" y="245"/>
                </a:lnTo>
                <a:lnTo>
                  <a:pt x="18" y="254"/>
                </a:lnTo>
                <a:lnTo>
                  <a:pt x="18" y="254"/>
                </a:lnTo>
                <a:lnTo>
                  <a:pt x="23" y="257"/>
                </a:lnTo>
                <a:lnTo>
                  <a:pt x="27" y="261"/>
                </a:lnTo>
                <a:lnTo>
                  <a:pt x="38" y="263"/>
                </a:lnTo>
                <a:lnTo>
                  <a:pt x="49" y="261"/>
                </a:lnTo>
                <a:lnTo>
                  <a:pt x="54" y="257"/>
                </a:lnTo>
                <a:lnTo>
                  <a:pt x="58" y="254"/>
                </a:lnTo>
                <a:lnTo>
                  <a:pt x="132" y="181"/>
                </a:lnTo>
                <a:lnTo>
                  <a:pt x="204" y="254"/>
                </a:lnTo>
                <a:lnTo>
                  <a:pt x="204" y="254"/>
                </a:lnTo>
                <a:lnTo>
                  <a:pt x="210" y="257"/>
                </a:lnTo>
                <a:lnTo>
                  <a:pt x="214" y="261"/>
                </a:lnTo>
                <a:lnTo>
                  <a:pt x="224" y="263"/>
                </a:lnTo>
                <a:lnTo>
                  <a:pt x="235" y="261"/>
                </a:lnTo>
                <a:lnTo>
                  <a:pt x="241" y="257"/>
                </a:lnTo>
                <a:lnTo>
                  <a:pt x="244" y="254"/>
                </a:lnTo>
                <a:lnTo>
                  <a:pt x="255" y="245"/>
                </a:lnTo>
                <a:lnTo>
                  <a:pt x="255" y="245"/>
                </a:lnTo>
                <a:lnTo>
                  <a:pt x="257" y="241"/>
                </a:lnTo>
                <a:lnTo>
                  <a:pt x="261" y="236"/>
                </a:lnTo>
                <a:lnTo>
                  <a:pt x="262" y="225"/>
                </a:lnTo>
                <a:lnTo>
                  <a:pt x="261" y="214"/>
                </a:lnTo>
                <a:lnTo>
                  <a:pt x="257" y="210"/>
                </a:lnTo>
                <a:lnTo>
                  <a:pt x="255" y="205"/>
                </a:lnTo>
                <a:lnTo>
                  <a:pt x="181" y="132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61" name="Title 11">
            <a:extLst>
              <a:ext uri="{FF2B5EF4-FFF2-40B4-BE49-F238E27FC236}">
                <a16:creationId xmlns:a16="http://schemas.microsoft.com/office/drawing/2014/main" id="{6DB19993-F664-4C52-8B21-96E005A58797}"/>
              </a:ext>
            </a:extLst>
          </p:cNvPr>
          <p:cNvSpPr txBox="1">
            <a:spLocks/>
          </p:cNvSpPr>
          <p:nvPr/>
        </p:nvSpPr>
        <p:spPr>
          <a:xfrm>
            <a:off x="605546" y="5340103"/>
            <a:ext cx="1483540" cy="513925"/>
          </a:xfrm>
          <a:prstGeom prst="rect">
            <a:avLst/>
          </a:prstGeom>
        </p:spPr>
        <p:txBody>
          <a:bodyPr vert="horz" lIns="90693" tIns="45347" rIns="90693" bIns="45347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458389"/>
            <a:r>
              <a:rPr lang="en-US" sz="1600" b="1" dirty="0">
                <a:solidFill>
                  <a:srgbClr val="000000">
                    <a:lumMod val="90000"/>
                    <a:lumOff val="10000"/>
                  </a:srgbClr>
                </a:solidFill>
                <a:ea typeface="Open Sans" panose="020B0606030504020204" pitchFamily="34" charset="0"/>
                <a:cs typeface="Poppins" panose="00000500000000000000" pitchFamily="50" charset="0"/>
              </a:rPr>
              <a:t>To Do List :</a:t>
            </a: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72185B1B-DE5A-47C4-B241-B7FA6F4CAD92}"/>
              </a:ext>
            </a:extLst>
          </p:cNvPr>
          <p:cNvSpPr/>
          <p:nvPr/>
        </p:nvSpPr>
        <p:spPr>
          <a:xfrm>
            <a:off x="2151255" y="5452421"/>
            <a:ext cx="8933925" cy="615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29194">
              <a:lnSpc>
                <a:spcPct val="150000"/>
              </a:lnSpc>
            </a:pPr>
            <a:r>
              <a:rPr lang="en-US" sz="1200" dirty="0">
                <a:solidFill>
                  <a:srgbClr val="747A94"/>
                </a:solidFill>
                <a:cs typeface="Segoe UI Light" panose="020B0502040204020203" pitchFamily="34" charset="0"/>
              </a:rPr>
              <a:t>Contrary to popular belief, Lorem Ipsum is not simply random text. It has roots in a piece of classical Latin literature from 45 BC, making it over 2000 years old. </a:t>
            </a:r>
          </a:p>
        </p:txBody>
      </p:sp>
    </p:spTree>
    <p:extLst>
      <p:ext uri="{BB962C8B-B14F-4D97-AF65-F5344CB8AC3E}">
        <p14:creationId xmlns:p14="http://schemas.microsoft.com/office/powerpoint/2010/main" val="188911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ound Same Side Corner Rectangle 3">
            <a:extLst>
              <a:ext uri="{FF2B5EF4-FFF2-40B4-BE49-F238E27FC236}">
                <a16:creationId xmlns:a16="http://schemas.microsoft.com/office/drawing/2014/main" id="{1037F68C-81F9-435A-A398-E8CC93DE2699}"/>
              </a:ext>
            </a:extLst>
          </p:cNvPr>
          <p:cNvSpPr/>
          <p:nvPr/>
        </p:nvSpPr>
        <p:spPr>
          <a:xfrm>
            <a:off x="1225965" y="2279578"/>
            <a:ext cx="1974466" cy="414457"/>
          </a:xfrm>
          <a:prstGeom prst="round2SameRect">
            <a:avLst>
              <a:gd name="adj1" fmla="val 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id-ID" sz="1389" b="1" dirty="0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86" name="Round Same Side Corner Rectangle 4">
            <a:extLst>
              <a:ext uri="{FF2B5EF4-FFF2-40B4-BE49-F238E27FC236}">
                <a16:creationId xmlns:a16="http://schemas.microsoft.com/office/drawing/2014/main" id="{5012C37D-CBB9-4FE0-AC5C-E613070B073E}"/>
              </a:ext>
            </a:extLst>
          </p:cNvPr>
          <p:cNvSpPr/>
          <p:nvPr/>
        </p:nvSpPr>
        <p:spPr>
          <a:xfrm>
            <a:off x="6403036" y="2279578"/>
            <a:ext cx="1974466" cy="414457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id-ID" sz="1389" b="1" dirty="0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87" name="Round Same Side Corner Rectangle 5">
            <a:extLst>
              <a:ext uri="{FF2B5EF4-FFF2-40B4-BE49-F238E27FC236}">
                <a16:creationId xmlns:a16="http://schemas.microsoft.com/office/drawing/2014/main" id="{FF31CB7C-C806-4988-B3B8-9F793AD5125F}"/>
              </a:ext>
            </a:extLst>
          </p:cNvPr>
          <p:cNvSpPr/>
          <p:nvPr/>
        </p:nvSpPr>
        <p:spPr>
          <a:xfrm>
            <a:off x="3814501" y="2279578"/>
            <a:ext cx="1974466" cy="414457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id-ID" sz="1389" b="1" dirty="0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88" name="Round Same Side Corner Rectangle 6">
            <a:extLst>
              <a:ext uri="{FF2B5EF4-FFF2-40B4-BE49-F238E27FC236}">
                <a16:creationId xmlns:a16="http://schemas.microsoft.com/office/drawing/2014/main" id="{6E7E59A6-6BE1-4EAF-890A-FA0BD3301831}"/>
              </a:ext>
            </a:extLst>
          </p:cNvPr>
          <p:cNvSpPr/>
          <p:nvPr/>
        </p:nvSpPr>
        <p:spPr>
          <a:xfrm>
            <a:off x="8991570" y="2279578"/>
            <a:ext cx="1974466" cy="414457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id-ID" sz="1389" b="1" dirty="0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89" name="Round Same Side Corner Rectangle 7">
            <a:extLst>
              <a:ext uri="{FF2B5EF4-FFF2-40B4-BE49-F238E27FC236}">
                <a16:creationId xmlns:a16="http://schemas.microsoft.com/office/drawing/2014/main" id="{5BE21A53-8622-4DCB-BA07-6AB39CA4975F}"/>
              </a:ext>
            </a:extLst>
          </p:cNvPr>
          <p:cNvSpPr/>
          <p:nvPr/>
        </p:nvSpPr>
        <p:spPr>
          <a:xfrm>
            <a:off x="1225965" y="2694036"/>
            <a:ext cx="1974466" cy="2261918"/>
          </a:xfrm>
          <a:prstGeom prst="round2SameRect">
            <a:avLst>
              <a:gd name="adj1" fmla="val 0"/>
              <a:gd name="adj2" fmla="val 0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2700000" scaled="0"/>
          </a:gradFill>
          <a:ln>
            <a:noFill/>
          </a:ln>
          <a:effectLst/>
        </p:spPr>
        <p:txBody>
          <a:bodyPr vert="horz" wrap="square" lIns="90693" tIns="45347" rIns="90693" bIns="45347" numCol="1" anchor="t" anchorCtr="0" compatLnSpc="1">
            <a:prstTxWarp prst="textNoShape">
              <a:avLst/>
            </a:prstTxWarp>
          </a:bodyPr>
          <a:lstStyle/>
          <a:p>
            <a:pPr defTabSz="229194"/>
            <a:endParaRPr lang="id-ID" sz="1785" dirty="0">
              <a:solidFill>
                <a:srgbClr val="000000"/>
              </a:solidFill>
              <a:latin typeface="Poppins" panose="00000500000000000000" pitchFamily="2" charset="0"/>
            </a:endParaRPr>
          </a:p>
        </p:txBody>
      </p:sp>
      <p:sp>
        <p:nvSpPr>
          <p:cNvPr id="90" name="Round Same Side Corner Rectangle 11">
            <a:extLst>
              <a:ext uri="{FF2B5EF4-FFF2-40B4-BE49-F238E27FC236}">
                <a16:creationId xmlns:a16="http://schemas.microsoft.com/office/drawing/2014/main" id="{657FBE44-FB0A-4E48-84F7-DBEC21A991E6}"/>
              </a:ext>
            </a:extLst>
          </p:cNvPr>
          <p:cNvSpPr/>
          <p:nvPr/>
        </p:nvSpPr>
        <p:spPr>
          <a:xfrm>
            <a:off x="3814501" y="2694036"/>
            <a:ext cx="1974466" cy="2261918"/>
          </a:xfrm>
          <a:prstGeom prst="round2SameRect">
            <a:avLst>
              <a:gd name="adj1" fmla="val 0"/>
              <a:gd name="adj2" fmla="val 0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2700000" scaled="0"/>
          </a:gradFill>
          <a:ln>
            <a:noFill/>
          </a:ln>
          <a:effectLst/>
        </p:spPr>
        <p:txBody>
          <a:bodyPr vert="horz" wrap="square" lIns="90693" tIns="45347" rIns="90693" bIns="45347" numCol="1" anchor="t" anchorCtr="0" compatLnSpc="1">
            <a:prstTxWarp prst="textNoShape">
              <a:avLst/>
            </a:prstTxWarp>
          </a:bodyPr>
          <a:lstStyle/>
          <a:p>
            <a:pPr defTabSz="229194"/>
            <a:endParaRPr lang="id-ID" sz="1785" dirty="0">
              <a:solidFill>
                <a:srgbClr val="000000"/>
              </a:solidFill>
              <a:latin typeface="Poppins" panose="00000500000000000000" pitchFamily="2" charset="0"/>
            </a:endParaRPr>
          </a:p>
        </p:txBody>
      </p:sp>
      <p:sp>
        <p:nvSpPr>
          <p:cNvPr id="91" name="Round Same Side Corner Rectangle 12">
            <a:extLst>
              <a:ext uri="{FF2B5EF4-FFF2-40B4-BE49-F238E27FC236}">
                <a16:creationId xmlns:a16="http://schemas.microsoft.com/office/drawing/2014/main" id="{890B6E37-1540-477E-84BD-BE42971A43D9}"/>
              </a:ext>
            </a:extLst>
          </p:cNvPr>
          <p:cNvSpPr/>
          <p:nvPr/>
        </p:nvSpPr>
        <p:spPr>
          <a:xfrm>
            <a:off x="6403036" y="2694036"/>
            <a:ext cx="1974466" cy="2261918"/>
          </a:xfrm>
          <a:prstGeom prst="round2SameRect">
            <a:avLst>
              <a:gd name="adj1" fmla="val 0"/>
              <a:gd name="adj2" fmla="val 0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2700000" scaled="0"/>
          </a:gradFill>
          <a:ln>
            <a:noFill/>
          </a:ln>
          <a:effectLst/>
        </p:spPr>
        <p:txBody>
          <a:bodyPr vert="horz" wrap="square" lIns="90693" tIns="45347" rIns="90693" bIns="45347" numCol="1" anchor="t" anchorCtr="0" compatLnSpc="1">
            <a:prstTxWarp prst="textNoShape">
              <a:avLst/>
            </a:prstTxWarp>
          </a:bodyPr>
          <a:lstStyle/>
          <a:p>
            <a:pPr defTabSz="229194"/>
            <a:endParaRPr lang="id-ID" sz="1785" dirty="0">
              <a:solidFill>
                <a:srgbClr val="000000"/>
              </a:solidFill>
              <a:latin typeface="Poppins" panose="00000500000000000000" pitchFamily="2" charset="0"/>
            </a:endParaRPr>
          </a:p>
        </p:txBody>
      </p:sp>
      <p:sp>
        <p:nvSpPr>
          <p:cNvPr id="92" name="Round Same Side Corner Rectangle 13">
            <a:extLst>
              <a:ext uri="{FF2B5EF4-FFF2-40B4-BE49-F238E27FC236}">
                <a16:creationId xmlns:a16="http://schemas.microsoft.com/office/drawing/2014/main" id="{3F1D36C4-D82A-4D54-99F1-E8ED63C9386A}"/>
              </a:ext>
            </a:extLst>
          </p:cNvPr>
          <p:cNvSpPr/>
          <p:nvPr/>
        </p:nvSpPr>
        <p:spPr>
          <a:xfrm>
            <a:off x="8991570" y="2694036"/>
            <a:ext cx="1974466" cy="2261918"/>
          </a:xfrm>
          <a:prstGeom prst="round2SameRect">
            <a:avLst>
              <a:gd name="adj1" fmla="val 0"/>
              <a:gd name="adj2" fmla="val 0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2700000" scaled="0"/>
          </a:gradFill>
          <a:ln>
            <a:noFill/>
          </a:ln>
          <a:effectLst/>
        </p:spPr>
        <p:txBody>
          <a:bodyPr vert="horz" wrap="square" lIns="90693" tIns="45347" rIns="90693" bIns="45347" numCol="1" anchor="t" anchorCtr="0" compatLnSpc="1">
            <a:prstTxWarp prst="textNoShape">
              <a:avLst/>
            </a:prstTxWarp>
          </a:bodyPr>
          <a:lstStyle/>
          <a:p>
            <a:pPr defTabSz="229194"/>
            <a:endParaRPr lang="id-ID" sz="1785" dirty="0">
              <a:solidFill>
                <a:srgbClr val="000000"/>
              </a:solidFill>
              <a:latin typeface="Poppins" panose="00000500000000000000" pitchFamily="2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ECE6D93-A293-471E-AC17-3AE60850156A}"/>
              </a:ext>
            </a:extLst>
          </p:cNvPr>
          <p:cNvSpPr txBox="1"/>
          <p:nvPr/>
        </p:nvSpPr>
        <p:spPr>
          <a:xfrm>
            <a:off x="1361880" y="3705447"/>
            <a:ext cx="170263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229194"/>
            <a:r>
              <a:rPr lang="en-US" sz="1600" b="1" dirty="0">
                <a:solidFill>
                  <a:srgbClr val="000000">
                    <a:lumMod val="75000"/>
                    <a:lumOff val="25000"/>
                  </a:srgbClr>
                </a:solidFill>
                <a:latin typeface="+mj-lt"/>
                <a:ea typeface="Open Sans" panose="020B0606030504020204" pitchFamily="34" charset="0"/>
                <a:cs typeface="Poppins" panose="00000500000000000000" pitchFamily="50" charset="0"/>
              </a:rPr>
              <a:t>Project Task</a:t>
            </a:r>
            <a:endParaRPr lang="id-ID" sz="1600" b="1" dirty="0">
              <a:solidFill>
                <a:srgbClr val="000000">
                  <a:lumMod val="75000"/>
                  <a:lumOff val="25000"/>
                </a:srgbClr>
              </a:solidFill>
              <a:latin typeface="+mj-lt"/>
              <a:ea typeface="Open Sans" panose="020B0606030504020204" pitchFamily="34" charset="0"/>
              <a:cs typeface="Poppins" panose="00000500000000000000" pitchFamily="50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2A63992-C18A-4FB9-AB56-2A9C3694D8BC}"/>
              </a:ext>
            </a:extLst>
          </p:cNvPr>
          <p:cNvSpPr txBox="1"/>
          <p:nvPr/>
        </p:nvSpPr>
        <p:spPr>
          <a:xfrm>
            <a:off x="1361881" y="4093120"/>
            <a:ext cx="1702637" cy="652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29194">
              <a:lnSpc>
                <a:spcPct val="125000"/>
              </a:lnSpc>
            </a:pPr>
            <a:r>
              <a:rPr lang="en-US" sz="1000" dirty="0">
                <a:solidFill>
                  <a:srgbClr val="000000">
                    <a:lumMod val="50000"/>
                    <a:lumOff val="50000"/>
                  </a:srgbClr>
                </a:solidFill>
                <a:ea typeface="Open Sans" panose="020B0606030504020204" pitchFamily="34" charset="0"/>
                <a:cs typeface="Poppins" panose="00000500000000000000" pitchFamily="50" charset="0"/>
              </a:rPr>
              <a:t>Lorem Ipsum is simply dummy text of the printing</a:t>
            </a:r>
            <a:endParaRPr lang="id-ID" sz="1000" dirty="0">
              <a:solidFill>
                <a:srgbClr val="000000">
                  <a:lumMod val="50000"/>
                  <a:lumOff val="50000"/>
                </a:srgbClr>
              </a:solidFill>
              <a:ea typeface="Open Sans" panose="020B0606030504020204" pitchFamily="34" charset="0"/>
              <a:cs typeface="Poppins" panose="00000500000000000000" pitchFamily="50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4ED873F-9621-4661-A284-400C18BEDD55}"/>
              </a:ext>
            </a:extLst>
          </p:cNvPr>
          <p:cNvSpPr txBox="1"/>
          <p:nvPr/>
        </p:nvSpPr>
        <p:spPr>
          <a:xfrm>
            <a:off x="3954337" y="3705447"/>
            <a:ext cx="170263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229194"/>
            <a:r>
              <a:rPr lang="en-US" sz="1600" b="1" dirty="0">
                <a:solidFill>
                  <a:srgbClr val="000000">
                    <a:lumMod val="75000"/>
                    <a:lumOff val="25000"/>
                  </a:srgbClr>
                </a:solidFill>
                <a:latin typeface="+mj-lt"/>
                <a:ea typeface="Open Sans" panose="020B0606030504020204" pitchFamily="34" charset="0"/>
                <a:cs typeface="Poppins" panose="00000500000000000000" pitchFamily="50" charset="0"/>
              </a:rPr>
              <a:t>Project Task</a:t>
            </a:r>
            <a:endParaRPr lang="id-ID" sz="1600" b="1" dirty="0">
              <a:solidFill>
                <a:srgbClr val="000000">
                  <a:lumMod val="75000"/>
                  <a:lumOff val="25000"/>
                </a:srgbClr>
              </a:solidFill>
              <a:latin typeface="+mj-lt"/>
              <a:ea typeface="Open Sans" panose="020B0606030504020204" pitchFamily="34" charset="0"/>
              <a:cs typeface="Poppins" panose="00000500000000000000" pitchFamily="50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AA57230-54E3-4A2D-98D6-B38E0AB946D1}"/>
              </a:ext>
            </a:extLst>
          </p:cNvPr>
          <p:cNvSpPr txBox="1"/>
          <p:nvPr/>
        </p:nvSpPr>
        <p:spPr>
          <a:xfrm>
            <a:off x="3954338" y="4093120"/>
            <a:ext cx="1702637" cy="652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29194">
              <a:lnSpc>
                <a:spcPct val="125000"/>
              </a:lnSpc>
            </a:pPr>
            <a:r>
              <a:rPr lang="en-US" sz="1000" dirty="0">
                <a:solidFill>
                  <a:srgbClr val="000000">
                    <a:lumMod val="50000"/>
                    <a:lumOff val="50000"/>
                  </a:srgbClr>
                </a:solidFill>
                <a:ea typeface="Open Sans" panose="020B0606030504020204" pitchFamily="34" charset="0"/>
                <a:cs typeface="Poppins" panose="00000500000000000000" pitchFamily="50" charset="0"/>
              </a:rPr>
              <a:t>Lorem Ipsum is simply dummy text of the printing</a:t>
            </a:r>
            <a:endParaRPr lang="id-ID" sz="1000" dirty="0">
              <a:solidFill>
                <a:srgbClr val="000000">
                  <a:lumMod val="50000"/>
                  <a:lumOff val="50000"/>
                </a:srgbClr>
              </a:solidFill>
              <a:ea typeface="Open Sans" panose="020B0606030504020204" pitchFamily="34" charset="0"/>
              <a:cs typeface="Poppins" panose="00000500000000000000" pitchFamily="50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1A7F87C-2505-4BD7-8B27-963EDA147848}"/>
              </a:ext>
            </a:extLst>
          </p:cNvPr>
          <p:cNvSpPr txBox="1"/>
          <p:nvPr/>
        </p:nvSpPr>
        <p:spPr>
          <a:xfrm>
            <a:off x="6538951" y="3705447"/>
            <a:ext cx="170263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229194"/>
            <a:r>
              <a:rPr lang="en-US" sz="1600" b="1" dirty="0">
                <a:solidFill>
                  <a:srgbClr val="000000">
                    <a:lumMod val="75000"/>
                    <a:lumOff val="25000"/>
                  </a:srgbClr>
                </a:solidFill>
                <a:latin typeface="+mj-lt"/>
                <a:ea typeface="Open Sans" panose="020B0606030504020204" pitchFamily="34" charset="0"/>
                <a:cs typeface="Poppins" panose="00000500000000000000" pitchFamily="50" charset="0"/>
              </a:rPr>
              <a:t>Project Task</a:t>
            </a:r>
            <a:endParaRPr lang="id-ID" sz="1600" b="1" dirty="0">
              <a:solidFill>
                <a:srgbClr val="000000">
                  <a:lumMod val="75000"/>
                  <a:lumOff val="25000"/>
                </a:srgbClr>
              </a:solidFill>
              <a:latin typeface="+mj-lt"/>
              <a:ea typeface="Open Sans" panose="020B0606030504020204" pitchFamily="34" charset="0"/>
              <a:cs typeface="Poppins" panose="00000500000000000000" pitchFamily="50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F96A95A-930C-4C2C-AA02-BF3C954FA8ED}"/>
              </a:ext>
            </a:extLst>
          </p:cNvPr>
          <p:cNvSpPr txBox="1"/>
          <p:nvPr/>
        </p:nvSpPr>
        <p:spPr>
          <a:xfrm>
            <a:off x="6538951" y="4093120"/>
            <a:ext cx="1702637" cy="652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29194">
              <a:lnSpc>
                <a:spcPct val="125000"/>
              </a:lnSpc>
            </a:pPr>
            <a:r>
              <a:rPr lang="en-US" sz="1000" dirty="0">
                <a:solidFill>
                  <a:srgbClr val="000000">
                    <a:lumMod val="50000"/>
                    <a:lumOff val="50000"/>
                  </a:srgbClr>
                </a:solidFill>
                <a:ea typeface="Open Sans" panose="020B0606030504020204" pitchFamily="34" charset="0"/>
                <a:cs typeface="Poppins" panose="00000500000000000000" pitchFamily="50" charset="0"/>
              </a:rPr>
              <a:t>Lorem Ipsum is simply dummy text of the printing</a:t>
            </a:r>
            <a:endParaRPr lang="id-ID" sz="1000" dirty="0">
              <a:solidFill>
                <a:srgbClr val="000000">
                  <a:lumMod val="50000"/>
                  <a:lumOff val="50000"/>
                </a:srgbClr>
              </a:solidFill>
              <a:ea typeface="Open Sans" panose="020B0606030504020204" pitchFamily="34" charset="0"/>
              <a:cs typeface="Poppins" panose="00000500000000000000" pitchFamily="50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7630A4C-9E4B-4929-BA27-1A41252DE0FF}"/>
              </a:ext>
            </a:extLst>
          </p:cNvPr>
          <p:cNvSpPr txBox="1"/>
          <p:nvPr/>
        </p:nvSpPr>
        <p:spPr>
          <a:xfrm>
            <a:off x="9127485" y="3705447"/>
            <a:ext cx="170263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229194"/>
            <a:r>
              <a:rPr lang="en-US" sz="1600" b="1" dirty="0">
                <a:solidFill>
                  <a:srgbClr val="000000">
                    <a:lumMod val="75000"/>
                    <a:lumOff val="25000"/>
                  </a:srgbClr>
                </a:solidFill>
                <a:latin typeface="+mj-lt"/>
                <a:ea typeface="Open Sans" panose="020B0606030504020204" pitchFamily="34" charset="0"/>
                <a:cs typeface="Poppins" panose="00000500000000000000" pitchFamily="50" charset="0"/>
              </a:rPr>
              <a:t>Project Task</a:t>
            </a:r>
            <a:endParaRPr lang="id-ID" sz="1600" b="1" dirty="0">
              <a:solidFill>
                <a:srgbClr val="000000">
                  <a:lumMod val="75000"/>
                  <a:lumOff val="25000"/>
                </a:srgbClr>
              </a:solidFill>
              <a:latin typeface="+mj-lt"/>
              <a:ea typeface="Open Sans" panose="020B0606030504020204" pitchFamily="34" charset="0"/>
              <a:cs typeface="Poppins" panose="00000500000000000000" pitchFamily="50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ECF7D5F-4B85-4882-A02C-0165E6977B4C}"/>
              </a:ext>
            </a:extLst>
          </p:cNvPr>
          <p:cNvSpPr txBox="1"/>
          <p:nvPr/>
        </p:nvSpPr>
        <p:spPr>
          <a:xfrm>
            <a:off x="9127486" y="4093120"/>
            <a:ext cx="1702637" cy="652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29194">
              <a:lnSpc>
                <a:spcPct val="125000"/>
              </a:lnSpc>
            </a:pPr>
            <a:r>
              <a:rPr lang="en-US" sz="1000" dirty="0">
                <a:solidFill>
                  <a:srgbClr val="000000">
                    <a:lumMod val="50000"/>
                    <a:lumOff val="50000"/>
                  </a:srgbClr>
                </a:solidFill>
                <a:ea typeface="Open Sans" panose="020B0606030504020204" pitchFamily="34" charset="0"/>
                <a:cs typeface="Poppins" panose="00000500000000000000" pitchFamily="50" charset="0"/>
              </a:rPr>
              <a:t>Lorem Ipsum is simply dummy text of the printing</a:t>
            </a:r>
            <a:endParaRPr lang="id-ID" sz="1000" dirty="0">
              <a:solidFill>
                <a:srgbClr val="000000">
                  <a:lumMod val="50000"/>
                  <a:lumOff val="50000"/>
                </a:srgbClr>
              </a:solidFill>
              <a:ea typeface="Open Sans" panose="020B0606030504020204" pitchFamily="34" charset="0"/>
              <a:cs typeface="Poppins" panose="00000500000000000000" pitchFamily="50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4FE5537-D9CF-4479-B812-DB79E9099DF8}"/>
              </a:ext>
            </a:extLst>
          </p:cNvPr>
          <p:cNvSpPr txBox="1"/>
          <p:nvPr/>
        </p:nvSpPr>
        <p:spPr>
          <a:xfrm>
            <a:off x="1555282" y="2322140"/>
            <a:ext cx="1315833" cy="336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229194"/>
            <a:r>
              <a:rPr lang="en-US" sz="1600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January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AF52C29-CCA4-47CB-9AA2-781C6585AB07}"/>
              </a:ext>
            </a:extLst>
          </p:cNvPr>
          <p:cNvSpPr txBox="1"/>
          <p:nvPr/>
        </p:nvSpPr>
        <p:spPr>
          <a:xfrm>
            <a:off x="4143817" y="2322140"/>
            <a:ext cx="1315833" cy="336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229194"/>
            <a:r>
              <a:rPr lang="en-US" sz="1600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February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64BE8F9-96CE-453F-ACD4-2733DB87C922}"/>
              </a:ext>
            </a:extLst>
          </p:cNvPr>
          <p:cNvSpPr txBox="1"/>
          <p:nvPr/>
        </p:nvSpPr>
        <p:spPr>
          <a:xfrm>
            <a:off x="6732352" y="2322140"/>
            <a:ext cx="1315833" cy="336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229194"/>
            <a:r>
              <a:rPr lang="en-US" sz="1600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March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5BCAA61-A347-48BE-8FEB-E6FD3C23D6A9}"/>
              </a:ext>
            </a:extLst>
          </p:cNvPr>
          <p:cNvSpPr txBox="1"/>
          <p:nvPr/>
        </p:nvSpPr>
        <p:spPr>
          <a:xfrm>
            <a:off x="9320887" y="2322140"/>
            <a:ext cx="1315833" cy="336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229194"/>
            <a:r>
              <a:rPr lang="en-US" sz="1600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April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EB6FE93-D281-46BD-BEEE-616F53CD31D4}"/>
              </a:ext>
            </a:extLst>
          </p:cNvPr>
          <p:cNvSpPr/>
          <p:nvPr/>
        </p:nvSpPr>
        <p:spPr>
          <a:xfrm>
            <a:off x="1225457" y="2279579"/>
            <a:ext cx="1974466" cy="186659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FB6DA4CE-B5E0-45B6-98E9-3DEF144CDA4E}"/>
              </a:ext>
            </a:extLst>
          </p:cNvPr>
          <p:cNvSpPr/>
          <p:nvPr/>
        </p:nvSpPr>
        <p:spPr>
          <a:xfrm>
            <a:off x="3814501" y="2279579"/>
            <a:ext cx="1974466" cy="186659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A7A17CC-3AC1-4554-A01A-E4045C5C239A}"/>
              </a:ext>
            </a:extLst>
          </p:cNvPr>
          <p:cNvSpPr/>
          <p:nvPr/>
        </p:nvSpPr>
        <p:spPr>
          <a:xfrm>
            <a:off x="6403035" y="2279579"/>
            <a:ext cx="1974466" cy="186659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1601A062-4DEC-4CF7-A49B-6349667E7226}"/>
              </a:ext>
            </a:extLst>
          </p:cNvPr>
          <p:cNvSpPr/>
          <p:nvPr/>
        </p:nvSpPr>
        <p:spPr>
          <a:xfrm>
            <a:off x="8991569" y="2279579"/>
            <a:ext cx="1974466" cy="186659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17" name="Round Same Side Corner Rectangle 5">
            <a:extLst>
              <a:ext uri="{FF2B5EF4-FFF2-40B4-BE49-F238E27FC236}">
                <a16:creationId xmlns:a16="http://schemas.microsoft.com/office/drawing/2014/main" id="{0CEE4DF8-2DB7-4A7C-8CDE-CD0C142E343A}"/>
              </a:ext>
            </a:extLst>
          </p:cNvPr>
          <p:cNvSpPr/>
          <p:nvPr/>
        </p:nvSpPr>
        <p:spPr>
          <a:xfrm>
            <a:off x="5064574" y="5342416"/>
            <a:ext cx="1974466" cy="486377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id-ID" sz="1984" b="1" dirty="0">
              <a:solidFill>
                <a:srgbClr val="FFFFFF"/>
              </a:solidFill>
              <a:latin typeface="Poppins" panose="00000500000000000000" pitchFamily="50" charset="0"/>
              <a:cs typeface="Poppins" panose="00000500000000000000" pitchFamily="50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7BDCFC3-0EC1-4E7D-B953-7C59E14EBC68}"/>
              </a:ext>
            </a:extLst>
          </p:cNvPr>
          <p:cNvSpPr txBox="1"/>
          <p:nvPr/>
        </p:nvSpPr>
        <p:spPr>
          <a:xfrm>
            <a:off x="5408829" y="5421184"/>
            <a:ext cx="1315833" cy="336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229194"/>
            <a:r>
              <a:rPr lang="en-US" sz="1600" b="1" dirty="0">
                <a:solidFill>
                  <a:srgbClr val="FFFFFF"/>
                </a:solidFill>
                <a:latin typeface="+mj-lt"/>
                <a:cs typeface="Poppins" panose="00000500000000000000" pitchFamily="50" charset="0"/>
              </a:rPr>
              <a:t>2024</a:t>
            </a:r>
            <a:endParaRPr lang="id-ID" sz="1600" b="1" dirty="0">
              <a:solidFill>
                <a:srgbClr val="FFFFFF"/>
              </a:solidFill>
              <a:latin typeface="+mj-lt"/>
              <a:cs typeface="Poppins" panose="00000500000000000000" pitchFamily="50" charset="0"/>
            </a:endParaRPr>
          </a:p>
        </p:txBody>
      </p:sp>
      <p:sp>
        <p:nvSpPr>
          <p:cNvPr id="119" name="Title 11">
            <a:extLst>
              <a:ext uri="{FF2B5EF4-FFF2-40B4-BE49-F238E27FC236}">
                <a16:creationId xmlns:a16="http://schemas.microsoft.com/office/drawing/2014/main" id="{1E3081A6-7A9A-4FF3-904D-C723F27DF8AF}"/>
              </a:ext>
            </a:extLst>
          </p:cNvPr>
          <p:cNvSpPr txBox="1">
            <a:spLocks/>
          </p:cNvSpPr>
          <p:nvPr/>
        </p:nvSpPr>
        <p:spPr>
          <a:xfrm>
            <a:off x="4187254" y="1333436"/>
            <a:ext cx="3817494" cy="513925"/>
          </a:xfrm>
          <a:prstGeom prst="rect">
            <a:avLst/>
          </a:prstGeom>
        </p:spPr>
        <p:txBody>
          <a:bodyPr vert="horz" lIns="90693" tIns="45347" rIns="90693" bIns="45347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8389"/>
            <a:r>
              <a:rPr lang="en-US" sz="2400" b="1" dirty="0">
                <a:solidFill>
                  <a:srgbClr val="000000">
                    <a:lumMod val="90000"/>
                    <a:lumOff val="10000"/>
                  </a:srgbClr>
                </a:solidFill>
                <a:ea typeface="Open Sans" panose="020B0606030504020204" pitchFamily="34" charset="0"/>
                <a:cs typeface="Poppins" panose="00000500000000000000" pitchFamily="50" charset="0"/>
              </a:rPr>
              <a:t>Monthly Planner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299290B-71AB-4E05-A264-CA40EEC6F368}"/>
              </a:ext>
            </a:extLst>
          </p:cNvPr>
          <p:cNvSpPr txBox="1"/>
          <p:nvPr/>
        </p:nvSpPr>
        <p:spPr>
          <a:xfrm>
            <a:off x="2973049" y="638215"/>
            <a:ext cx="6245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+mj-lt"/>
                <a:cs typeface="Sora SemiBold" pitchFamily="2" charset="0"/>
              </a:rPr>
              <a:t>Gant Chart</a:t>
            </a:r>
            <a:r>
              <a:rPr lang="en-US" sz="4000" b="1" dirty="0">
                <a:solidFill>
                  <a:schemeClr val="accent2"/>
                </a:solidFill>
                <a:latin typeface="+mj-lt"/>
                <a:cs typeface="Sora SemiBold" pitchFamily="2" charset="0"/>
              </a:rPr>
              <a:t>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SemiBold" pitchFamily="2" charset="0"/>
              </a:rPr>
              <a:t>Infographic</a:t>
            </a:r>
          </a:p>
        </p:txBody>
      </p:sp>
      <p:sp>
        <p:nvSpPr>
          <p:cNvPr id="121" name="Freeform 19">
            <a:extLst>
              <a:ext uri="{FF2B5EF4-FFF2-40B4-BE49-F238E27FC236}">
                <a16:creationId xmlns:a16="http://schemas.microsoft.com/office/drawing/2014/main" id="{31007387-2020-463D-ADF8-1C8C857D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2225" y="3142569"/>
            <a:ext cx="333154" cy="335080"/>
          </a:xfrm>
          <a:custGeom>
            <a:avLst/>
            <a:gdLst>
              <a:gd name="T0" fmla="*/ 10817 w 634"/>
              <a:gd name="T1" fmla="*/ 85432 h 635"/>
              <a:gd name="T2" fmla="*/ 10817 w 634"/>
              <a:gd name="T3" fmla="*/ 85432 h 635"/>
              <a:gd name="T4" fmla="*/ 79684 w 634"/>
              <a:gd name="T5" fmla="*/ 85432 h 635"/>
              <a:gd name="T6" fmla="*/ 85093 w 634"/>
              <a:gd name="T7" fmla="*/ 80002 h 635"/>
              <a:gd name="T8" fmla="*/ 79684 w 634"/>
              <a:gd name="T9" fmla="*/ 74934 h 635"/>
              <a:gd name="T10" fmla="*/ 26682 w 634"/>
              <a:gd name="T11" fmla="*/ 74934 h 635"/>
              <a:gd name="T12" fmla="*/ 116822 w 634"/>
              <a:gd name="T13" fmla="*/ 16290 h 635"/>
              <a:gd name="T14" fmla="*/ 212372 w 634"/>
              <a:gd name="T15" fmla="*/ 101360 h 635"/>
              <a:gd name="T16" fmla="*/ 228236 w 634"/>
              <a:gd name="T17" fmla="*/ 101360 h 635"/>
              <a:gd name="T18" fmla="*/ 116822 w 634"/>
              <a:gd name="T19" fmla="*/ 0 h 635"/>
              <a:gd name="T20" fmla="*/ 15865 w 634"/>
              <a:gd name="T21" fmla="*/ 58644 h 635"/>
              <a:gd name="T22" fmla="*/ 15865 w 634"/>
              <a:gd name="T23" fmla="*/ 10860 h 635"/>
              <a:gd name="T24" fmla="*/ 10817 w 634"/>
              <a:gd name="T25" fmla="*/ 0 h 635"/>
              <a:gd name="T26" fmla="*/ 0 w 634"/>
              <a:gd name="T27" fmla="*/ 10860 h 635"/>
              <a:gd name="T28" fmla="*/ 0 w 634"/>
              <a:gd name="T29" fmla="*/ 80002 h 635"/>
              <a:gd name="T30" fmla="*/ 10817 w 634"/>
              <a:gd name="T31" fmla="*/ 85432 h 635"/>
              <a:gd name="T32" fmla="*/ 223189 w 634"/>
              <a:gd name="T33" fmla="*/ 144077 h 635"/>
              <a:gd name="T34" fmla="*/ 223189 w 634"/>
              <a:gd name="T35" fmla="*/ 144077 h 635"/>
              <a:gd name="T36" fmla="*/ 148552 w 634"/>
              <a:gd name="T37" fmla="*/ 144077 h 635"/>
              <a:gd name="T38" fmla="*/ 143504 w 634"/>
              <a:gd name="T39" fmla="*/ 149507 h 635"/>
              <a:gd name="T40" fmla="*/ 148552 w 634"/>
              <a:gd name="T41" fmla="*/ 160005 h 635"/>
              <a:gd name="T42" fmla="*/ 206963 w 634"/>
              <a:gd name="T43" fmla="*/ 160005 h 635"/>
              <a:gd name="T44" fmla="*/ 116822 w 634"/>
              <a:gd name="T45" fmla="*/ 213219 h 635"/>
              <a:gd name="T46" fmla="*/ 15865 w 634"/>
              <a:gd name="T47" fmla="*/ 128149 h 635"/>
              <a:gd name="T48" fmla="*/ 5408 w 634"/>
              <a:gd name="T49" fmla="*/ 128149 h 635"/>
              <a:gd name="T50" fmla="*/ 116822 w 634"/>
              <a:gd name="T51" fmla="*/ 229509 h 635"/>
              <a:gd name="T52" fmla="*/ 212372 w 634"/>
              <a:gd name="T53" fmla="*/ 170865 h 635"/>
              <a:gd name="T54" fmla="*/ 212372 w 634"/>
              <a:gd name="T55" fmla="*/ 224079 h 635"/>
              <a:gd name="T56" fmla="*/ 223189 w 634"/>
              <a:gd name="T57" fmla="*/ 229509 h 635"/>
              <a:gd name="T58" fmla="*/ 228236 w 634"/>
              <a:gd name="T59" fmla="*/ 224079 h 635"/>
              <a:gd name="T60" fmla="*/ 228236 w 634"/>
              <a:gd name="T61" fmla="*/ 149507 h 635"/>
              <a:gd name="T62" fmla="*/ 223189 w 634"/>
              <a:gd name="T63" fmla="*/ 144077 h 635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634" h="635">
                <a:moveTo>
                  <a:pt x="30" y="236"/>
                </a:moveTo>
                <a:lnTo>
                  <a:pt x="30" y="236"/>
                </a:lnTo>
                <a:cubicBezTo>
                  <a:pt x="221" y="236"/>
                  <a:pt x="221" y="236"/>
                  <a:pt x="221" y="236"/>
                </a:cubicBezTo>
                <a:cubicBezTo>
                  <a:pt x="236" y="236"/>
                  <a:pt x="236" y="236"/>
                  <a:pt x="236" y="221"/>
                </a:cubicBezTo>
                <a:cubicBezTo>
                  <a:pt x="236" y="207"/>
                  <a:pt x="236" y="207"/>
                  <a:pt x="221" y="207"/>
                </a:cubicBezTo>
                <a:cubicBezTo>
                  <a:pt x="74" y="207"/>
                  <a:pt x="74" y="207"/>
                  <a:pt x="74" y="207"/>
                </a:cubicBezTo>
                <a:cubicBezTo>
                  <a:pt x="118" y="104"/>
                  <a:pt x="207" y="45"/>
                  <a:pt x="324" y="45"/>
                </a:cubicBezTo>
                <a:cubicBezTo>
                  <a:pt x="457" y="45"/>
                  <a:pt x="574" y="148"/>
                  <a:pt x="589" y="280"/>
                </a:cubicBezTo>
                <a:cubicBezTo>
                  <a:pt x="633" y="280"/>
                  <a:pt x="633" y="280"/>
                  <a:pt x="633" y="280"/>
                </a:cubicBezTo>
                <a:cubicBezTo>
                  <a:pt x="619" y="118"/>
                  <a:pt x="486" y="0"/>
                  <a:pt x="324" y="0"/>
                </a:cubicBezTo>
                <a:cubicBezTo>
                  <a:pt x="207" y="0"/>
                  <a:pt x="103" y="74"/>
                  <a:pt x="44" y="162"/>
                </a:cubicBezTo>
                <a:cubicBezTo>
                  <a:pt x="44" y="30"/>
                  <a:pt x="44" y="30"/>
                  <a:pt x="44" y="30"/>
                </a:cubicBezTo>
                <a:cubicBezTo>
                  <a:pt x="44" y="15"/>
                  <a:pt x="30" y="0"/>
                  <a:pt x="30" y="0"/>
                </a:cubicBezTo>
                <a:cubicBezTo>
                  <a:pt x="15" y="0"/>
                  <a:pt x="0" y="15"/>
                  <a:pt x="0" y="30"/>
                </a:cubicBezTo>
                <a:cubicBezTo>
                  <a:pt x="0" y="221"/>
                  <a:pt x="0" y="221"/>
                  <a:pt x="0" y="221"/>
                </a:cubicBezTo>
                <a:cubicBezTo>
                  <a:pt x="0" y="236"/>
                  <a:pt x="30" y="236"/>
                  <a:pt x="30" y="236"/>
                </a:cubicBezTo>
                <a:close/>
                <a:moveTo>
                  <a:pt x="619" y="398"/>
                </a:moveTo>
                <a:lnTo>
                  <a:pt x="619" y="398"/>
                </a:lnTo>
                <a:cubicBezTo>
                  <a:pt x="412" y="398"/>
                  <a:pt x="412" y="398"/>
                  <a:pt x="412" y="398"/>
                </a:cubicBezTo>
                <a:lnTo>
                  <a:pt x="398" y="413"/>
                </a:lnTo>
                <a:cubicBezTo>
                  <a:pt x="398" y="428"/>
                  <a:pt x="412" y="442"/>
                  <a:pt x="412" y="442"/>
                </a:cubicBezTo>
                <a:cubicBezTo>
                  <a:pt x="574" y="442"/>
                  <a:pt x="574" y="442"/>
                  <a:pt x="574" y="442"/>
                </a:cubicBezTo>
                <a:cubicBezTo>
                  <a:pt x="530" y="530"/>
                  <a:pt x="427" y="589"/>
                  <a:pt x="324" y="589"/>
                </a:cubicBezTo>
                <a:cubicBezTo>
                  <a:pt x="177" y="589"/>
                  <a:pt x="74" y="487"/>
                  <a:pt x="44" y="354"/>
                </a:cubicBezTo>
                <a:cubicBezTo>
                  <a:pt x="15" y="354"/>
                  <a:pt x="15" y="354"/>
                  <a:pt x="15" y="354"/>
                </a:cubicBezTo>
                <a:cubicBezTo>
                  <a:pt x="30" y="516"/>
                  <a:pt x="162" y="634"/>
                  <a:pt x="324" y="634"/>
                </a:cubicBezTo>
                <a:cubicBezTo>
                  <a:pt x="442" y="634"/>
                  <a:pt x="545" y="575"/>
                  <a:pt x="589" y="472"/>
                </a:cubicBezTo>
                <a:cubicBezTo>
                  <a:pt x="589" y="619"/>
                  <a:pt x="589" y="619"/>
                  <a:pt x="589" y="619"/>
                </a:cubicBezTo>
                <a:cubicBezTo>
                  <a:pt x="589" y="619"/>
                  <a:pt x="604" y="634"/>
                  <a:pt x="619" y="634"/>
                </a:cubicBezTo>
                <a:lnTo>
                  <a:pt x="633" y="619"/>
                </a:lnTo>
                <a:cubicBezTo>
                  <a:pt x="633" y="413"/>
                  <a:pt x="633" y="413"/>
                  <a:pt x="633" y="413"/>
                </a:cubicBezTo>
                <a:cubicBezTo>
                  <a:pt x="633" y="398"/>
                  <a:pt x="619" y="398"/>
                  <a:pt x="619" y="39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2" name="Freeform 96">
            <a:extLst>
              <a:ext uri="{FF2B5EF4-FFF2-40B4-BE49-F238E27FC236}">
                <a16:creationId xmlns:a16="http://schemas.microsoft.com/office/drawing/2014/main" id="{21E351B9-019D-4AE4-B9FD-1C9A3DB9D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5156" y="3152198"/>
            <a:ext cx="333154" cy="325451"/>
          </a:xfrm>
          <a:custGeom>
            <a:avLst/>
            <a:gdLst>
              <a:gd name="T0" fmla="*/ 186051 w 634"/>
              <a:gd name="T1" fmla="*/ 0 h 619"/>
              <a:gd name="T2" fmla="*/ 186051 w 634"/>
              <a:gd name="T3" fmla="*/ 0 h 619"/>
              <a:gd name="T4" fmla="*/ 42546 w 634"/>
              <a:gd name="T5" fmla="*/ 0 h 619"/>
              <a:gd name="T6" fmla="*/ 0 w 634"/>
              <a:gd name="T7" fmla="*/ 68891 h 619"/>
              <a:gd name="T8" fmla="*/ 0 w 634"/>
              <a:gd name="T9" fmla="*/ 95582 h 619"/>
              <a:gd name="T10" fmla="*/ 10817 w 634"/>
              <a:gd name="T11" fmla="*/ 116502 h 619"/>
              <a:gd name="T12" fmla="*/ 10817 w 634"/>
              <a:gd name="T13" fmla="*/ 196214 h 619"/>
              <a:gd name="T14" fmla="*/ 37138 w 634"/>
              <a:gd name="T15" fmla="*/ 222904 h 619"/>
              <a:gd name="T16" fmla="*/ 191098 w 634"/>
              <a:gd name="T17" fmla="*/ 222904 h 619"/>
              <a:gd name="T18" fmla="*/ 223189 w 634"/>
              <a:gd name="T19" fmla="*/ 196214 h 619"/>
              <a:gd name="T20" fmla="*/ 223189 w 634"/>
              <a:gd name="T21" fmla="*/ 116502 h 619"/>
              <a:gd name="T22" fmla="*/ 228236 w 634"/>
              <a:gd name="T23" fmla="*/ 95582 h 619"/>
              <a:gd name="T24" fmla="*/ 228236 w 634"/>
              <a:gd name="T25" fmla="*/ 68891 h 619"/>
              <a:gd name="T26" fmla="*/ 186051 w 634"/>
              <a:gd name="T27" fmla="*/ 0 h 619"/>
              <a:gd name="T28" fmla="*/ 207324 w 634"/>
              <a:gd name="T29" fmla="*/ 196214 h 619"/>
              <a:gd name="T30" fmla="*/ 207324 w 634"/>
              <a:gd name="T31" fmla="*/ 196214 h 619"/>
              <a:gd name="T32" fmla="*/ 191098 w 634"/>
              <a:gd name="T33" fmla="*/ 212444 h 619"/>
              <a:gd name="T34" fmla="*/ 37138 w 634"/>
              <a:gd name="T35" fmla="*/ 212444 h 619"/>
              <a:gd name="T36" fmla="*/ 21273 w 634"/>
              <a:gd name="T37" fmla="*/ 196214 h 619"/>
              <a:gd name="T38" fmla="*/ 21273 w 634"/>
              <a:gd name="T39" fmla="*/ 180343 h 619"/>
              <a:gd name="T40" fmla="*/ 207324 w 634"/>
              <a:gd name="T41" fmla="*/ 180343 h 619"/>
              <a:gd name="T42" fmla="*/ 207324 w 634"/>
              <a:gd name="T43" fmla="*/ 196214 h 619"/>
              <a:gd name="T44" fmla="*/ 207324 w 634"/>
              <a:gd name="T45" fmla="*/ 169883 h 619"/>
              <a:gd name="T46" fmla="*/ 207324 w 634"/>
              <a:gd name="T47" fmla="*/ 169883 h 619"/>
              <a:gd name="T48" fmla="*/ 21273 w 634"/>
              <a:gd name="T49" fmla="*/ 169883 h 619"/>
              <a:gd name="T50" fmla="*/ 21273 w 634"/>
              <a:gd name="T51" fmla="*/ 127322 h 619"/>
              <a:gd name="T52" fmla="*/ 37138 w 634"/>
              <a:gd name="T53" fmla="*/ 127322 h 619"/>
              <a:gd name="T54" fmla="*/ 63820 w 634"/>
              <a:gd name="T55" fmla="*/ 106042 h 619"/>
              <a:gd name="T56" fmla="*/ 90501 w 634"/>
              <a:gd name="T57" fmla="*/ 127322 h 619"/>
              <a:gd name="T58" fmla="*/ 116822 w 634"/>
              <a:gd name="T59" fmla="*/ 111452 h 619"/>
              <a:gd name="T60" fmla="*/ 143504 w 634"/>
              <a:gd name="T61" fmla="*/ 127322 h 619"/>
              <a:gd name="T62" fmla="*/ 169825 w 634"/>
              <a:gd name="T63" fmla="*/ 106042 h 619"/>
              <a:gd name="T64" fmla="*/ 191098 w 634"/>
              <a:gd name="T65" fmla="*/ 127322 h 619"/>
              <a:gd name="T66" fmla="*/ 207324 w 634"/>
              <a:gd name="T67" fmla="*/ 127322 h 619"/>
              <a:gd name="T68" fmla="*/ 207324 w 634"/>
              <a:gd name="T69" fmla="*/ 169883 h 619"/>
              <a:gd name="T70" fmla="*/ 212372 w 634"/>
              <a:gd name="T71" fmla="*/ 95582 h 619"/>
              <a:gd name="T72" fmla="*/ 212372 w 634"/>
              <a:gd name="T73" fmla="*/ 95582 h 619"/>
              <a:gd name="T74" fmla="*/ 191098 w 634"/>
              <a:gd name="T75" fmla="*/ 111452 h 619"/>
              <a:gd name="T76" fmla="*/ 169825 w 634"/>
              <a:gd name="T77" fmla="*/ 95582 h 619"/>
              <a:gd name="T78" fmla="*/ 164777 w 634"/>
              <a:gd name="T79" fmla="*/ 95582 h 619"/>
              <a:gd name="T80" fmla="*/ 143504 w 634"/>
              <a:gd name="T81" fmla="*/ 111452 h 619"/>
              <a:gd name="T82" fmla="*/ 116822 w 634"/>
              <a:gd name="T83" fmla="*/ 95582 h 619"/>
              <a:gd name="T84" fmla="*/ 111775 w 634"/>
              <a:gd name="T85" fmla="*/ 95582 h 619"/>
              <a:gd name="T86" fmla="*/ 90501 w 634"/>
              <a:gd name="T87" fmla="*/ 111452 h 619"/>
              <a:gd name="T88" fmla="*/ 63820 w 634"/>
              <a:gd name="T89" fmla="*/ 95582 h 619"/>
              <a:gd name="T90" fmla="*/ 58411 w 634"/>
              <a:gd name="T91" fmla="*/ 95582 h 619"/>
              <a:gd name="T92" fmla="*/ 37138 w 634"/>
              <a:gd name="T93" fmla="*/ 111452 h 619"/>
              <a:gd name="T94" fmla="*/ 16225 w 634"/>
              <a:gd name="T95" fmla="*/ 95582 h 619"/>
              <a:gd name="T96" fmla="*/ 16225 w 634"/>
              <a:gd name="T97" fmla="*/ 84761 h 619"/>
              <a:gd name="T98" fmla="*/ 212372 w 634"/>
              <a:gd name="T99" fmla="*/ 84761 h 619"/>
              <a:gd name="T100" fmla="*/ 212372 w 634"/>
              <a:gd name="T101" fmla="*/ 95582 h 619"/>
              <a:gd name="T102" fmla="*/ 16225 w 634"/>
              <a:gd name="T103" fmla="*/ 68891 h 619"/>
              <a:gd name="T104" fmla="*/ 16225 w 634"/>
              <a:gd name="T105" fmla="*/ 68891 h 619"/>
              <a:gd name="T106" fmla="*/ 47955 w 634"/>
              <a:gd name="T107" fmla="*/ 10460 h 619"/>
              <a:gd name="T108" fmla="*/ 180642 w 634"/>
              <a:gd name="T109" fmla="*/ 10460 h 619"/>
              <a:gd name="T110" fmla="*/ 212372 w 634"/>
              <a:gd name="T111" fmla="*/ 68891 h 619"/>
              <a:gd name="T112" fmla="*/ 16225 w 634"/>
              <a:gd name="T113" fmla="*/ 68891 h 619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634" h="619">
                <a:moveTo>
                  <a:pt x="516" y="0"/>
                </a:moveTo>
                <a:lnTo>
                  <a:pt x="516" y="0"/>
                </a:lnTo>
                <a:cubicBezTo>
                  <a:pt x="118" y="0"/>
                  <a:pt x="118" y="0"/>
                  <a:pt x="118" y="0"/>
                </a:cubicBezTo>
                <a:cubicBezTo>
                  <a:pt x="0" y="191"/>
                  <a:pt x="0" y="191"/>
                  <a:pt x="0" y="191"/>
                </a:cubicBezTo>
                <a:lnTo>
                  <a:pt x="0" y="265"/>
                </a:lnTo>
                <a:cubicBezTo>
                  <a:pt x="0" y="294"/>
                  <a:pt x="15" y="309"/>
                  <a:pt x="30" y="323"/>
                </a:cubicBezTo>
                <a:cubicBezTo>
                  <a:pt x="30" y="544"/>
                  <a:pt x="30" y="544"/>
                  <a:pt x="30" y="544"/>
                </a:cubicBezTo>
                <a:cubicBezTo>
                  <a:pt x="30" y="589"/>
                  <a:pt x="59" y="618"/>
                  <a:pt x="103" y="618"/>
                </a:cubicBezTo>
                <a:cubicBezTo>
                  <a:pt x="530" y="618"/>
                  <a:pt x="530" y="618"/>
                  <a:pt x="530" y="618"/>
                </a:cubicBezTo>
                <a:cubicBezTo>
                  <a:pt x="575" y="618"/>
                  <a:pt x="619" y="589"/>
                  <a:pt x="619" y="544"/>
                </a:cubicBezTo>
                <a:cubicBezTo>
                  <a:pt x="619" y="323"/>
                  <a:pt x="619" y="323"/>
                  <a:pt x="619" y="323"/>
                </a:cubicBezTo>
                <a:cubicBezTo>
                  <a:pt x="633" y="309"/>
                  <a:pt x="633" y="294"/>
                  <a:pt x="633" y="265"/>
                </a:cubicBezTo>
                <a:cubicBezTo>
                  <a:pt x="633" y="250"/>
                  <a:pt x="633" y="191"/>
                  <a:pt x="633" y="191"/>
                </a:cubicBezTo>
                <a:lnTo>
                  <a:pt x="516" y="0"/>
                </a:lnTo>
                <a:close/>
                <a:moveTo>
                  <a:pt x="575" y="544"/>
                </a:moveTo>
                <a:lnTo>
                  <a:pt x="575" y="544"/>
                </a:lnTo>
                <a:cubicBezTo>
                  <a:pt x="575" y="559"/>
                  <a:pt x="560" y="589"/>
                  <a:pt x="530" y="589"/>
                </a:cubicBezTo>
                <a:cubicBezTo>
                  <a:pt x="103" y="589"/>
                  <a:pt x="103" y="589"/>
                  <a:pt x="103" y="589"/>
                </a:cubicBezTo>
                <a:cubicBezTo>
                  <a:pt x="89" y="589"/>
                  <a:pt x="59" y="559"/>
                  <a:pt x="59" y="544"/>
                </a:cubicBezTo>
                <a:cubicBezTo>
                  <a:pt x="59" y="500"/>
                  <a:pt x="59" y="500"/>
                  <a:pt x="59" y="500"/>
                </a:cubicBezTo>
                <a:cubicBezTo>
                  <a:pt x="575" y="500"/>
                  <a:pt x="575" y="500"/>
                  <a:pt x="575" y="500"/>
                </a:cubicBezTo>
                <a:lnTo>
                  <a:pt x="575" y="544"/>
                </a:lnTo>
                <a:close/>
                <a:moveTo>
                  <a:pt x="575" y="471"/>
                </a:moveTo>
                <a:lnTo>
                  <a:pt x="575" y="471"/>
                </a:lnTo>
                <a:cubicBezTo>
                  <a:pt x="59" y="471"/>
                  <a:pt x="59" y="471"/>
                  <a:pt x="59" y="471"/>
                </a:cubicBezTo>
                <a:cubicBezTo>
                  <a:pt x="59" y="353"/>
                  <a:pt x="59" y="353"/>
                  <a:pt x="59" y="353"/>
                </a:cubicBezTo>
                <a:cubicBezTo>
                  <a:pt x="74" y="353"/>
                  <a:pt x="89" y="353"/>
                  <a:pt x="103" y="353"/>
                </a:cubicBezTo>
                <a:cubicBezTo>
                  <a:pt x="118" y="353"/>
                  <a:pt x="162" y="323"/>
                  <a:pt x="177" y="294"/>
                </a:cubicBezTo>
                <a:cubicBezTo>
                  <a:pt x="192" y="323"/>
                  <a:pt x="221" y="353"/>
                  <a:pt x="251" y="353"/>
                </a:cubicBezTo>
                <a:cubicBezTo>
                  <a:pt x="280" y="353"/>
                  <a:pt x="310" y="323"/>
                  <a:pt x="324" y="309"/>
                </a:cubicBezTo>
                <a:cubicBezTo>
                  <a:pt x="324" y="323"/>
                  <a:pt x="369" y="353"/>
                  <a:pt x="398" y="353"/>
                </a:cubicBezTo>
                <a:cubicBezTo>
                  <a:pt x="428" y="353"/>
                  <a:pt x="457" y="323"/>
                  <a:pt x="471" y="294"/>
                </a:cubicBezTo>
                <a:cubicBezTo>
                  <a:pt x="486" y="323"/>
                  <a:pt x="501" y="353"/>
                  <a:pt x="530" y="353"/>
                </a:cubicBezTo>
                <a:cubicBezTo>
                  <a:pt x="545" y="353"/>
                  <a:pt x="575" y="353"/>
                  <a:pt x="575" y="353"/>
                </a:cubicBezTo>
                <a:lnTo>
                  <a:pt x="575" y="471"/>
                </a:lnTo>
                <a:close/>
                <a:moveTo>
                  <a:pt x="589" y="265"/>
                </a:moveTo>
                <a:lnTo>
                  <a:pt x="589" y="265"/>
                </a:lnTo>
                <a:cubicBezTo>
                  <a:pt x="589" y="294"/>
                  <a:pt x="560" y="309"/>
                  <a:pt x="530" y="309"/>
                </a:cubicBezTo>
                <a:cubicBezTo>
                  <a:pt x="501" y="309"/>
                  <a:pt x="471" y="294"/>
                  <a:pt x="471" y="265"/>
                </a:cubicBezTo>
                <a:cubicBezTo>
                  <a:pt x="457" y="265"/>
                  <a:pt x="457" y="265"/>
                  <a:pt x="457" y="265"/>
                </a:cubicBezTo>
                <a:cubicBezTo>
                  <a:pt x="457" y="294"/>
                  <a:pt x="428" y="309"/>
                  <a:pt x="398" y="309"/>
                </a:cubicBezTo>
                <a:cubicBezTo>
                  <a:pt x="369" y="309"/>
                  <a:pt x="324" y="294"/>
                  <a:pt x="324" y="265"/>
                </a:cubicBezTo>
                <a:cubicBezTo>
                  <a:pt x="310" y="265"/>
                  <a:pt x="310" y="265"/>
                  <a:pt x="310" y="265"/>
                </a:cubicBezTo>
                <a:cubicBezTo>
                  <a:pt x="310" y="294"/>
                  <a:pt x="280" y="309"/>
                  <a:pt x="251" y="309"/>
                </a:cubicBezTo>
                <a:cubicBezTo>
                  <a:pt x="221" y="309"/>
                  <a:pt x="177" y="294"/>
                  <a:pt x="177" y="265"/>
                </a:cubicBezTo>
                <a:cubicBezTo>
                  <a:pt x="162" y="265"/>
                  <a:pt x="162" y="265"/>
                  <a:pt x="162" y="265"/>
                </a:cubicBezTo>
                <a:cubicBezTo>
                  <a:pt x="162" y="294"/>
                  <a:pt x="133" y="309"/>
                  <a:pt x="103" y="309"/>
                </a:cubicBezTo>
                <a:cubicBezTo>
                  <a:pt x="74" y="309"/>
                  <a:pt x="45" y="294"/>
                  <a:pt x="45" y="265"/>
                </a:cubicBezTo>
                <a:cubicBezTo>
                  <a:pt x="45" y="235"/>
                  <a:pt x="45" y="235"/>
                  <a:pt x="45" y="235"/>
                </a:cubicBezTo>
                <a:cubicBezTo>
                  <a:pt x="589" y="235"/>
                  <a:pt x="589" y="235"/>
                  <a:pt x="589" y="235"/>
                </a:cubicBezTo>
                <a:lnTo>
                  <a:pt x="589" y="265"/>
                </a:lnTo>
                <a:close/>
                <a:moveTo>
                  <a:pt x="45" y="191"/>
                </a:moveTo>
                <a:lnTo>
                  <a:pt x="45" y="191"/>
                </a:lnTo>
                <a:cubicBezTo>
                  <a:pt x="133" y="29"/>
                  <a:pt x="133" y="29"/>
                  <a:pt x="133" y="29"/>
                </a:cubicBezTo>
                <a:cubicBezTo>
                  <a:pt x="501" y="29"/>
                  <a:pt x="501" y="29"/>
                  <a:pt x="501" y="29"/>
                </a:cubicBezTo>
                <a:cubicBezTo>
                  <a:pt x="589" y="191"/>
                  <a:pt x="589" y="191"/>
                  <a:pt x="589" y="191"/>
                </a:cubicBezTo>
                <a:lnTo>
                  <a:pt x="45" y="19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3" name="Freeform 105">
            <a:extLst>
              <a:ext uri="{FF2B5EF4-FFF2-40B4-BE49-F238E27FC236}">
                <a16:creationId xmlns:a16="http://schemas.microsoft.com/office/drawing/2014/main" id="{B047530D-EAAD-43DD-BE97-494814D9B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245" y="3153288"/>
            <a:ext cx="310046" cy="333154"/>
          </a:xfrm>
          <a:custGeom>
            <a:avLst/>
            <a:gdLst>
              <a:gd name="T0" fmla="*/ 186014 w 589"/>
              <a:gd name="T1" fmla="*/ 0 h 634"/>
              <a:gd name="T2" fmla="*/ 186014 w 589"/>
              <a:gd name="T3" fmla="*/ 0 h 634"/>
              <a:gd name="T4" fmla="*/ 26367 w 589"/>
              <a:gd name="T5" fmla="*/ 0 h 634"/>
              <a:gd name="T6" fmla="*/ 0 w 589"/>
              <a:gd name="T7" fmla="*/ 32084 h 634"/>
              <a:gd name="T8" fmla="*/ 0 w 589"/>
              <a:gd name="T9" fmla="*/ 201874 h 634"/>
              <a:gd name="T10" fmla="*/ 26367 w 589"/>
              <a:gd name="T11" fmla="*/ 228190 h 634"/>
              <a:gd name="T12" fmla="*/ 186014 w 589"/>
              <a:gd name="T13" fmla="*/ 228190 h 634"/>
              <a:gd name="T14" fmla="*/ 212381 w 589"/>
              <a:gd name="T15" fmla="*/ 201874 h 634"/>
              <a:gd name="T16" fmla="*/ 212381 w 589"/>
              <a:gd name="T17" fmla="*/ 32084 h 634"/>
              <a:gd name="T18" fmla="*/ 186014 w 589"/>
              <a:gd name="T19" fmla="*/ 0 h 634"/>
              <a:gd name="T20" fmla="*/ 196488 w 589"/>
              <a:gd name="T21" fmla="*/ 201874 h 634"/>
              <a:gd name="T22" fmla="*/ 196488 w 589"/>
              <a:gd name="T23" fmla="*/ 201874 h 634"/>
              <a:gd name="T24" fmla="*/ 186014 w 589"/>
              <a:gd name="T25" fmla="*/ 212328 h 634"/>
              <a:gd name="T26" fmla="*/ 26367 w 589"/>
              <a:gd name="T27" fmla="*/ 212328 h 634"/>
              <a:gd name="T28" fmla="*/ 15892 w 589"/>
              <a:gd name="T29" fmla="*/ 201874 h 634"/>
              <a:gd name="T30" fmla="*/ 15892 w 589"/>
              <a:gd name="T31" fmla="*/ 58399 h 634"/>
              <a:gd name="T32" fmla="*/ 196488 w 589"/>
              <a:gd name="T33" fmla="*/ 58399 h 634"/>
              <a:gd name="T34" fmla="*/ 196488 w 589"/>
              <a:gd name="T35" fmla="*/ 201874 h 634"/>
              <a:gd name="T36" fmla="*/ 196488 w 589"/>
              <a:gd name="T37" fmla="*/ 42538 h 634"/>
              <a:gd name="T38" fmla="*/ 196488 w 589"/>
              <a:gd name="T39" fmla="*/ 42538 h 634"/>
              <a:gd name="T40" fmla="*/ 15892 w 589"/>
              <a:gd name="T41" fmla="*/ 42538 h 634"/>
              <a:gd name="T42" fmla="*/ 15892 w 589"/>
              <a:gd name="T43" fmla="*/ 32084 h 634"/>
              <a:gd name="T44" fmla="*/ 26367 w 589"/>
              <a:gd name="T45" fmla="*/ 15862 h 634"/>
              <a:gd name="T46" fmla="*/ 186014 w 589"/>
              <a:gd name="T47" fmla="*/ 15862 h 634"/>
              <a:gd name="T48" fmla="*/ 196488 w 589"/>
              <a:gd name="T49" fmla="*/ 32084 h 634"/>
              <a:gd name="T50" fmla="*/ 196488 w 589"/>
              <a:gd name="T51" fmla="*/ 42538 h 634"/>
              <a:gd name="T52" fmla="*/ 74406 w 589"/>
              <a:gd name="T53" fmla="*/ 132660 h 634"/>
              <a:gd name="T54" fmla="*/ 74406 w 589"/>
              <a:gd name="T55" fmla="*/ 132660 h 634"/>
              <a:gd name="T56" fmla="*/ 100773 w 589"/>
              <a:gd name="T57" fmla="*/ 105984 h 634"/>
              <a:gd name="T58" fmla="*/ 100773 w 589"/>
              <a:gd name="T59" fmla="*/ 191059 h 634"/>
              <a:gd name="T60" fmla="*/ 106190 w 589"/>
              <a:gd name="T61" fmla="*/ 201874 h 634"/>
              <a:gd name="T62" fmla="*/ 111608 w 589"/>
              <a:gd name="T63" fmla="*/ 191059 h 634"/>
              <a:gd name="T64" fmla="*/ 111608 w 589"/>
              <a:gd name="T65" fmla="*/ 105984 h 634"/>
              <a:gd name="T66" fmla="*/ 138336 w 589"/>
              <a:gd name="T67" fmla="*/ 132660 h 634"/>
              <a:gd name="T68" fmla="*/ 148811 w 589"/>
              <a:gd name="T69" fmla="*/ 132660 h 634"/>
              <a:gd name="T70" fmla="*/ 148811 w 589"/>
              <a:gd name="T71" fmla="*/ 122206 h 634"/>
              <a:gd name="T72" fmla="*/ 111608 w 589"/>
              <a:gd name="T73" fmla="*/ 79668 h 634"/>
              <a:gd name="T74" fmla="*/ 106190 w 589"/>
              <a:gd name="T75" fmla="*/ 79668 h 634"/>
              <a:gd name="T76" fmla="*/ 100773 w 589"/>
              <a:gd name="T77" fmla="*/ 79668 h 634"/>
              <a:gd name="T78" fmla="*/ 63570 w 589"/>
              <a:gd name="T79" fmla="*/ 122206 h 634"/>
              <a:gd name="T80" fmla="*/ 63570 w 589"/>
              <a:gd name="T81" fmla="*/ 132660 h 634"/>
              <a:gd name="T82" fmla="*/ 74406 w 589"/>
              <a:gd name="T83" fmla="*/ 132660 h 634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589" h="634">
                <a:moveTo>
                  <a:pt x="515" y="0"/>
                </a:moveTo>
                <a:lnTo>
                  <a:pt x="515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44"/>
                  <a:pt x="0" y="89"/>
                </a:cubicBezTo>
                <a:cubicBezTo>
                  <a:pt x="0" y="560"/>
                  <a:pt x="0" y="560"/>
                  <a:pt x="0" y="560"/>
                </a:cubicBezTo>
                <a:cubicBezTo>
                  <a:pt x="0" y="604"/>
                  <a:pt x="29" y="633"/>
                  <a:pt x="73" y="633"/>
                </a:cubicBezTo>
                <a:cubicBezTo>
                  <a:pt x="515" y="633"/>
                  <a:pt x="515" y="633"/>
                  <a:pt x="515" y="633"/>
                </a:cubicBezTo>
                <a:cubicBezTo>
                  <a:pt x="559" y="633"/>
                  <a:pt x="588" y="604"/>
                  <a:pt x="588" y="560"/>
                </a:cubicBezTo>
                <a:cubicBezTo>
                  <a:pt x="588" y="89"/>
                  <a:pt x="588" y="89"/>
                  <a:pt x="588" y="89"/>
                </a:cubicBezTo>
                <a:cubicBezTo>
                  <a:pt x="588" y="44"/>
                  <a:pt x="559" y="0"/>
                  <a:pt x="515" y="0"/>
                </a:cubicBezTo>
                <a:close/>
                <a:moveTo>
                  <a:pt x="544" y="560"/>
                </a:moveTo>
                <a:lnTo>
                  <a:pt x="544" y="560"/>
                </a:lnTo>
                <a:cubicBezTo>
                  <a:pt x="544" y="574"/>
                  <a:pt x="530" y="589"/>
                  <a:pt x="515" y="589"/>
                </a:cubicBezTo>
                <a:cubicBezTo>
                  <a:pt x="73" y="589"/>
                  <a:pt x="73" y="589"/>
                  <a:pt x="73" y="589"/>
                </a:cubicBezTo>
                <a:cubicBezTo>
                  <a:pt x="58" y="589"/>
                  <a:pt x="44" y="574"/>
                  <a:pt x="44" y="560"/>
                </a:cubicBezTo>
                <a:cubicBezTo>
                  <a:pt x="44" y="162"/>
                  <a:pt x="44" y="162"/>
                  <a:pt x="44" y="162"/>
                </a:cubicBezTo>
                <a:cubicBezTo>
                  <a:pt x="544" y="162"/>
                  <a:pt x="544" y="162"/>
                  <a:pt x="544" y="162"/>
                </a:cubicBezTo>
                <a:lnTo>
                  <a:pt x="544" y="560"/>
                </a:lnTo>
                <a:close/>
                <a:moveTo>
                  <a:pt x="544" y="118"/>
                </a:moveTo>
                <a:lnTo>
                  <a:pt x="544" y="118"/>
                </a:lnTo>
                <a:cubicBezTo>
                  <a:pt x="44" y="118"/>
                  <a:pt x="44" y="118"/>
                  <a:pt x="44" y="118"/>
                </a:cubicBezTo>
                <a:cubicBezTo>
                  <a:pt x="44" y="89"/>
                  <a:pt x="44" y="89"/>
                  <a:pt x="44" y="89"/>
                </a:cubicBezTo>
                <a:cubicBezTo>
                  <a:pt x="44" y="59"/>
                  <a:pt x="58" y="44"/>
                  <a:pt x="73" y="44"/>
                </a:cubicBezTo>
                <a:cubicBezTo>
                  <a:pt x="515" y="44"/>
                  <a:pt x="515" y="44"/>
                  <a:pt x="515" y="44"/>
                </a:cubicBezTo>
                <a:cubicBezTo>
                  <a:pt x="530" y="44"/>
                  <a:pt x="544" y="59"/>
                  <a:pt x="544" y="89"/>
                </a:cubicBezTo>
                <a:lnTo>
                  <a:pt x="544" y="118"/>
                </a:lnTo>
                <a:close/>
                <a:moveTo>
                  <a:pt x="206" y="368"/>
                </a:moveTo>
                <a:lnTo>
                  <a:pt x="206" y="368"/>
                </a:lnTo>
                <a:cubicBezTo>
                  <a:pt x="279" y="294"/>
                  <a:pt x="279" y="294"/>
                  <a:pt x="279" y="294"/>
                </a:cubicBezTo>
                <a:cubicBezTo>
                  <a:pt x="279" y="530"/>
                  <a:pt x="279" y="530"/>
                  <a:pt x="279" y="530"/>
                </a:cubicBezTo>
                <a:cubicBezTo>
                  <a:pt x="279" y="545"/>
                  <a:pt x="279" y="560"/>
                  <a:pt x="294" y="560"/>
                </a:cubicBezTo>
                <a:cubicBezTo>
                  <a:pt x="309" y="560"/>
                  <a:pt x="309" y="545"/>
                  <a:pt x="309" y="530"/>
                </a:cubicBezTo>
                <a:cubicBezTo>
                  <a:pt x="309" y="294"/>
                  <a:pt x="309" y="294"/>
                  <a:pt x="309" y="294"/>
                </a:cubicBezTo>
                <a:cubicBezTo>
                  <a:pt x="383" y="368"/>
                  <a:pt x="383" y="368"/>
                  <a:pt x="383" y="368"/>
                </a:cubicBezTo>
                <a:cubicBezTo>
                  <a:pt x="383" y="383"/>
                  <a:pt x="397" y="383"/>
                  <a:pt x="412" y="368"/>
                </a:cubicBezTo>
                <a:cubicBezTo>
                  <a:pt x="412" y="368"/>
                  <a:pt x="412" y="353"/>
                  <a:pt x="412" y="339"/>
                </a:cubicBezTo>
                <a:cubicBezTo>
                  <a:pt x="309" y="221"/>
                  <a:pt x="309" y="221"/>
                  <a:pt x="309" y="221"/>
                </a:cubicBezTo>
                <a:lnTo>
                  <a:pt x="294" y="221"/>
                </a:lnTo>
                <a:lnTo>
                  <a:pt x="279" y="221"/>
                </a:lnTo>
                <a:cubicBezTo>
                  <a:pt x="176" y="339"/>
                  <a:pt x="176" y="339"/>
                  <a:pt x="176" y="339"/>
                </a:cubicBezTo>
                <a:cubicBezTo>
                  <a:pt x="176" y="353"/>
                  <a:pt x="176" y="368"/>
                  <a:pt x="176" y="368"/>
                </a:cubicBezTo>
                <a:cubicBezTo>
                  <a:pt x="191" y="383"/>
                  <a:pt x="206" y="383"/>
                  <a:pt x="206" y="36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4" name="Freeform 109">
            <a:extLst>
              <a:ext uri="{FF2B5EF4-FFF2-40B4-BE49-F238E27FC236}">
                <a16:creationId xmlns:a16="http://schemas.microsoft.com/office/drawing/2014/main" id="{7DD6FCC5-D257-44B5-B997-33996F370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6113" y="3181157"/>
            <a:ext cx="333154" cy="333154"/>
          </a:xfrm>
          <a:custGeom>
            <a:avLst/>
            <a:gdLst>
              <a:gd name="T0" fmla="*/ 116822 w 634"/>
              <a:gd name="T1" fmla="*/ 0 h 634"/>
              <a:gd name="T2" fmla="*/ 116822 w 634"/>
              <a:gd name="T3" fmla="*/ 228190 h 634"/>
              <a:gd name="T4" fmla="*/ 116822 w 634"/>
              <a:gd name="T5" fmla="*/ 0 h 634"/>
              <a:gd name="T6" fmla="*/ 196507 w 634"/>
              <a:gd name="T7" fmla="*/ 58399 h 634"/>
              <a:gd name="T8" fmla="*/ 159369 w 634"/>
              <a:gd name="T9" fmla="*/ 105984 h 634"/>
              <a:gd name="T10" fmla="*/ 196507 w 634"/>
              <a:gd name="T11" fmla="*/ 58399 h 634"/>
              <a:gd name="T12" fmla="*/ 186051 w 634"/>
              <a:gd name="T13" fmla="*/ 47945 h 634"/>
              <a:gd name="T14" fmla="*/ 138096 w 634"/>
              <a:gd name="T15" fmla="*/ 21269 h 634"/>
              <a:gd name="T16" fmla="*/ 85093 w 634"/>
              <a:gd name="T17" fmla="*/ 105984 h 634"/>
              <a:gd name="T18" fmla="*/ 90501 w 634"/>
              <a:gd name="T19" fmla="*/ 69214 h 634"/>
              <a:gd name="T20" fmla="*/ 138096 w 634"/>
              <a:gd name="T21" fmla="*/ 69214 h 634"/>
              <a:gd name="T22" fmla="*/ 85093 w 634"/>
              <a:gd name="T23" fmla="*/ 105984 h 634"/>
              <a:gd name="T24" fmla="*/ 143504 w 634"/>
              <a:gd name="T25" fmla="*/ 122206 h 634"/>
              <a:gd name="T26" fmla="*/ 116822 w 634"/>
              <a:gd name="T27" fmla="*/ 159336 h 634"/>
              <a:gd name="T28" fmla="*/ 85093 w 634"/>
              <a:gd name="T29" fmla="*/ 122206 h 634"/>
              <a:gd name="T30" fmla="*/ 106366 w 634"/>
              <a:gd name="T31" fmla="*/ 15862 h 634"/>
              <a:gd name="T32" fmla="*/ 116822 w 634"/>
              <a:gd name="T33" fmla="*/ 15862 h 634"/>
              <a:gd name="T34" fmla="*/ 138096 w 634"/>
              <a:gd name="T35" fmla="*/ 58399 h 634"/>
              <a:gd name="T36" fmla="*/ 95549 w 634"/>
              <a:gd name="T37" fmla="*/ 58399 h 634"/>
              <a:gd name="T38" fmla="*/ 90501 w 634"/>
              <a:gd name="T39" fmla="*/ 21269 h 634"/>
              <a:gd name="T40" fmla="*/ 79684 w 634"/>
              <a:gd name="T41" fmla="*/ 52992 h 634"/>
              <a:gd name="T42" fmla="*/ 90501 w 634"/>
              <a:gd name="T43" fmla="*/ 21269 h 634"/>
              <a:gd name="T44" fmla="*/ 32090 w 634"/>
              <a:gd name="T45" fmla="*/ 58399 h 634"/>
              <a:gd name="T46" fmla="*/ 74637 w 634"/>
              <a:gd name="T47" fmla="*/ 105984 h 634"/>
              <a:gd name="T48" fmla="*/ 32090 w 634"/>
              <a:gd name="T49" fmla="*/ 58399 h 634"/>
              <a:gd name="T50" fmla="*/ 32090 w 634"/>
              <a:gd name="T51" fmla="*/ 169790 h 634"/>
              <a:gd name="T52" fmla="*/ 74637 w 634"/>
              <a:gd name="T53" fmla="*/ 122206 h 634"/>
              <a:gd name="T54" fmla="*/ 32090 w 634"/>
              <a:gd name="T55" fmla="*/ 169790 h 634"/>
              <a:gd name="T56" fmla="*/ 42546 w 634"/>
              <a:gd name="T57" fmla="*/ 180605 h 634"/>
              <a:gd name="T58" fmla="*/ 90501 w 634"/>
              <a:gd name="T59" fmla="*/ 212328 h 634"/>
              <a:gd name="T60" fmla="*/ 122231 w 634"/>
              <a:gd name="T61" fmla="*/ 212328 h 634"/>
              <a:gd name="T62" fmla="*/ 116822 w 634"/>
              <a:gd name="T63" fmla="*/ 212328 h 634"/>
              <a:gd name="T64" fmla="*/ 95549 w 634"/>
              <a:gd name="T65" fmla="*/ 169790 h 634"/>
              <a:gd name="T66" fmla="*/ 138096 w 634"/>
              <a:gd name="T67" fmla="*/ 169790 h 634"/>
              <a:gd name="T68" fmla="*/ 138096 w 634"/>
              <a:gd name="T69" fmla="*/ 212328 h 634"/>
              <a:gd name="T70" fmla="*/ 148552 w 634"/>
              <a:gd name="T71" fmla="*/ 175198 h 634"/>
              <a:gd name="T72" fmla="*/ 138096 w 634"/>
              <a:gd name="T73" fmla="*/ 212328 h 634"/>
              <a:gd name="T74" fmla="*/ 196507 w 634"/>
              <a:gd name="T75" fmla="*/ 169790 h 634"/>
              <a:gd name="T76" fmla="*/ 159369 w 634"/>
              <a:gd name="T77" fmla="*/ 122206 h 634"/>
              <a:gd name="T78" fmla="*/ 196507 w 634"/>
              <a:gd name="T79" fmla="*/ 169790 h 634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634" h="634">
                <a:moveTo>
                  <a:pt x="324" y="0"/>
                </a:moveTo>
                <a:lnTo>
                  <a:pt x="324" y="0"/>
                </a:lnTo>
                <a:cubicBezTo>
                  <a:pt x="148" y="0"/>
                  <a:pt x="0" y="147"/>
                  <a:pt x="0" y="324"/>
                </a:cubicBezTo>
                <a:cubicBezTo>
                  <a:pt x="0" y="486"/>
                  <a:pt x="148" y="633"/>
                  <a:pt x="324" y="633"/>
                </a:cubicBezTo>
                <a:cubicBezTo>
                  <a:pt x="486" y="633"/>
                  <a:pt x="633" y="486"/>
                  <a:pt x="633" y="324"/>
                </a:cubicBezTo>
                <a:cubicBezTo>
                  <a:pt x="633" y="147"/>
                  <a:pt x="486" y="0"/>
                  <a:pt x="324" y="0"/>
                </a:cubicBezTo>
                <a:close/>
                <a:moveTo>
                  <a:pt x="545" y="162"/>
                </a:moveTo>
                <a:lnTo>
                  <a:pt x="545" y="162"/>
                </a:lnTo>
                <a:cubicBezTo>
                  <a:pt x="574" y="206"/>
                  <a:pt x="589" y="251"/>
                  <a:pt x="589" y="294"/>
                </a:cubicBezTo>
                <a:cubicBezTo>
                  <a:pt x="442" y="294"/>
                  <a:pt x="442" y="294"/>
                  <a:pt x="442" y="294"/>
                </a:cubicBezTo>
                <a:cubicBezTo>
                  <a:pt x="442" y="265"/>
                  <a:pt x="427" y="221"/>
                  <a:pt x="427" y="192"/>
                </a:cubicBezTo>
                <a:cubicBezTo>
                  <a:pt x="471" y="192"/>
                  <a:pt x="516" y="177"/>
                  <a:pt x="545" y="162"/>
                </a:cubicBezTo>
                <a:close/>
                <a:moveTo>
                  <a:pt x="516" y="133"/>
                </a:moveTo>
                <a:lnTo>
                  <a:pt x="516" y="133"/>
                </a:lnTo>
                <a:cubicBezTo>
                  <a:pt x="486" y="147"/>
                  <a:pt x="457" y="147"/>
                  <a:pt x="412" y="147"/>
                </a:cubicBezTo>
                <a:cubicBezTo>
                  <a:pt x="412" y="118"/>
                  <a:pt x="398" y="89"/>
                  <a:pt x="383" y="59"/>
                </a:cubicBezTo>
                <a:cubicBezTo>
                  <a:pt x="442" y="59"/>
                  <a:pt x="486" y="89"/>
                  <a:pt x="516" y="133"/>
                </a:cubicBezTo>
                <a:close/>
                <a:moveTo>
                  <a:pt x="236" y="294"/>
                </a:moveTo>
                <a:lnTo>
                  <a:pt x="236" y="294"/>
                </a:lnTo>
                <a:cubicBezTo>
                  <a:pt x="236" y="265"/>
                  <a:pt x="251" y="236"/>
                  <a:pt x="251" y="192"/>
                </a:cubicBezTo>
                <a:cubicBezTo>
                  <a:pt x="280" y="206"/>
                  <a:pt x="295" y="206"/>
                  <a:pt x="324" y="206"/>
                </a:cubicBezTo>
                <a:cubicBezTo>
                  <a:pt x="339" y="206"/>
                  <a:pt x="369" y="206"/>
                  <a:pt x="383" y="192"/>
                </a:cubicBezTo>
                <a:cubicBezTo>
                  <a:pt x="398" y="236"/>
                  <a:pt x="398" y="265"/>
                  <a:pt x="398" y="294"/>
                </a:cubicBezTo>
                <a:lnTo>
                  <a:pt x="236" y="294"/>
                </a:lnTo>
                <a:close/>
                <a:moveTo>
                  <a:pt x="398" y="339"/>
                </a:moveTo>
                <a:lnTo>
                  <a:pt x="398" y="339"/>
                </a:lnTo>
                <a:cubicBezTo>
                  <a:pt x="398" y="368"/>
                  <a:pt x="398" y="412"/>
                  <a:pt x="383" y="442"/>
                </a:cubicBezTo>
                <a:cubicBezTo>
                  <a:pt x="369" y="442"/>
                  <a:pt x="339" y="442"/>
                  <a:pt x="324" y="442"/>
                </a:cubicBezTo>
                <a:cubicBezTo>
                  <a:pt x="295" y="442"/>
                  <a:pt x="280" y="442"/>
                  <a:pt x="251" y="442"/>
                </a:cubicBezTo>
                <a:cubicBezTo>
                  <a:pt x="251" y="412"/>
                  <a:pt x="236" y="368"/>
                  <a:pt x="236" y="339"/>
                </a:cubicBezTo>
                <a:lnTo>
                  <a:pt x="398" y="339"/>
                </a:lnTo>
                <a:close/>
                <a:moveTo>
                  <a:pt x="295" y="44"/>
                </a:moveTo>
                <a:lnTo>
                  <a:pt x="295" y="44"/>
                </a:lnTo>
                <a:cubicBezTo>
                  <a:pt x="310" y="44"/>
                  <a:pt x="310" y="44"/>
                  <a:pt x="324" y="44"/>
                </a:cubicBezTo>
                <a:lnTo>
                  <a:pt x="339" y="44"/>
                </a:lnTo>
                <a:cubicBezTo>
                  <a:pt x="354" y="74"/>
                  <a:pt x="369" y="118"/>
                  <a:pt x="383" y="162"/>
                </a:cubicBezTo>
                <a:cubicBezTo>
                  <a:pt x="354" y="162"/>
                  <a:pt x="339" y="162"/>
                  <a:pt x="324" y="162"/>
                </a:cubicBezTo>
                <a:cubicBezTo>
                  <a:pt x="295" y="162"/>
                  <a:pt x="280" y="162"/>
                  <a:pt x="265" y="162"/>
                </a:cubicBezTo>
                <a:cubicBezTo>
                  <a:pt x="265" y="118"/>
                  <a:pt x="280" y="74"/>
                  <a:pt x="295" y="44"/>
                </a:cubicBezTo>
                <a:close/>
                <a:moveTo>
                  <a:pt x="251" y="59"/>
                </a:moveTo>
                <a:lnTo>
                  <a:pt x="251" y="59"/>
                </a:lnTo>
                <a:cubicBezTo>
                  <a:pt x="236" y="89"/>
                  <a:pt x="221" y="118"/>
                  <a:pt x="221" y="147"/>
                </a:cubicBezTo>
                <a:cubicBezTo>
                  <a:pt x="192" y="147"/>
                  <a:pt x="148" y="147"/>
                  <a:pt x="118" y="133"/>
                </a:cubicBezTo>
                <a:cubicBezTo>
                  <a:pt x="148" y="89"/>
                  <a:pt x="207" y="59"/>
                  <a:pt x="251" y="59"/>
                </a:cubicBezTo>
                <a:close/>
                <a:moveTo>
                  <a:pt x="89" y="162"/>
                </a:moveTo>
                <a:lnTo>
                  <a:pt x="89" y="162"/>
                </a:lnTo>
                <a:cubicBezTo>
                  <a:pt x="133" y="177"/>
                  <a:pt x="177" y="192"/>
                  <a:pt x="207" y="192"/>
                </a:cubicBezTo>
                <a:cubicBezTo>
                  <a:pt x="207" y="221"/>
                  <a:pt x="207" y="265"/>
                  <a:pt x="207" y="294"/>
                </a:cubicBezTo>
                <a:cubicBezTo>
                  <a:pt x="44" y="294"/>
                  <a:pt x="44" y="294"/>
                  <a:pt x="44" y="294"/>
                </a:cubicBezTo>
                <a:cubicBezTo>
                  <a:pt x="44" y="251"/>
                  <a:pt x="59" y="206"/>
                  <a:pt x="89" y="162"/>
                </a:cubicBezTo>
                <a:close/>
                <a:moveTo>
                  <a:pt x="89" y="471"/>
                </a:moveTo>
                <a:lnTo>
                  <a:pt x="89" y="471"/>
                </a:lnTo>
                <a:cubicBezTo>
                  <a:pt x="59" y="427"/>
                  <a:pt x="44" y="383"/>
                  <a:pt x="44" y="339"/>
                </a:cubicBezTo>
                <a:cubicBezTo>
                  <a:pt x="207" y="339"/>
                  <a:pt x="207" y="339"/>
                  <a:pt x="207" y="339"/>
                </a:cubicBezTo>
                <a:cubicBezTo>
                  <a:pt x="207" y="368"/>
                  <a:pt x="207" y="412"/>
                  <a:pt x="207" y="442"/>
                </a:cubicBezTo>
                <a:cubicBezTo>
                  <a:pt x="177" y="457"/>
                  <a:pt x="133" y="457"/>
                  <a:pt x="89" y="471"/>
                </a:cubicBezTo>
                <a:close/>
                <a:moveTo>
                  <a:pt x="118" y="501"/>
                </a:moveTo>
                <a:lnTo>
                  <a:pt x="118" y="501"/>
                </a:lnTo>
                <a:cubicBezTo>
                  <a:pt x="148" y="501"/>
                  <a:pt x="192" y="486"/>
                  <a:pt x="221" y="486"/>
                </a:cubicBezTo>
                <a:cubicBezTo>
                  <a:pt x="221" y="515"/>
                  <a:pt x="236" y="560"/>
                  <a:pt x="251" y="589"/>
                </a:cubicBezTo>
                <a:cubicBezTo>
                  <a:pt x="207" y="574"/>
                  <a:pt x="148" y="545"/>
                  <a:pt x="118" y="501"/>
                </a:cubicBezTo>
                <a:close/>
                <a:moveTo>
                  <a:pt x="339" y="589"/>
                </a:moveTo>
                <a:lnTo>
                  <a:pt x="339" y="589"/>
                </a:lnTo>
                <a:lnTo>
                  <a:pt x="324" y="589"/>
                </a:lnTo>
                <a:cubicBezTo>
                  <a:pt x="310" y="589"/>
                  <a:pt x="310" y="589"/>
                  <a:pt x="295" y="589"/>
                </a:cubicBezTo>
                <a:cubicBezTo>
                  <a:pt x="280" y="560"/>
                  <a:pt x="265" y="515"/>
                  <a:pt x="265" y="471"/>
                </a:cubicBezTo>
                <a:cubicBezTo>
                  <a:pt x="280" y="471"/>
                  <a:pt x="295" y="471"/>
                  <a:pt x="324" y="471"/>
                </a:cubicBezTo>
                <a:cubicBezTo>
                  <a:pt x="339" y="471"/>
                  <a:pt x="354" y="471"/>
                  <a:pt x="383" y="471"/>
                </a:cubicBezTo>
                <a:cubicBezTo>
                  <a:pt x="369" y="515"/>
                  <a:pt x="354" y="560"/>
                  <a:pt x="339" y="589"/>
                </a:cubicBezTo>
                <a:close/>
                <a:moveTo>
                  <a:pt x="383" y="589"/>
                </a:moveTo>
                <a:lnTo>
                  <a:pt x="383" y="589"/>
                </a:lnTo>
                <a:cubicBezTo>
                  <a:pt x="398" y="560"/>
                  <a:pt x="412" y="515"/>
                  <a:pt x="412" y="486"/>
                </a:cubicBezTo>
                <a:cubicBezTo>
                  <a:pt x="457" y="486"/>
                  <a:pt x="486" y="501"/>
                  <a:pt x="516" y="501"/>
                </a:cubicBezTo>
                <a:cubicBezTo>
                  <a:pt x="486" y="545"/>
                  <a:pt x="442" y="574"/>
                  <a:pt x="383" y="589"/>
                </a:cubicBezTo>
                <a:close/>
                <a:moveTo>
                  <a:pt x="545" y="471"/>
                </a:moveTo>
                <a:lnTo>
                  <a:pt x="545" y="471"/>
                </a:lnTo>
                <a:cubicBezTo>
                  <a:pt x="516" y="457"/>
                  <a:pt x="471" y="457"/>
                  <a:pt x="427" y="442"/>
                </a:cubicBezTo>
                <a:cubicBezTo>
                  <a:pt x="427" y="412"/>
                  <a:pt x="442" y="368"/>
                  <a:pt x="442" y="339"/>
                </a:cubicBezTo>
                <a:cubicBezTo>
                  <a:pt x="589" y="339"/>
                  <a:pt x="589" y="339"/>
                  <a:pt x="589" y="339"/>
                </a:cubicBezTo>
                <a:cubicBezTo>
                  <a:pt x="589" y="383"/>
                  <a:pt x="574" y="427"/>
                  <a:pt x="545" y="47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702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able 2">
            <a:extLst>
              <a:ext uri="{FF2B5EF4-FFF2-40B4-BE49-F238E27FC236}">
                <a16:creationId xmlns:a16="http://schemas.microsoft.com/office/drawing/2014/main" id="{F8203A96-7D31-44F5-B30F-A7C79789FA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599320"/>
              </p:ext>
            </p:extLst>
          </p:nvPr>
        </p:nvGraphicFramePr>
        <p:xfrm>
          <a:off x="593180" y="1520647"/>
          <a:ext cx="11005638" cy="47613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4273">
                  <a:extLst>
                    <a:ext uri="{9D8B030D-6E8A-4147-A177-3AD203B41FA5}">
                      <a16:colId xmlns:a16="http://schemas.microsoft.com/office/drawing/2014/main" val="1432866446"/>
                    </a:ext>
                  </a:extLst>
                </a:gridCol>
                <a:gridCol w="1834273">
                  <a:extLst>
                    <a:ext uri="{9D8B030D-6E8A-4147-A177-3AD203B41FA5}">
                      <a16:colId xmlns:a16="http://schemas.microsoft.com/office/drawing/2014/main" val="1546757569"/>
                    </a:ext>
                  </a:extLst>
                </a:gridCol>
                <a:gridCol w="1834273">
                  <a:extLst>
                    <a:ext uri="{9D8B030D-6E8A-4147-A177-3AD203B41FA5}">
                      <a16:colId xmlns:a16="http://schemas.microsoft.com/office/drawing/2014/main" val="3348605571"/>
                    </a:ext>
                  </a:extLst>
                </a:gridCol>
                <a:gridCol w="1834273">
                  <a:extLst>
                    <a:ext uri="{9D8B030D-6E8A-4147-A177-3AD203B41FA5}">
                      <a16:colId xmlns:a16="http://schemas.microsoft.com/office/drawing/2014/main" val="4289298381"/>
                    </a:ext>
                  </a:extLst>
                </a:gridCol>
                <a:gridCol w="1834273">
                  <a:extLst>
                    <a:ext uri="{9D8B030D-6E8A-4147-A177-3AD203B41FA5}">
                      <a16:colId xmlns:a16="http://schemas.microsoft.com/office/drawing/2014/main" val="3686195942"/>
                    </a:ext>
                  </a:extLst>
                </a:gridCol>
                <a:gridCol w="1834273">
                  <a:extLst>
                    <a:ext uri="{9D8B030D-6E8A-4147-A177-3AD203B41FA5}">
                      <a16:colId xmlns:a16="http://schemas.microsoft.com/office/drawing/2014/main" val="2216038944"/>
                    </a:ext>
                  </a:extLst>
                </a:gridCol>
              </a:tblGrid>
              <a:tr h="60196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+mj-lt"/>
                          <a:cs typeface="Poppins" panose="00000500000000000000" pitchFamily="50" charset="0"/>
                        </a:rPr>
                        <a:t>January</a:t>
                      </a:r>
                    </a:p>
                  </a:txBody>
                  <a:tcPr marL="90693" marR="90693" marT="45347" marB="45347" anchor="ctr"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+mj-lt"/>
                          <a:cs typeface="Poppins" panose="00000500000000000000" pitchFamily="50" charset="0"/>
                        </a:rPr>
                        <a:t>February</a:t>
                      </a:r>
                    </a:p>
                  </a:txBody>
                  <a:tcPr marL="90693" marR="90693" marT="45347" marB="45347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+mj-lt"/>
                          <a:cs typeface="Poppins" panose="00000500000000000000" pitchFamily="50" charset="0"/>
                        </a:rPr>
                        <a:t>March</a:t>
                      </a:r>
                    </a:p>
                  </a:txBody>
                  <a:tcPr marL="90693" marR="90693" marT="45347" marB="45347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+mj-lt"/>
                          <a:cs typeface="Poppins" panose="00000500000000000000" pitchFamily="50" charset="0"/>
                        </a:rPr>
                        <a:t>April</a:t>
                      </a:r>
                    </a:p>
                  </a:txBody>
                  <a:tcPr marL="90693" marR="90693" marT="45347" marB="45347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+mj-lt"/>
                          <a:cs typeface="Poppins" panose="00000500000000000000" pitchFamily="50" charset="0"/>
                        </a:rPr>
                        <a:t>May</a:t>
                      </a:r>
                    </a:p>
                  </a:txBody>
                  <a:tcPr marL="90693" marR="90693" marT="45347" marB="45347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  <a:latin typeface="+mj-lt"/>
                          <a:cs typeface="Poppins" panose="00000500000000000000" pitchFamily="50" charset="0"/>
                        </a:rPr>
                        <a:t>June</a:t>
                      </a:r>
                    </a:p>
                  </a:txBody>
                  <a:tcPr marL="90693" marR="90693" marT="45347" marB="45347" anchor="ctr"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952486"/>
                  </a:ext>
                </a:extLst>
              </a:tr>
              <a:tr h="351369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+mj-lt"/>
                          <a:cs typeface="Poppins" panose="00000500000000000000" pitchFamily="50" charset="0"/>
                        </a:rPr>
                        <a:t>01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+mj-lt"/>
                          <a:cs typeface="Poppins" panose="00000500000000000000" pitchFamily="50" charset="0"/>
                        </a:rPr>
                        <a:t>02</a:t>
                      </a:r>
                    </a:p>
                  </a:txBody>
                  <a:tcPr marL="90693" marR="90693" marT="45347" marB="45347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+mj-lt"/>
                          <a:cs typeface="Poppins" panose="00000500000000000000" pitchFamily="50" charset="0"/>
                        </a:rPr>
                        <a:t>03</a:t>
                      </a:r>
                    </a:p>
                  </a:txBody>
                  <a:tcPr marL="90693" marR="90693" marT="45347" marB="45347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+mj-lt"/>
                          <a:cs typeface="Poppins" panose="00000500000000000000" pitchFamily="50" charset="0"/>
                        </a:rPr>
                        <a:t>04</a:t>
                      </a:r>
                    </a:p>
                  </a:txBody>
                  <a:tcPr marL="90693" marR="90693" marT="45347" marB="45347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+mj-lt"/>
                          <a:cs typeface="Poppins" panose="00000500000000000000" pitchFamily="50" charset="0"/>
                        </a:rPr>
                        <a:t>05</a:t>
                      </a:r>
                    </a:p>
                  </a:txBody>
                  <a:tcPr marL="90693" marR="90693" marT="45347" marB="45347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+mj-lt"/>
                          <a:cs typeface="Poppins" panose="00000500000000000000" pitchFamily="50" charset="0"/>
                        </a:rPr>
                        <a:t>06</a:t>
                      </a:r>
                    </a:p>
                  </a:txBody>
                  <a:tcPr marL="90693" marR="90693" marT="45347" marB="45347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806058"/>
                  </a:ext>
                </a:extLst>
              </a:tr>
              <a:tr h="761612">
                <a:tc>
                  <a:txBody>
                    <a:bodyPr/>
                    <a:lstStyle/>
                    <a:p>
                      <a:pPr algn="ctr"/>
                      <a:endParaRPr lang="en-US" sz="3500" dirty="0">
                        <a:solidFill>
                          <a:schemeClr val="bg1"/>
                        </a:solidFill>
                        <a:latin typeface="Poppins" panose="00000500000000000000" pitchFamily="50" charset="0"/>
                        <a:cs typeface="Poppins" panose="00000500000000000000" pitchFamily="50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500" dirty="0">
                        <a:solidFill>
                          <a:schemeClr val="bg1"/>
                        </a:solidFill>
                        <a:latin typeface="Poppins" panose="00000500000000000000" pitchFamily="50" charset="0"/>
                        <a:cs typeface="Poppins" panose="00000500000000000000" pitchFamily="50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500" dirty="0">
                        <a:solidFill>
                          <a:schemeClr val="bg1"/>
                        </a:solidFill>
                        <a:latin typeface="Poppins" panose="00000500000000000000" pitchFamily="50" charset="0"/>
                        <a:cs typeface="Poppins" panose="00000500000000000000" pitchFamily="50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500" dirty="0">
                        <a:solidFill>
                          <a:schemeClr val="bg1"/>
                        </a:solidFill>
                        <a:latin typeface="Poppins" panose="00000500000000000000" pitchFamily="50" charset="0"/>
                        <a:cs typeface="Poppins" panose="00000500000000000000" pitchFamily="50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500" dirty="0">
                        <a:solidFill>
                          <a:schemeClr val="bg1"/>
                        </a:solidFill>
                        <a:latin typeface="Poppins" panose="00000500000000000000" pitchFamily="50" charset="0"/>
                        <a:cs typeface="Poppins" panose="00000500000000000000" pitchFamily="50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500" dirty="0">
                        <a:solidFill>
                          <a:schemeClr val="bg1"/>
                        </a:solidFill>
                        <a:latin typeface="Poppins" panose="00000500000000000000" pitchFamily="50" charset="0"/>
                        <a:cs typeface="Poppins" panose="00000500000000000000" pitchFamily="50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5303372"/>
                  </a:ext>
                </a:extLst>
              </a:tr>
              <a:tr h="761612">
                <a:tc>
                  <a:txBody>
                    <a:bodyPr/>
                    <a:lstStyle/>
                    <a:p>
                      <a:pPr algn="ctr"/>
                      <a:endParaRPr lang="en-US" sz="3500" dirty="0">
                        <a:solidFill>
                          <a:schemeClr val="bg1"/>
                        </a:solidFill>
                        <a:latin typeface="Poppins" panose="00000500000000000000" pitchFamily="50" charset="0"/>
                        <a:cs typeface="Poppins" panose="00000500000000000000" pitchFamily="50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500" dirty="0">
                        <a:solidFill>
                          <a:schemeClr val="bg1"/>
                        </a:solidFill>
                        <a:latin typeface="Poppins" panose="00000500000000000000" pitchFamily="50" charset="0"/>
                        <a:cs typeface="Poppins" panose="00000500000000000000" pitchFamily="50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500" dirty="0">
                        <a:solidFill>
                          <a:schemeClr val="bg1"/>
                        </a:solidFill>
                        <a:latin typeface="Poppins" panose="00000500000000000000" pitchFamily="50" charset="0"/>
                        <a:cs typeface="Poppins" panose="00000500000000000000" pitchFamily="50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500" dirty="0">
                        <a:solidFill>
                          <a:schemeClr val="bg1"/>
                        </a:solidFill>
                        <a:latin typeface="Poppins" panose="00000500000000000000" pitchFamily="50" charset="0"/>
                        <a:cs typeface="Poppins" panose="00000500000000000000" pitchFamily="50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500">
                        <a:solidFill>
                          <a:schemeClr val="bg1"/>
                        </a:solidFill>
                        <a:latin typeface="Poppins" panose="00000500000000000000" pitchFamily="50" charset="0"/>
                        <a:cs typeface="Poppins" panose="00000500000000000000" pitchFamily="50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500" dirty="0">
                        <a:solidFill>
                          <a:schemeClr val="bg1"/>
                        </a:solidFill>
                        <a:latin typeface="Poppins" panose="00000500000000000000" pitchFamily="50" charset="0"/>
                        <a:cs typeface="Poppins" panose="00000500000000000000" pitchFamily="50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680284"/>
                  </a:ext>
                </a:extLst>
              </a:tr>
              <a:tr h="761612">
                <a:tc>
                  <a:txBody>
                    <a:bodyPr/>
                    <a:lstStyle/>
                    <a:p>
                      <a:pPr algn="ctr"/>
                      <a:endParaRPr lang="en-US" sz="3500">
                        <a:solidFill>
                          <a:schemeClr val="bg1"/>
                        </a:solidFill>
                        <a:latin typeface="Poppins" panose="00000500000000000000" pitchFamily="50" charset="0"/>
                        <a:cs typeface="Poppins" panose="00000500000000000000" pitchFamily="50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500" dirty="0">
                        <a:solidFill>
                          <a:schemeClr val="bg1"/>
                        </a:solidFill>
                        <a:latin typeface="Poppins" panose="00000500000000000000" pitchFamily="50" charset="0"/>
                        <a:cs typeface="Poppins" panose="00000500000000000000" pitchFamily="50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500" dirty="0">
                        <a:solidFill>
                          <a:schemeClr val="bg1"/>
                        </a:solidFill>
                        <a:latin typeface="Poppins" panose="00000500000000000000" pitchFamily="50" charset="0"/>
                        <a:cs typeface="Poppins" panose="00000500000000000000" pitchFamily="50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500" dirty="0">
                        <a:solidFill>
                          <a:schemeClr val="bg1"/>
                        </a:solidFill>
                        <a:latin typeface="Poppins" panose="00000500000000000000" pitchFamily="50" charset="0"/>
                        <a:cs typeface="Poppins" panose="00000500000000000000" pitchFamily="50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500" dirty="0">
                        <a:solidFill>
                          <a:schemeClr val="bg1"/>
                        </a:solidFill>
                        <a:latin typeface="Poppins" panose="00000500000000000000" pitchFamily="50" charset="0"/>
                        <a:cs typeface="Poppins" panose="00000500000000000000" pitchFamily="50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500" dirty="0">
                        <a:solidFill>
                          <a:schemeClr val="bg1"/>
                        </a:solidFill>
                        <a:latin typeface="Poppins" panose="00000500000000000000" pitchFamily="50" charset="0"/>
                        <a:cs typeface="Poppins" panose="00000500000000000000" pitchFamily="50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358072"/>
                  </a:ext>
                </a:extLst>
              </a:tr>
              <a:tr h="761612">
                <a:tc>
                  <a:txBody>
                    <a:bodyPr/>
                    <a:lstStyle/>
                    <a:p>
                      <a:pPr algn="ctr"/>
                      <a:endParaRPr lang="en-US" sz="3500">
                        <a:solidFill>
                          <a:schemeClr val="bg1"/>
                        </a:solidFill>
                        <a:latin typeface="Poppins" panose="00000500000000000000" pitchFamily="50" charset="0"/>
                        <a:cs typeface="Poppins" panose="00000500000000000000" pitchFamily="50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500">
                        <a:solidFill>
                          <a:schemeClr val="bg1"/>
                        </a:solidFill>
                        <a:latin typeface="Poppins" panose="00000500000000000000" pitchFamily="50" charset="0"/>
                        <a:cs typeface="Poppins" panose="00000500000000000000" pitchFamily="50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500">
                        <a:solidFill>
                          <a:schemeClr val="bg1"/>
                        </a:solidFill>
                        <a:latin typeface="Poppins" panose="00000500000000000000" pitchFamily="50" charset="0"/>
                        <a:cs typeface="Poppins" panose="00000500000000000000" pitchFamily="50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500" dirty="0">
                        <a:solidFill>
                          <a:schemeClr val="bg1"/>
                        </a:solidFill>
                        <a:latin typeface="Poppins" panose="00000500000000000000" pitchFamily="50" charset="0"/>
                        <a:cs typeface="Poppins" panose="00000500000000000000" pitchFamily="50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500" dirty="0">
                        <a:solidFill>
                          <a:schemeClr val="bg1"/>
                        </a:solidFill>
                        <a:latin typeface="Poppins" panose="00000500000000000000" pitchFamily="50" charset="0"/>
                        <a:cs typeface="Poppins" panose="00000500000000000000" pitchFamily="50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500" dirty="0">
                        <a:solidFill>
                          <a:schemeClr val="bg1"/>
                        </a:solidFill>
                        <a:latin typeface="Poppins" panose="00000500000000000000" pitchFamily="50" charset="0"/>
                        <a:cs typeface="Poppins" panose="00000500000000000000" pitchFamily="50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211842"/>
                  </a:ext>
                </a:extLst>
              </a:tr>
              <a:tr h="761612">
                <a:tc>
                  <a:txBody>
                    <a:bodyPr/>
                    <a:lstStyle/>
                    <a:p>
                      <a:pPr algn="ctr"/>
                      <a:endParaRPr lang="en-US" sz="3500" dirty="0">
                        <a:solidFill>
                          <a:schemeClr val="bg1"/>
                        </a:solidFill>
                        <a:latin typeface="Poppins" panose="00000500000000000000" pitchFamily="50" charset="0"/>
                        <a:cs typeface="Poppins" panose="00000500000000000000" pitchFamily="50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500">
                        <a:solidFill>
                          <a:schemeClr val="bg1"/>
                        </a:solidFill>
                        <a:latin typeface="Poppins" panose="00000500000000000000" pitchFamily="50" charset="0"/>
                        <a:cs typeface="Poppins" panose="00000500000000000000" pitchFamily="50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500">
                        <a:solidFill>
                          <a:schemeClr val="bg1"/>
                        </a:solidFill>
                        <a:latin typeface="Poppins" panose="00000500000000000000" pitchFamily="50" charset="0"/>
                        <a:cs typeface="Poppins" panose="00000500000000000000" pitchFamily="50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500">
                        <a:solidFill>
                          <a:schemeClr val="bg1"/>
                        </a:solidFill>
                        <a:latin typeface="Poppins" panose="00000500000000000000" pitchFamily="50" charset="0"/>
                        <a:cs typeface="Poppins" panose="00000500000000000000" pitchFamily="50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500" dirty="0">
                        <a:solidFill>
                          <a:schemeClr val="bg1"/>
                        </a:solidFill>
                        <a:latin typeface="Poppins" panose="00000500000000000000" pitchFamily="50" charset="0"/>
                        <a:cs typeface="Poppins" panose="00000500000000000000" pitchFamily="50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500" dirty="0">
                        <a:solidFill>
                          <a:schemeClr val="bg1"/>
                        </a:solidFill>
                        <a:latin typeface="Poppins" panose="00000500000000000000" pitchFamily="50" charset="0"/>
                        <a:cs typeface="Poppins" panose="00000500000000000000" pitchFamily="50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063570"/>
                  </a:ext>
                </a:extLst>
              </a:tr>
            </a:tbl>
          </a:graphicData>
        </a:graphic>
      </p:graphicFrame>
      <p:sp>
        <p:nvSpPr>
          <p:cNvPr id="31" name="Rectangle 30">
            <a:extLst>
              <a:ext uri="{FF2B5EF4-FFF2-40B4-BE49-F238E27FC236}">
                <a16:creationId xmlns:a16="http://schemas.microsoft.com/office/drawing/2014/main" id="{F1B4BE4E-A62B-4793-9BB7-CE97EA54299A}"/>
              </a:ext>
            </a:extLst>
          </p:cNvPr>
          <p:cNvSpPr/>
          <p:nvPr/>
        </p:nvSpPr>
        <p:spPr>
          <a:xfrm>
            <a:off x="1166840" y="2609177"/>
            <a:ext cx="2726705" cy="5812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4C0EC82-4B66-4795-A678-079F60FF8ADC}"/>
              </a:ext>
            </a:extLst>
          </p:cNvPr>
          <p:cNvSpPr/>
          <p:nvPr/>
        </p:nvSpPr>
        <p:spPr>
          <a:xfrm>
            <a:off x="2428407" y="3190473"/>
            <a:ext cx="2381051" cy="5812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B1A4CA8-55B3-413F-9B2A-012E29AA1C1E}"/>
              </a:ext>
            </a:extLst>
          </p:cNvPr>
          <p:cNvSpPr/>
          <p:nvPr/>
        </p:nvSpPr>
        <p:spPr>
          <a:xfrm>
            <a:off x="3462728" y="3771768"/>
            <a:ext cx="2616787" cy="5812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D38CB22-423A-46F3-BEF7-49E334B31793}"/>
              </a:ext>
            </a:extLst>
          </p:cNvPr>
          <p:cNvSpPr/>
          <p:nvPr/>
        </p:nvSpPr>
        <p:spPr>
          <a:xfrm>
            <a:off x="4395855" y="4353064"/>
            <a:ext cx="3538759" cy="5812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33FDAB3-2429-4263-A213-37BDAFC764C2}"/>
              </a:ext>
            </a:extLst>
          </p:cNvPr>
          <p:cNvSpPr/>
          <p:nvPr/>
        </p:nvSpPr>
        <p:spPr>
          <a:xfrm>
            <a:off x="7026878" y="4934359"/>
            <a:ext cx="2731719" cy="5812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2E6B833-53CD-4A10-BBC6-48CF513ED466}"/>
              </a:ext>
            </a:extLst>
          </p:cNvPr>
          <p:cNvSpPr/>
          <p:nvPr/>
        </p:nvSpPr>
        <p:spPr>
          <a:xfrm>
            <a:off x="7934614" y="5515655"/>
            <a:ext cx="3664204" cy="5812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DA6CAAF-9E11-421E-B3A6-96DB55B67C70}"/>
              </a:ext>
            </a:extLst>
          </p:cNvPr>
          <p:cNvSpPr/>
          <p:nvPr/>
        </p:nvSpPr>
        <p:spPr>
          <a:xfrm>
            <a:off x="1319571" y="2705471"/>
            <a:ext cx="2421242" cy="3976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29194"/>
            <a:r>
              <a:rPr lang="en-US" sz="1000" dirty="0">
                <a:solidFill>
                  <a:srgbClr val="FFFFFF"/>
                </a:solidFill>
                <a:cs typeface="Segoe UI Light" panose="020B0502040204020203" pitchFamily="34" charset="0"/>
              </a:rPr>
              <a:t>Lorem Ipsum is simply dummy text of the printing.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2DDD3C6-94BC-432A-9429-DE9D77DD580E}"/>
              </a:ext>
            </a:extLst>
          </p:cNvPr>
          <p:cNvSpPr/>
          <p:nvPr/>
        </p:nvSpPr>
        <p:spPr>
          <a:xfrm>
            <a:off x="2590151" y="3282936"/>
            <a:ext cx="2185969" cy="3976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29194"/>
            <a:r>
              <a:rPr lang="en-US" sz="1000" dirty="0">
                <a:solidFill>
                  <a:srgbClr val="FFFFFF"/>
                </a:solidFill>
                <a:cs typeface="Segoe UI Light" panose="020B0502040204020203" pitchFamily="34" charset="0"/>
              </a:rPr>
              <a:t>Lorem Ipsum is simply dummy text of the printing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8D19FDA-91EE-4B5C-A4DE-8641E96B29BE}"/>
              </a:ext>
            </a:extLst>
          </p:cNvPr>
          <p:cNvSpPr/>
          <p:nvPr/>
        </p:nvSpPr>
        <p:spPr>
          <a:xfrm>
            <a:off x="3618931" y="3880327"/>
            <a:ext cx="2332163" cy="3976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29194"/>
            <a:r>
              <a:rPr lang="en-US" sz="1000" dirty="0">
                <a:solidFill>
                  <a:srgbClr val="FFFFFF"/>
                </a:solidFill>
                <a:cs typeface="Segoe UI Light" panose="020B0502040204020203" pitchFamily="34" charset="0"/>
              </a:rPr>
              <a:t>Lorem Ipsum is simply dummy text of the printing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9CE477D-D9AC-4C10-B12C-03C9F1EF8B59}"/>
              </a:ext>
            </a:extLst>
          </p:cNvPr>
          <p:cNvSpPr/>
          <p:nvPr/>
        </p:nvSpPr>
        <p:spPr>
          <a:xfrm>
            <a:off x="4605635" y="4449357"/>
            <a:ext cx="318924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29194"/>
            <a:r>
              <a:rPr lang="en-US" sz="1000" dirty="0">
                <a:solidFill>
                  <a:srgbClr val="FFFFFF"/>
                </a:solidFill>
                <a:cs typeface="Segoe UI Light" panose="020B0502040204020203" pitchFamily="34" charset="0"/>
              </a:rPr>
              <a:t>Lorem Ipsum is simply dummy text of the printing and typesetting industry. Lorem Ipsum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D4F70DC-16D2-41D3-B171-53DD3286C485}"/>
              </a:ext>
            </a:extLst>
          </p:cNvPr>
          <p:cNvSpPr/>
          <p:nvPr/>
        </p:nvSpPr>
        <p:spPr>
          <a:xfrm>
            <a:off x="7190226" y="5030652"/>
            <a:ext cx="2405021" cy="3976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29194"/>
            <a:r>
              <a:rPr lang="en-US" sz="1000" dirty="0">
                <a:solidFill>
                  <a:srgbClr val="FFFFFF"/>
                </a:solidFill>
                <a:cs typeface="Segoe UI Light" panose="020B0502040204020203" pitchFamily="34" charset="0"/>
              </a:rPr>
              <a:t>Lorem Ipsum is simply dummy text of the printing and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ACE4AA1-6440-4AA1-8BFB-8914795F4937}"/>
              </a:ext>
            </a:extLst>
          </p:cNvPr>
          <p:cNvSpPr/>
          <p:nvPr/>
        </p:nvSpPr>
        <p:spPr>
          <a:xfrm>
            <a:off x="8169887" y="5631417"/>
            <a:ext cx="3383009" cy="3976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29194"/>
            <a:r>
              <a:rPr lang="en-US" sz="1000" dirty="0">
                <a:solidFill>
                  <a:srgbClr val="FFFFFF"/>
                </a:solidFill>
                <a:cs typeface="Segoe UI Light" panose="020B0502040204020203" pitchFamily="34" charset="0"/>
              </a:rPr>
              <a:t>Lorem Ipsum is simply dummy text of the printing and typesetting industry. Lorem Ipsum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854706D-6E85-4F1D-8AEC-AC8C718D92EB}"/>
              </a:ext>
            </a:extLst>
          </p:cNvPr>
          <p:cNvSpPr/>
          <p:nvPr/>
        </p:nvSpPr>
        <p:spPr>
          <a:xfrm>
            <a:off x="547258" y="1520648"/>
            <a:ext cx="11005639" cy="216070"/>
          </a:xfrm>
          <a:prstGeom prst="rect">
            <a:avLst/>
          </a:prstGeom>
          <a:solidFill>
            <a:schemeClr val="bg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F1B1999-8BBE-4EB6-90A3-48C81346E058}"/>
              </a:ext>
            </a:extLst>
          </p:cNvPr>
          <p:cNvSpPr txBox="1"/>
          <p:nvPr/>
        </p:nvSpPr>
        <p:spPr>
          <a:xfrm>
            <a:off x="2973049" y="348837"/>
            <a:ext cx="6245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+mj-lt"/>
                <a:cs typeface="Sora SemiBold" pitchFamily="2" charset="0"/>
              </a:rPr>
              <a:t>Gant Chart</a:t>
            </a:r>
            <a:r>
              <a:rPr lang="en-US" sz="4000" b="1" dirty="0">
                <a:solidFill>
                  <a:schemeClr val="accent2"/>
                </a:solidFill>
                <a:latin typeface="+mj-lt"/>
                <a:cs typeface="Sora SemiBold" pitchFamily="2" charset="0"/>
              </a:rPr>
              <a:t>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SemiBold" pitchFamily="2" charset="0"/>
              </a:rPr>
              <a:t>Infographic</a:t>
            </a:r>
          </a:p>
        </p:txBody>
      </p:sp>
      <p:sp>
        <p:nvSpPr>
          <p:cNvPr id="45" name="Title 11">
            <a:extLst>
              <a:ext uri="{FF2B5EF4-FFF2-40B4-BE49-F238E27FC236}">
                <a16:creationId xmlns:a16="http://schemas.microsoft.com/office/drawing/2014/main" id="{33CF1259-8895-4E04-8010-A4DE010F306F}"/>
              </a:ext>
            </a:extLst>
          </p:cNvPr>
          <p:cNvSpPr txBox="1">
            <a:spLocks/>
          </p:cNvSpPr>
          <p:nvPr/>
        </p:nvSpPr>
        <p:spPr>
          <a:xfrm>
            <a:off x="4187254" y="1017321"/>
            <a:ext cx="3817494" cy="383194"/>
          </a:xfrm>
          <a:prstGeom prst="rect">
            <a:avLst/>
          </a:prstGeom>
        </p:spPr>
        <p:txBody>
          <a:bodyPr vert="horz" lIns="90693" tIns="45347" rIns="90693" bIns="45347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8389"/>
            <a:r>
              <a:rPr lang="en-US" sz="1800" b="1" dirty="0">
                <a:solidFill>
                  <a:srgbClr val="000000">
                    <a:lumMod val="90000"/>
                    <a:lumOff val="10000"/>
                  </a:srgbClr>
                </a:solidFill>
                <a:ea typeface="Open Sans" panose="020B0606030504020204" pitchFamily="34" charset="0"/>
                <a:cs typeface="Poppins" panose="00000500000000000000" pitchFamily="50" charset="0"/>
              </a:rPr>
              <a:t>Monthly Planner</a:t>
            </a:r>
          </a:p>
        </p:txBody>
      </p:sp>
    </p:spTree>
    <p:extLst>
      <p:ext uri="{BB962C8B-B14F-4D97-AF65-F5344CB8AC3E}">
        <p14:creationId xmlns:p14="http://schemas.microsoft.com/office/powerpoint/2010/main" val="1461936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81BFE06-0289-FD9D-7956-BE7D5148C2CF}"/>
              </a:ext>
            </a:extLst>
          </p:cNvPr>
          <p:cNvGrpSpPr/>
          <p:nvPr/>
        </p:nvGrpSpPr>
        <p:grpSpPr>
          <a:xfrm>
            <a:off x="813814" y="1514388"/>
            <a:ext cx="10564372" cy="4719824"/>
            <a:chOff x="813813" y="1514388"/>
            <a:chExt cx="10564372" cy="4719824"/>
          </a:xfrm>
        </p:grpSpPr>
        <p:graphicFrame>
          <p:nvGraphicFramePr>
            <p:cNvPr id="18" name="Table">
              <a:extLst>
                <a:ext uri="{FF2B5EF4-FFF2-40B4-BE49-F238E27FC236}">
                  <a16:creationId xmlns:a16="http://schemas.microsoft.com/office/drawing/2014/main" id="{E3BCC747-3ABB-4E5C-ACE8-4BA7F18BC26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699803169"/>
                </p:ext>
              </p:extLst>
            </p:nvPr>
          </p:nvGraphicFramePr>
          <p:xfrm>
            <a:off x="813814" y="1514388"/>
            <a:ext cx="10564371" cy="4719824"/>
          </p:xfrm>
          <a:graphic>
            <a:graphicData uri="http://schemas.openxmlformats.org/drawingml/2006/table">
              <a:tbl>
                <a:tblPr bandRow="1"/>
                <a:tblGrid>
                  <a:gridCol w="1958447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032638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700804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1700804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1700804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1470874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</a:tblGrid>
                <a:tr h="683295">
                  <a:tc>
                    <a:txBody>
                      <a:bodyPr/>
                      <a:lstStyle/>
                      <a:p>
                        <a:pPr algn="ctr">
                          <a:defRPr sz="180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800" b="1" dirty="0">
                            <a:solidFill>
                              <a:schemeClr val="bg1"/>
                            </a:solidFill>
                            <a:latin typeface="+mj-lt"/>
                            <a:ea typeface="Barlow SemiBold"/>
                            <a:cs typeface="Poppins" panose="00000500000000000000" pitchFamily="50" charset="0"/>
                            <a:sym typeface="Barlow SemiBold"/>
                          </a:rPr>
                          <a:t>Task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800" b="1" dirty="0">
                            <a:solidFill>
                              <a:schemeClr val="bg1"/>
                            </a:solidFill>
                            <a:latin typeface="+mj-lt"/>
                            <a:ea typeface="Barlow SemiBold"/>
                            <a:cs typeface="Poppins" panose="00000500000000000000" pitchFamily="50" charset="0"/>
                            <a:sym typeface="Barlow SemiBold"/>
                          </a:rPr>
                          <a:t>Period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800" b="1" dirty="0">
                            <a:solidFill>
                              <a:schemeClr val="bg1"/>
                            </a:solidFill>
                            <a:latin typeface="+mj-lt"/>
                            <a:ea typeface="Barlow SemiBold"/>
                            <a:cs typeface="Poppins" panose="00000500000000000000" pitchFamily="50" charset="0"/>
                            <a:sym typeface="Barlow SemiBold"/>
                          </a:rPr>
                          <a:t>Month I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800" b="1" dirty="0">
                            <a:solidFill>
                              <a:schemeClr val="bg1"/>
                            </a:solidFill>
                            <a:latin typeface="+mj-lt"/>
                            <a:ea typeface="Barlow SemiBold"/>
                            <a:cs typeface="Poppins" panose="00000500000000000000" pitchFamily="50" charset="0"/>
                            <a:sym typeface="Barlow SemiBold"/>
                          </a:rPr>
                          <a:t>Month II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800" b="1" dirty="0">
                            <a:solidFill>
                              <a:schemeClr val="bg1"/>
                            </a:solidFill>
                            <a:latin typeface="+mj-lt"/>
                            <a:ea typeface="Barlow SemiBold"/>
                            <a:cs typeface="Poppins" panose="00000500000000000000" pitchFamily="50" charset="0"/>
                            <a:sym typeface="Barlow SemiBold"/>
                          </a:rPr>
                          <a:t>Month III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>
                            <a:solidFill>
                              <a:srgbClr val="000000"/>
                            </a:solidFill>
                          </a:defRPr>
                        </a:pPr>
                        <a:r>
                          <a:rPr sz="1800" b="1" dirty="0">
                            <a:solidFill>
                              <a:schemeClr val="bg1"/>
                            </a:solidFill>
                            <a:latin typeface="+mj-lt"/>
                            <a:ea typeface="Barlow SemiBold"/>
                            <a:cs typeface="Poppins" panose="00000500000000000000" pitchFamily="50" charset="0"/>
                            <a:sym typeface="Barlow SemiBold"/>
                          </a:rPr>
                          <a:t>Result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76647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cs typeface="Poppins" panose="00000500000000000000" pitchFamily="50" charset="0"/>
                          </a:rPr>
                          <a:t>Project Here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>
                            <a:solidFill>
                              <a:srgbClr val="000000"/>
                            </a:solidFill>
                          </a:defRPr>
                        </a:pPr>
                        <a:r>
                          <a:rPr lang="en-US" sz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ea typeface="Barlow Medium"/>
                            <a:cs typeface="Poppins" panose="00000500000000000000" pitchFamily="50" charset="0"/>
                            <a:sym typeface="Barlow Medium"/>
                          </a:rPr>
                          <a:t>30 days</a:t>
                        </a:r>
                        <a:endParaRPr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Barlow Medium"/>
                          <a:cs typeface="Poppins" panose="00000500000000000000" pitchFamily="50" charset="0"/>
                          <a:sym typeface="Barlow Medium"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>
                          <a:defRPr sz="2000">
                            <a:solidFill>
                              <a:srgbClr val="A7A7A7"/>
                            </a:solidFill>
                            <a:latin typeface="Barlow Medium"/>
                            <a:ea typeface="Barlow Medium"/>
                            <a:cs typeface="Barlow Medium"/>
                            <a:sym typeface="Barlow Medium"/>
                          </a:defRPr>
                        </a:pPr>
                        <a:endParaRPr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oppins" panose="00000500000000000000" pitchFamily="50" charset="0"/>
                          <a:cs typeface="Poppins" panose="00000500000000000000" pitchFamily="50" charset="0"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>
                          <a:defRPr sz="2000">
                            <a:solidFill>
                              <a:srgbClr val="A7A7A7"/>
                            </a:solidFill>
                            <a:latin typeface="Barlow Medium"/>
                            <a:ea typeface="Barlow Medium"/>
                            <a:cs typeface="Barlow Medium"/>
                            <a:sym typeface="Barlow Medium"/>
                          </a:defRPr>
                        </a:pPr>
                        <a:endParaRPr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oppins" panose="00000500000000000000" pitchFamily="50" charset="0"/>
                          <a:cs typeface="Poppins" panose="00000500000000000000" pitchFamily="50" charset="0"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>
                          <a:defRPr sz="2000">
                            <a:solidFill>
                              <a:srgbClr val="A7A7A7"/>
                            </a:solidFill>
                            <a:latin typeface="Barlow Medium"/>
                            <a:ea typeface="Barlow Medium"/>
                            <a:cs typeface="Barlow Medium"/>
                            <a:sym typeface="Barlow Medium"/>
                          </a:defRPr>
                        </a:pPr>
                        <a:endParaRPr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oppins" panose="00000500000000000000" pitchFamily="50" charset="0"/>
                          <a:cs typeface="Poppins" panose="00000500000000000000" pitchFamily="50" charset="0"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defRPr sz="2000">
                            <a:solidFill>
                              <a:srgbClr val="A7A7A7"/>
                            </a:solidFill>
                            <a:latin typeface="Barlow Medium"/>
                            <a:ea typeface="Barlow Medium"/>
                            <a:cs typeface="Barlow Medium"/>
                            <a:sym typeface="Barlow Medium"/>
                          </a:defRPr>
                        </a:pPr>
                        <a:r>
                          <a:rPr sz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cs typeface="Poppins" panose="00000500000000000000" pitchFamily="50" charset="0"/>
                          </a:rPr>
                          <a:t>10%</a:t>
                        </a:r>
                        <a:r>
                          <a:rPr lang="en-US" sz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cs typeface="Poppins" panose="00000500000000000000" pitchFamily="50" charset="0"/>
                          </a:rPr>
                          <a:t> </a:t>
                        </a:r>
                        <a:r>
                          <a:rPr sz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cs typeface="Poppins" panose="00000500000000000000" pitchFamily="50" charset="0"/>
                          </a:rPr>
                          <a:t>Ready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576647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cs typeface="Poppins" panose="00000500000000000000" pitchFamily="50" charset="0"/>
                          </a:rPr>
                          <a:t>Project Here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800">
                            <a:solidFill>
                              <a:srgbClr val="000000"/>
                            </a:solidFill>
                          </a:defRPr>
                        </a:pPr>
                        <a:r>
                          <a:rPr kumimoji="0" lang="en-US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65000"/>
                                <a:lumOff val="35000"/>
                              </a:prstClr>
                            </a:solidFill>
                            <a:effectLst/>
                            <a:uLnTx/>
                            <a:uFillTx/>
                            <a:latin typeface="+mn-lt"/>
                            <a:ea typeface="Barlow Medium"/>
                            <a:cs typeface="Poppins" panose="00000500000000000000" pitchFamily="50" charset="0"/>
                            <a:sym typeface="Barlow Medium"/>
                          </a:rPr>
                          <a:t>30 days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>
                          <a:defRPr sz="2000">
                            <a:solidFill>
                              <a:srgbClr val="A7A7A7"/>
                            </a:solidFill>
                            <a:latin typeface="Barlow Medium"/>
                            <a:ea typeface="Barlow Medium"/>
                            <a:cs typeface="Barlow Medium"/>
                            <a:sym typeface="Barlow Medium"/>
                          </a:defRPr>
                        </a:pPr>
                        <a:endParaRPr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oppins" panose="00000500000000000000" pitchFamily="50" charset="0"/>
                          <a:cs typeface="Poppins" panose="00000500000000000000" pitchFamily="50" charset="0"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>
                          <a:defRPr sz="2000">
                            <a:solidFill>
                              <a:srgbClr val="A7A7A7"/>
                            </a:solidFill>
                            <a:latin typeface="Barlow Medium"/>
                            <a:ea typeface="Barlow Medium"/>
                            <a:cs typeface="Barlow Medium"/>
                            <a:sym typeface="Barlow Medium"/>
                          </a:defRPr>
                        </a:pPr>
                        <a:endParaRPr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oppins" panose="00000500000000000000" pitchFamily="50" charset="0"/>
                          <a:cs typeface="Poppins" panose="00000500000000000000" pitchFamily="50" charset="0"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>
                          <a:defRPr sz="2000">
                            <a:solidFill>
                              <a:srgbClr val="A7A7A7"/>
                            </a:solidFill>
                            <a:latin typeface="Barlow Medium"/>
                            <a:ea typeface="Barlow Medium"/>
                            <a:cs typeface="Barlow Medium"/>
                            <a:sym typeface="Barlow Medium"/>
                          </a:defRPr>
                        </a:pPr>
                        <a:endParaRPr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oppins" panose="00000500000000000000" pitchFamily="50" charset="0"/>
                          <a:cs typeface="Poppins" panose="00000500000000000000" pitchFamily="50" charset="0"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defRPr sz="2000">
                            <a:solidFill>
                              <a:srgbClr val="A7A7A7"/>
                            </a:solidFill>
                            <a:latin typeface="Barlow Medium"/>
                            <a:ea typeface="Barlow Medium"/>
                            <a:cs typeface="Barlow Medium"/>
                            <a:sym typeface="Barlow Medium"/>
                          </a:defRPr>
                        </a:pPr>
                        <a:r>
                          <a:rPr sz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cs typeface="Poppins" panose="00000500000000000000" pitchFamily="50" charset="0"/>
                          </a:rPr>
                          <a:t>13% Ready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576647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cs typeface="Poppins" panose="00000500000000000000" pitchFamily="50" charset="0"/>
                          </a:rPr>
                          <a:t>Project Here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800">
                            <a:solidFill>
                              <a:srgbClr val="000000"/>
                            </a:solidFill>
                          </a:defRPr>
                        </a:pPr>
                        <a:r>
                          <a:rPr kumimoji="0" lang="en-US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65000"/>
                                <a:lumOff val="35000"/>
                              </a:prstClr>
                            </a:solidFill>
                            <a:effectLst/>
                            <a:uLnTx/>
                            <a:uFillTx/>
                            <a:latin typeface="+mn-lt"/>
                            <a:ea typeface="Barlow Medium"/>
                            <a:cs typeface="Poppins" panose="00000500000000000000" pitchFamily="50" charset="0"/>
                            <a:sym typeface="Barlow Medium"/>
                          </a:rPr>
                          <a:t>60 days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>
                          <a:defRPr sz="2000">
                            <a:solidFill>
                              <a:srgbClr val="A7A7A7"/>
                            </a:solidFill>
                            <a:latin typeface="Barlow Medium"/>
                            <a:ea typeface="Barlow Medium"/>
                            <a:cs typeface="Barlow Medium"/>
                            <a:sym typeface="Barlow Medium"/>
                          </a:defRPr>
                        </a:pPr>
                        <a:endParaRPr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oppins" panose="00000500000000000000" pitchFamily="50" charset="0"/>
                          <a:cs typeface="Poppins" panose="00000500000000000000" pitchFamily="50" charset="0"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>
                          <a:defRPr sz="2000">
                            <a:solidFill>
                              <a:srgbClr val="A7A7A7"/>
                            </a:solidFill>
                            <a:latin typeface="Barlow Medium"/>
                            <a:ea typeface="Barlow Medium"/>
                            <a:cs typeface="Barlow Medium"/>
                            <a:sym typeface="Barlow Medium"/>
                          </a:defRPr>
                        </a:pPr>
                        <a:endParaRPr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oppins" panose="00000500000000000000" pitchFamily="50" charset="0"/>
                          <a:cs typeface="Poppins" panose="00000500000000000000" pitchFamily="50" charset="0"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>
                          <a:defRPr sz="2000">
                            <a:solidFill>
                              <a:srgbClr val="A7A7A7"/>
                            </a:solidFill>
                            <a:latin typeface="Barlow Medium"/>
                            <a:ea typeface="Barlow Medium"/>
                            <a:cs typeface="Barlow Medium"/>
                            <a:sym typeface="Barlow Medium"/>
                          </a:defRPr>
                        </a:pPr>
                        <a:endParaRPr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oppins" panose="00000500000000000000" pitchFamily="50" charset="0"/>
                          <a:cs typeface="Poppins" panose="00000500000000000000" pitchFamily="50" charset="0"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defRPr sz="2000">
                            <a:solidFill>
                              <a:srgbClr val="A7A7A7"/>
                            </a:solidFill>
                            <a:latin typeface="Barlow Medium"/>
                            <a:ea typeface="Barlow Medium"/>
                            <a:cs typeface="Barlow Medium"/>
                            <a:sym typeface="Barlow Medium"/>
                          </a:defRPr>
                        </a:pPr>
                        <a:r>
                          <a:rPr sz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cs typeface="Poppins" panose="00000500000000000000" pitchFamily="50" charset="0"/>
                          </a:rPr>
                          <a:t>25% Ready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576647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cs typeface="Poppins" panose="00000500000000000000" pitchFamily="50" charset="0"/>
                          </a:rPr>
                          <a:t>Project Here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800">
                            <a:solidFill>
                              <a:srgbClr val="000000"/>
                            </a:solidFill>
                          </a:defRPr>
                        </a:pPr>
                        <a:r>
                          <a:rPr kumimoji="0" lang="en-US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65000"/>
                                <a:lumOff val="35000"/>
                              </a:prstClr>
                            </a:solidFill>
                            <a:effectLst/>
                            <a:uLnTx/>
                            <a:uFillTx/>
                            <a:latin typeface="+mn-lt"/>
                            <a:ea typeface="Barlow Medium"/>
                            <a:cs typeface="Poppins" panose="00000500000000000000" pitchFamily="50" charset="0"/>
                            <a:sym typeface="Barlow Medium"/>
                          </a:rPr>
                          <a:t>90 days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>
                          <a:defRPr sz="2000">
                            <a:solidFill>
                              <a:srgbClr val="A7A7A7"/>
                            </a:solidFill>
                            <a:latin typeface="Barlow Medium"/>
                            <a:ea typeface="Barlow Medium"/>
                            <a:cs typeface="Barlow Medium"/>
                            <a:sym typeface="Barlow Medium"/>
                          </a:defRPr>
                        </a:pPr>
                        <a:endParaRPr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oppins" panose="00000500000000000000" pitchFamily="50" charset="0"/>
                          <a:cs typeface="Poppins" panose="00000500000000000000" pitchFamily="50" charset="0"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>
                          <a:defRPr sz="2000">
                            <a:solidFill>
                              <a:srgbClr val="A7A7A7"/>
                            </a:solidFill>
                            <a:latin typeface="Barlow Medium"/>
                            <a:ea typeface="Barlow Medium"/>
                            <a:cs typeface="Barlow Medium"/>
                            <a:sym typeface="Barlow Medium"/>
                          </a:defRPr>
                        </a:pPr>
                        <a:endParaRPr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oppins" panose="00000500000000000000" pitchFamily="50" charset="0"/>
                          <a:cs typeface="Poppins" panose="00000500000000000000" pitchFamily="50" charset="0"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>
                          <a:defRPr sz="2000">
                            <a:solidFill>
                              <a:srgbClr val="A7A7A7"/>
                            </a:solidFill>
                            <a:latin typeface="Barlow Medium"/>
                            <a:ea typeface="Barlow Medium"/>
                            <a:cs typeface="Barlow Medium"/>
                            <a:sym typeface="Barlow Medium"/>
                          </a:defRPr>
                        </a:pPr>
                        <a:endParaRPr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oppins" panose="00000500000000000000" pitchFamily="50" charset="0"/>
                          <a:cs typeface="Poppins" panose="00000500000000000000" pitchFamily="50" charset="0"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defRPr sz="2000">
                            <a:solidFill>
                              <a:srgbClr val="A7A7A7"/>
                            </a:solidFill>
                            <a:latin typeface="Barlow Medium"/>
                            <a:ea typeface="Barlow Medium"/>
                            <a:cs typeface="Barlow Medium"/>
                            <a:sym typeface="Barlow Medium"/>
                          </a:defRPr>
                        </a:pPr>
                        <a:r>
                          <a:rPr sz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cs typeface="Poppins" panose="00000500000000000000" pitchFamily="50" charset="0"/>
                          </a:rPr>
                          <a:t>40% Ready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576647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cs typeface="Poppins" panose="00000500000000000000" pitchFamily="50" charset="0"/>
                          </a:rPr>
                          <a:t>Project Here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800">
                            <a:solidFill>
                              <a:srgbClr val="000000"/>
                            </a:solidFill>
                          </a:defRPr>
                        </a:pPr>
                        <a:r>
                          <a:rPr kumimoji="0" lang="en-US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65000"/>
                                <a:lumOff val="35000"/>
                              </a:prstClr>
                            </a:solidFill>
                            <a:effectLst/>
                            <a:uLnTx/>
                            <a:uFillTx/>
                            <a:latin typeface="+mn-lt"/>
                            <a:ea typeface="Barlow Medium"/>
                            <a:cs typeface="Poppins" panose="00000500000000000000" pitchFamily="50" charset="0"/>
                            <a:sym typeface="Barlow Medium"/>
                          </a:rPr>
                          <a:t>90 days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>
                          <a:defRPr sz="2000">
                            <a:solidFill>
                              <a:srgbClr val="A7A7A7"/>
                            </a:solidFill>
                            <a:latin typeface="Barlow Medium"/>
                            <a:ea typeface="Barlow Medium"/>
                            <a:cs typeface="Barlow Medium"/>
                            <a:sym typeface="Barlow Medium"/>
                          </a:defRPr>
                        </a:pPr>
                        <a:endParaRPr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oppins" panose="00000500000000000000" pitchFamily="50" charset="0"/>
                          <a:cs typeface="Poppins" panose="00000500000000000000" pitchFamily="50" charset="0"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>
                          <a:defRPr sz="2000">
                            <a:solidFill>
                              <a:srgbClr val="A7A7A7"/>
                            </a:solidFill>
                            <a:latin typeface="Barlow Medium"/>
                            <a:ea typeface="Barlow Medium"/>
                            <a:cs typeface="Barlow Medium"/>
                            <a:sym typeface="Barlow Medium"/>
                          </a:defRPr>
                        </a:pPr>
                        <a:endParaRPr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oppins" panose="00000500000000000000" pitchFamily="50" charset="0"/>
                          <a:cs typeface="Poppins" panose="00000500000000000000" pitchFamily="50" charset="0"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>
                          <a:defRPr sz="2000">
                            <a:solidFill>
                              <a:srgbClr val="A7A7A7"/>
                            </a:solidFill>
                            <a:latin typeface="Barlow Medium"/>
                            <a:ea typeface="Barlow Medium"/>
                            <a:cs typeface="Barlow Medium"/>
                            <a:sym typeface="Barlow Medium"/>
                          </a:defRPr>
                        </a:pPr>
                        <a:endParaRPr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oppins" panose="00000500000000000000" pitchFamily="50" charset="0"/>
                          <a:cs typeface="Poppins" panose="00000500000000000000" pitchFamily="50" charset="0"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defRPr sz="2000">
                            <a:solidFill>
                              <a:srgbClr val="A7A7A7"/>
                            </a:solidFill>
                            <a:latin typeface="Barlow Medium"/>
                            <a:ea typeface="Barlow Medium"/>
                            <a:cs typeface="Barlow Medium"/>
                            <a:sym typeface="Barlow Medium"/>
                          </a:defRPr>
                        </a:pPr>
                        <a:r>
                          <a:rPr sz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cs typeface="Poppins" panose="00000500000000000000" pitchFamily="50" charset="0"/>
                          </a:rPr>
                          <a:t>90% Ready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576647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cs typeface="Poppins" panose="00000500000000000000" pitchFamily="50" charset="0"/>
                          </a:rPr>
                          <a:t>Project Here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800">
                            <a:solidFill>
                              <a:srgbClr val="000000"/>
                            </a:solidFill>
                          </a:defRPr>
                        </a:pPr>
                        <a:r>
                          <a:rPr kumimoji="0" lang="en-US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65000"/>
                                <a:lumOff val="35000"/>
                              </a:prstClr>
                            </a:solidFill>
                            <a:effectLst/>
                            <a:uLnTx/>
                            <a:uFillTx/>
                            <a:latin typeface="+mn-lt"/>
                            <a:ea typeface="Barlow Medium"/>
                            <a:cs typeface="Poppins" panose="00000500000000000000" pitchFamily="50" charset="0"/>
                            <a:sym typeface="Barlow Medium"/>
                          </a:rPr>
                          <a:t>120 days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>
                          <a:defRPr sz="2000">
                            <a:solidFill>
                              <a:srgbClr val="A7A7A7"/>
                            </a:solidFill>
                            <a:latin typeface="Barlow Medium"/>
                            <a:ea typeface="Barlow Medium"/>
                            <a:cs typeface="Barlow Medium"/>
                            <a:sym typeface="Barlow Medium"/>
                          </a:defRPr>
                        </a:pPr>
                        <a:endParaRPr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oppins" panose="00000500000000000000" pitchFamily="50" charset="0"/>
                          <a:cs typeface="Poppins" panose="00000500000000000000" pitchFamily="50" charset="0"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>
                          <a:defRPr sz="2000">
                            <a:solidFill>
                              <a:srgbClr val="A7A7A7"/>
                            </a:solidFill>
                            <a:latin typeface="Barlow Medium"/>
                            <a:ea typeface="Barlow Medium"/>
                            <a:cs typeface="Barlow Medium"/>
                            <a:sym typeface="Barlow Medium"/>
                          </a:defRPr>
                        </a:pPr>
                        <a:endParaRPr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oppins" panose="00000500000000000000" pitchFamily="50" charset="0"/>
                          <a:cs typeface="Poppins" panose="00000500000000000000" pitchFamily="50" charset="0"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>
                          <a:defRPr sz="2000">
                            <a:solidFill>
                              <a:srgbClr val="A7A7A7"/>
                            </a:solidFill>
                            <a:latin typeface="Barlow Medium"/>
                            <a:ea typeface="Barlow Medium"/>
                            <a:cs typeface="Barlow Medium"/>
                            <a:sym typeface="Barlow Medium"/>
                          </a:defRPr>
                        </a:pPr>
                        <a:endParaRPr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oppins" panose="00000500000000000000" pitchFamily="50" charset="0"/>
                          <a:cs typeface="Poppins" panose="00000500000000000000" pitchFamily="50" charset="0"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defRPr sz="2000">
                            <a:solidFill>
                              <a:srgbClr val="A7A7A7"/>
                            </a:solidFill>
                            <a:latin typeface="Barlow Medium"/>
                            <a:ea typeface="Barlow Medium"/>
                            <a:cs typeface="Barlow Medium"/>
                            <a:sym typeface="Barlow Medium"/>
                          </a:defRPr>
                        </a:pPr>
                        <a:r>
                          <a:rPr sz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cs typeface="Poppins" panose="00000500000000000000" pitchFamily="50" charset="0"/>
                          </a:rPr>
                          <a:t>95% Ready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576647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cs typeface="Poppins" panose="00000500000000000000" pitchFamily="50" charset="0"/>
                          </a:rPr>
                          <a:t>Project Here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 sz="1800">
                            <a:solidFill>
                              <a:srgbClr val="000000"/>
                            </a:solidFill>
                          </a:defRPr>
                        </a:pPr>
                        <a:r>
                          <a:rPr kumimoji="0" lang="en-US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>
                                <a:lumMod val="65000"/>
                                <a:lumOff val="35000"/>
                              </a:prstClr>
                            </a:solidFill>
                            <a:effectLst/>
                            <a:uLnTx/>
                            <a:uFillTx/>
                            <a:latin typeface="+mn-lt"/>
                            <a:ea typeface="Barlow Medium"/>
                            <a:cs typeface="Poppins" panose="00000500000000000000" pitchFamily="50" charset="0"/>
                            <a:sym typeface="Barlow Medium"/>
                          </a:rPr>
                          <a:t>2500 days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>
                          <a:defRPr sz="2000">
                            <a:solidFill>
                              <a:srgbClr val="A7A7A7"/>
                            </a:solidFill>
                            <a:latin typeface="Barlow Medium"/>
                            <a:ea typeface="Barlow Medium"/>
                            <a:cs typeface="Barlow Medium"/>
                            <a:sym typeface="Barlow Medium"/>
                          </a:defRPr>
                        </a:pPr>
                        <a:endParaRPr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oppins" panose="00000500000000000000" pitchFamily="50" charset="0"/>
                          <a:cs typeface="Poppins" panose="00000500000000000000" pitchFamily="50" charset="0"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>
                          <a:defRPr sz="2000">
                            <a:solidFill>
                              <a:srgbClr val="A7A7A7"/>
                            </a:solidFill>
                            <a:latin typeface="Barlow Medium"/>
                            <a:ea typeface="Barlow Medium"/>
                            <a:cs typeface="Barlow Medium"/>
                            <a:sym typeface="Barlow Medium"/>
                          </a:defRPr>
                        </a:pPr>
                        <a:endParaRPr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oppins" panose="00000500000000000000" pitchFamily="50" charset="0"/>
                          <a:cs typeface="Poppins" panose="00000500000000000000" pitchFamily="50" charset="0"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228600" algn="ctr">
                          <a:defRPr sz="2000">
                            <a:solidFill>
                              <a:srgbClr val="A7A7A7"/>
                            </a:solidFill>
                            <a:latin typeface="Barlow Medium"/>
                            <a:ea typeface="Barlow Medium"/>
                            <a:cs typeface="Barlow Medium"/>
                            <a:sym typeface="Barlow Medium"/>
                          </a:defRPr>
                        </a:pPr>
                        <a:endParaRPr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oppins" panose="00000500000000000000" pitchFamily="50" charset="0"/>
                          <a:cs typeface="Poppins" panose="00000500000000000000" pitchFamily="50" charset="0"/>
                        </a:endParaRP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defRPr sz="2000">
                            <a:solidFill>
                              <a:srgbClr val="A7A7A7"/>
                            </a:solidFill>
                            <a:latin typeface="Barlow Medium"/>
                            <a:ea typeface="Barlow Medium"/>
                            <a:cs typeface="Barlow Medium"/>
                            <a:sym typeface="Barlow Medium"/>
                          </a:defRPr>
                        </a:pPr>
                        <a:r>
                          <a:rPr sz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cs typeface="Poppins" panose="00000500000000000000" pitchFamily="50" charset="0"/>
                          </a:rPr>
                          <a:t>75% Ready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</a:tbl>
            </a:graphicData>
          </a:graphic>
        </p:graphicFrame>
        <p:sp>
          <p:nvSpPr>
            <p:cNvPr id="19" name="Rounded Rectangle">
              <a:extLst>
                <a:ext uri="{FF2B5EF4-FFF2-40B4-BE49-F238E27FC236}">
                  <a16:creationId xmlns:a16="http://schemas.microsoft.com/office/drawing/2014/main" id="{ECD40BC1-438E-43F5-AF80-7924AD6D9B97}"/>
                </a:ext>
              </a:extLst>
            </p:cNvPr>
            <p:cNvSpPr/>
            <p:nvPr/>
          </p:nvSpPr>
          <p:spPr>
            <a:xfrm>
              <a:off x="4996237" y="2346919"/>
              <a:ext cx="4688481" cy="270821"/>
            </a:xfrm>
            <a:prstGeom prst="roundRect">
              <a:avLst>
                <a:gd name="adj" fmla="val 8056"/>
              </a:avLst>
            </a:prstGeom>
            <a:solidFill>
              <a:schemeClr val="tx1">
                <a:lumMod val="75000"/>
                <a:lumOff val="25000"/>
              </a:schemeClr>
            </a:solidFill>
            <a:ln w="12700" cap="flat">
              <a:noFill/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29194"/>
              <a:endParaRPr sz="744" dirty="0">
                <a:solidFill>
                  <a:srgbClr val="000000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20" name="Rounded Rectangle">
              <a:extLst>
                <a:ext uri="{FF2B5EF4-FFF2-40B4-BE49-F238E27FC236}">
                  <a16:creationId xmlns:a16="http://schemas.microsoft.com/office/drawing/2014/main" id="{79AD6E56-81EA-4A97-8E88-017A2090D1F8}"/>
                </a:ext>
              </a:extLst>
            </p:cNvPr>
            <p:cNvSpPr/>
            <p:nvPr/>
          </p:nvSpPr>
          <p:spPr>
            <a:xfrm>
              <a:off x="4996237" y="2923199"/>
              <a:ext cx="4688481" cy="270821"/>
            </a:xfrm>
            <a:prstGeom prst="roundRect">
              <a:avLst>
                <a:gd name="adj" fmla="val 8056"/>
              </a:avLst>
            </a:prstGeom>
            <a:solidFill>
              <a:schemeClr val="tx1">
                <a:lumMod val="75000"/>
                <a:lumOff val="25000"/>
              </a:schemeClr>
            </a:solidFill>
            <a:ln w="12700" cap="flat">
              <a:noFill/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29194"/>
              <a:endParaRPr sz="744" dirty="0">
                <a:solidFill>
                  <a:srgbClr val="000000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21" name="Rounded Rectangle">
              <a:extLst>
                <a:ext uri="{FF2B5EF4-FFF2-40B4-BE49-F238E27FC236}">
                  <a16:creationId xmlns:a16="http://schemas.microsoft.com/office/drawing/2014/main" id="{C649963F-27B1-42DE-86D3-1B90D36EAA68}"/>
                </a:ext>
              </a:extLst>
            </p:cNvPr>
            <p:cNvSpPr/>
            <p:nvPr/>
          </p:nvSpPr>
          <p:spPr>
            <a:xfrm>
              <a:off x="4996237" y="3499479"/>
              <a:ext cx="4688480" cy="270821"/>
            </a:xfrm>
            <a:prstGeom prst="roundRect">
              <a:avLst>
                <a:gd name="adj" fmla="val 8056"/>
              </a:avLst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txBody>
            <a:bodyPr lIns="0" tIns="0" rIns="0" bIns="0" anchor="ctr"/>
            <a:lstStyle/>
            <a:p>
              <a:pPr defTabSz="229194"/>
              <a:endParaRPr sz="744" dirty="0">
                <a:solidFill>
                  <a:srgbClr val="000000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22" name="Rounded Rectangle">
              <a:extLst>
                <a:ext uri="{FF2B5EF4-FFF2-40B4-BE49-F238E27FC236}">
                  <a16:creationId xmlns:a16="http://schemas.microsoft.com/office/drawing/2014/main" id="{9835BBE4-E76F-41B1-BCFC-DF589FD4F6C9}"/>
                </a:ext>
              </a:extLst>
            </p:cNvPr>
            <p:cNvSpPr/>
            <p:nvPr/>
          </p:nvSpPr>
          <p:spPr>
            <a:xfrm>
              <a:off x="4996237" y="4075758"/>
              <a:ext cx="4688480" cy="270821"/>
            </a:xfrm>
            <a:prstGeom prst="roundRect">
              <a:avLst>
                <a:gd name="adj" fmla="val 8056"/>
              </a:avLst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txBody>
            <a:bodyPr lIns="0" tIns="0" rIns="0" bIns="0" anchor="ctr"/>
            <a:lstStyle/>
            <a:p>
              <a:pPr defTabSz="229194"/>
              <a:endParaRPr sz="744" dirty="0">
                <a:solidFill>
                  <a:srgbClr val="000000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23" name="Rounded Rectangle">
              <a:extLst>
                <a:ext uri="{FF2B5EF4-FFF2-40B4-BE49-F238E27FC236}">
                  <a16:creationId xmlns:a16="http://schemas.microsoft.com/office/drawing/2014/main" id="{795189D3-0220-434B-A427-6073E4E5DC9F}"/>
                </a:ext>
              </a:extLst>
            </p:cNvPr>
            <p:cNvSpPr/>
            <p:nvPr/>
          </p:nvSpPr>
          <p:spPr>
            <a:xfrm>
              <a:off x="4996237" y="4652038"/>
              <a:ext cx="4688480" cy="270821"/>
            </a:xfrm>
            <a:prstGeom prst="roundRect">
              <a:avLst>
                <a:gd name="adj" fmla="val 8056"/>
              </a:avLst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txBody>
            <a:bodyPr lIns="0" tIns="0" rIns="0" bIns="0" anchor="ctr"/>
            <a:lstStyle/>
            <a:p>
              <a:pPr defTabSz="229194">
                <a:defRPr>
                  <a:solidFill>
                    <a:srgbClr val="A8E10C"/>
                  </a:solidFill>
                </a:defRPr>
              </a:pPr>
              <a:endParaRPr sz="744" dirty="0">
                <a:solidFill>
                  <a:srgbClr val="A8E10C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24" name="Rounded Rectangle">
              <a:extLst>
                <a:ext uri="{FF2B5EF4-FFF2-40B4-BE49-F238E27FC236}">
                  <a16:creationId xmlns:a16="http://schemas.microsoft.com/office/drawing/2014/main" id="{5505E914-2CF3-48C4-9B68-03D4CBF0AB6F}"/>
                </a:ext>
              </a:extLst>
            </p:cNvPr>
            <p:cNvSpPr/>
            <p:nvPr/>
          </p:nvSpPr>
          <p:spPr>
            <a:xfrm>
              <a:off x="4996237" y="5228318"/>
              <a:ext cx="4688480" cy="270821"/>
            </a:xfrm>
            <a:prstGeom prst="roundRect">
              <a:avLst>
                <a:gd name="adj" fmla="val 8056"/>
              </a:avLst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txBody>
            <a:bodyPr lIns="0" tIns="0" rIns="0" bIns="0" anchor="ctr"/>
            <a:lstStyle/>
            <a:p>
              <a:pPr defTabSz="229194"/>
              <a:endParaRPr sz="744" dirty="0">
                <a:solidFill>
                  <a:srgbClr val="000000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25" name="Rounded Rectangle">
              <a:extLst>
                <a:ext uri="{FF2B5EF4-FFF2-40B4-BE49-F238E27FC236}">
                  <a16:creationId xmlns:a16="http://schemas.microsoft.com/office/drawing/2014/main" id="{68F77579-5C68-4623-A73B-4DA51C48A953}"/>
                </a:ext>
              </a:extLst>
            </p:cNvPr>
            <p:cNvSpPr/>
            <p:nvPr/>
          </p:nvSpPr>
          <p:spPr>
            <a:xfrm>
              <a:off x="4996237" y="5804598"/>
              <a:ext cx="4688480" cy="270821"/>
            </a:xfrm>
            <a:prstGeom prst="roundRect">
              <a:avLst>
                <a:gd name="adj" fmla="val 8056"/>
              </a:avLst>
            </a:prstGeom>
            <a:solidFill>
              <a:schemeClr val="tx1">
                <a:lumMod val="75000"/>
                <a:lumOff val="25000"/>
              </a:schemeClr>
            </a:solidFill>
            <a:ln w="12700">
              <a:noFill/>
            </a:ln>
          </p:spPr>
          <p:txBody>
            <a:bodyPr lIns="0" tIns="0" rIns="0" bIns="0" anchor="ctr"/>
            <a:lstStyle/>
            <a:p>
              <a:pPr defTabSz="229194"/>
              <a:endParaRPr sz="744" dirty="0">
                <a:solidFill>
                  <a:srgbClr val="000000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26" name="Rounded Rectangle">
              <a:extLst>
                <a:ext uri="{FF2B5EF4-FFF2-40B4-BE49-F238E27FC236}">
                  <a16:creationId xmlns:a16="http://schemas.microsoft.com/office/drawing/2014/main" id="{262B9251-CE97-4EC6-BA89-6D6781581CB4}"/>
                </a:ext>
              </a:extLst>
            </p:cNvPr>
            <p:cNvSpPr/>
            <p:nvPr/>
          </p:nvSpPr>
          <p:spPr>
            <a:xfrm>
              <a:off x="4992840" y="2346919"/>
              <a:ext cx="521403" cy="270821"/>
            </a:xfrm>
            <a:prstGeom prst="roundRect">
              <a:avLst>
                <a:gd name="adj" fmla="val 8056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29194"/>
              <a:endParaRPr sz="744" dirty="0">
                <a:solidFill>
                  <a:srgbClr val="000000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27" name="Placeholder text">
              <a:extLst>
                <a:ext uri="{FF2B5EF4-FFF2-40B4-BE49-F238E27FC236}">
                  <a16:creationId xmlns:a16="http://schemas.microsoft.com/office/drawing/2014/main" id="{04DA1989-1AF4-4D42-B6FC-B3EB52D3C19F}"/>
                </a:ext>
              </a:extLst>
            </p:cNvPr>
            <p:cNvSpPr txBox="1"/>
            <p:nvPr/>
          </p:nvSpPr>
          <p:spPr>
            <a:xfrm>
              <a:off x="5077458" y="2387724"/>
              <a:ext cx="796275" cy="1739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5193" tIns="25193" rIns="25193" bIns="25193" numCol="1" anchor="ctr">
              <a:spAutoFit/>
            </a:bodyPr>
            <a:lstStyle>
              <a:lvl1pPr algn="l">
                <a:defRPr sz="1600">
                  <a:solidFill>
                    <a:schemeClr val="accent1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pPr defTabSz="229194"/>
              <a:r>
                <a:rPr lang="en-US" sz="800" dirty="0">
                  <a:solidFill>
                    <a:srgbClr val="FFFFFF"/>
                  </a:solidFill>
                  <a:latin typeface="+mn-lt"/>
                  <a:cs typeface="Poppins" panose="00000500000000000000" pitchFamily="2" charset="0"/>
                </a:rPr>
                <a:t>Your Text Here</a:t>
              </a:r>
              <a:endParaRPr sz="800" dirty="0">
                <a:solidFill>
                  <a:srgbClr val="FFFFFF"/>
                </a:solidFill>
                <a:latin typeface="+mn-lt"/>
                <a:cs typeface="Poppins" panose="00000500000000000000" pitchFamily="2" charset="0"/>
              </a:endParaRPr>
            </a:p>
          </p:txBody>
        </p:sp>
        <p:sp>
          <p:nvSpPr>
            <p:cNvPr id="28" name="Rounded Rectangle">
              <a:extLst>
                <a:ext uri="{FF2B5EF4-FFF2-40B4-BE49-F238E27FC236}">
                  <a16:creationId xmlns:a16="http://schemas.microsoft.com/office/drawing/2014/main" id="{A4A4038B-5093-4CE6-9A5B-C47A1B2A3810}"/>
                </a:ext>
              </a:extLst>
            </p:cNvPr>
            <p:cNvSpPr/>
            <p:nvPr/>
          </p:nvSpPr>
          <p:spPr>
            <a:xfrm>
              <a:off x="4992840" y="2923199"/>
              <a:ext cx="976158" cy="270821"/>
            </a:xfrm>
            <a:prstGeom prst="roundRect">
              <a:avLst>
                <a:gd name="adj" fmla="val 8056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229194"/>
              <a:endParaRPr sz="744" dirty="0">
                <a:solidFill>
                  <a:srgbClr val="000000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29" name="Placeholder text">
              <a:extLst>
                <a:ext uri="{FF2B5EF4-FFF2-40B4-BE49-F238E27FC236}">
                  <a16:creationId xmlns:a16="http://schemas.microsoft.com/office/drawing/2014/main" id="{954D9B6B-F8DF-4A31-85C7-67F0421FD784}"/>
                </a:ext>
              </a:extLst>
            </p:cNvPr>
            <p:cNvSpPr txBox="1"/>
            <p:nvPr/>
          </p:nvSpPr>
          <p:spPr>
            <a:xfrm>
              <a:off x="5077458" y="2964003"/>
              <a:ext cx="796275" cy="1739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5193" tIns="25193" rIns="25193" bIns="25193" numCol="1" anchor="ctr">
              <a:spAutoFit/>
            </a:bodyPr>
            <a:lstStyle>
              <a:lvl1pPr algn="l">
                <a:defRPr sz="1600">
                  <a:solidFill>
                    <a:schemeClr val="accent1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pPr defTabSz="229194"/>
              <a:r>
                <a:rPr lang="en-US" sz="800" dirty="0">
                  <a:solidFill>
                    <a:srgbClr val="FFFFFF"/>
                  </a:solidFill>
                  <a:latin typeface="+mn-lt"/>
                  <a:cs typeface="Poppins" panose="00000500000000000000" pitchFamily="2" charset="0"/>
                </a:rPr>
                <a:t>Your Text Here</a:t>
              </a:r>
            </a:p>
          </p:txBody>
        </p:sp>
        <p:sp>
          <p:nvSpPr>
            <p:cNvPr id="46" name="Rounded Rectangle">
              <a:extLst>
                <a:ext uri="{FF2B5EF4-FFF2-40B4-BE49-F238E27FC236}">
                  <a16:creationId xmlns:a16="http://schemas.microsoft.com/office/drawing/2014/main" id="{39D8C666-66C4-48BA-ADE2-FFE1C89A9E6A}"/>
                </a:ext>
              </a:extLst>
            </p:cNvPr>
            <p:cNvSpPr/>
            <p:nvPr/>
          </p:nvSpPr>
          <p:spPr>
            <a:xfrm>
              <a:off x="4992838" y="3499479"/>
              <a:ext cx="1579409" cy="270821"/>
            </a:xfrm>
            <a:prstGeom prst="roundRect">
              <a:avLst>
                <a:gd name="adj" fmla="val 8056"/>
              </a:avLst>
            </a:prstGeom>
            <a:solidFill>
              <a:schemeClr val="accent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229194"/>
              <a:endParaRPr sz="744" dirty="0">
                <a:solidFill>
                  <a:srgbClr val="000000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47" name="Placeholder text">
              <a:extLst>
                <a:ext uri="{FF2B5EF4-FFF2-40B4-BE49-F238E27FC236}">
                  <a16:creationId xmlns:a16="http://schemas.microsoft.com/office/drawing/2014/main" id="{65A8D8DA-3C9C-429B-B5A6-8C09EABF6A18}"/>
                </a:ext>
              </a:extLst>
            </p:cNvPr>
            <p:cNvSpPr txBox="1"/>
            <p:nvPr/>
          </p:nvSpPr>
          <p:spPr>
            <a:xfrm>
              <a:off x="5077457" y="3540283"/>
              <a:ext cx="796275" cy="17398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5193" tIns="25193" rIns="25193" bIns="25193" anchor="ctr">
              <a:spAutoFit/>
            </a:bodyPr>
            <a:lstStyle>
              <a:lvl1pPr algn="l">
                <a:defRPr sz="1600">
                  <a:solidFill>
                    <a:schemeClr val="accent2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pPr defTabSz="229194"/>
              <a:r>
                <a:rPr lang="en-US" sz="800" dirty="0">
                  <a:solidFill>
                    <a:srgbClr val="FFFFFF"/>
                  </a:solidFill>
                  <a:latin typeface="+mn-lt"/>
                  <a:cs typeface="Poppins" panose="00000500000000000000" pitchFamily="2" charset="0"/>
                </a:rPr>
                <a:t>Your Text Here</a:t>
              </a:r>
            </a:p>
          </p:txBody>
        </p:sp>
        <p:sp>
          <p:nvSpPr>
            <p:cNvPr id="48" name="Rounded Rectangle">
              <a:extLst>
                <a:ext uri="{FF2B5EF4-FFF2-40B4-BE49-F238E27FC236}">
                  <a16:creationId xmlns:a16="http://schemas.microsoft.com/office/drawing/2014/main" id="{C19424CF-351E-4096-A201-584C52E684FA}"/>
                </a:ext>
              </a:extLst>
            </p:cNvPr>
            <p:cNvSpPr/>
            <p:nvPr/>
          </p:nvSpPr>
          <p:spPr>
            <a:xfrm>
              <a:off x="4992839" y="4075758"/>
              <a:ext cx="2128893" cy="270821"/>
            </a:xfrm>
            <a:prstGeom prst="roundRect">
              <a:avLst>
                <a:gd name="adj" fmla="val 8056"/>
              </a:avLst>
            </a:prstGeom>
            <a:solidFill>
              <a:schemeClr val="accent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229194"/>
              <a:endParaRPr sz="744" dirty="0">
                <a:solidFill>
                  <a:srgbClr val="000000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49" name="Placeholder text">
              <a:extLst>
                <a:ext uri="{FF2B5EF4-FFF2-40B4-BE49-F238E27FC236}">
                  <a16:creationId xmlns:a16="http://schemas.microsoft.com/office/drawing/2014/main" id="{B0292208-DB3B-4313-B055-60446D2F7AAB}"/>
                </a:ext>
              </a:extLst>
            </p:cNvPr>
            <p:cNvSpPr txBox="1"/>
            <p:nvPr/>
          </p:nvSpPr>
          <p:spPr>
            <a:xfrm>
              <a:off x="5077457" y="4116563"/>
              <a:ext cx="796275" cy="17398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5193" tIns="25193" rIns="25193" bIns="25193" anchor="ctr">
              <a:spAutoFit/>
            </a:bodyPr>
            <a:lstStyle>
              <a:lvl1pPr algn="l">
                <a:defRPr sz="1600">
                  <a:solidFill>
                    <a:schemeClr val="accent2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pPr defTabSz="229194"/>
              <a:r>
                <a:rPr lang="en-US" sz="800" dirty="0">
                  <a:solidFill>
                    <a:srgbClr val="FFFFFF"/>
                  </a:solidFill>
                  <a:latin typeface="+mn-lt"/>
                  <a:cs typeface="Poppins" panose="00000500000000000000" pitchFamily="2" charset="0"/>
                </a:rPr>
                <a:t>Your Text Here</a:t>
              </a:r>
            </a:p>
          </p:txBody>
        </p:sp>
        <p:sp>
          <p:nvSpPr>
            <p:cNvPr id="50" name="Rounded Rectangle">
              <a:extLst>
                <a:ext uri="{FF2B5EF4-FFF2-40B4-BE49-F238E27FC236}">
                  <a16:creationId xmlns:a16="http://schemas.microsoft.com/office/drawing/2014/main" id="{FBDCEF8F-007D-4A7F-964A-5FA44DA64EAA}"/>
                </a:ext>
              </a:extLst>
            </p:cNvPr>
            <p:cNvSpPr/>
            <p:nvPr/>
          </p:nvSpPr>
          <p:spPr>
            <a:xfrm>
              <a:off x="4992839" y="4652038"/>
              <a:ext cx="4090768" cy="270821"/>
            </a:xfrm>
            <a:prstGeom prst="roundRect">
              <a:avLst>
                <a:gd name="adj" fmla="val 8056"/>
              </a:avLst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229194"/>
              <a:endParaRPr sz="744" dirty="0">
                <a:solidFill>
                  <a:srgbClr val="000000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51" name="Placeholder text">
              <a:extLst>
                <a:ext uri="{FF2B5EF4-FFF2-40B4-BE49-F238E27FC236}">
                  <a16:creationId xmlns:a16="http://schemas.microsoft.com/office/drawing/2014/main" id="{1618ABD9-3BF8-455D-A771-F6AA00FE80B4}"/>
                </a:ext>
              </a:extLst>
            </p:cNvPr>
            <p:cNvSpPr txBox="1"/>
            <p:nvPr/>
          </p:nvSpPr>
          <p:spPr>
            <a:xfrm>
              <a:off x="5077457" y="4692843"/>
              <a:ext cx="796275" cy="17398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5193" tIns="25193" rIns="25193" bIns="25193" anchor="ctr">
              <a:spAutoFit/>
            </a:bodyPr>
            <a:lstStyle>
              <a:lvl1pPr algn="l">
                <a:defRPr sz="1600">
                  <a:solidFill>
                    <a:schemeClr val="accent3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pPr defTabSz="229194"/>
              <a:r>
                <a:rPr lang="en-US" sz="800" dirty="0">
                  <a:solidFill>
                    <a:srgbClr val="FFFFFF"/>
                  </a:solidFill>
                  <a:latin typeface="+mn-lt"/>
                  <a:cs typeface="Poppins" panose="00000500000000000000" pitchFamily="2" charset="0"/>
                </a:rPr>
                <a:t>Your Text Here</a:t>
              </a:r>
            </a:p>
          </p:txBody>
        </p:sp>
        <p:sp>
          <p:nvSpPr>
            <p:cNvPr id="52" name="Rounded Rectangle">
              <a:extLst>
                <a:ext uri="{FF2B5EF4-FFF2-40B4-BE49-F238E27FC236}">
                  <a16:creationId xmlns:a16="http://schemas.microsoft.com/office/drawing/2014/main" id="{12C7741A-BA58-4A2D-8115-7094B74AC23B}"/>
                </a:ext>
              </a:extLst>
            </p:cNvPr>
            <p:cNvSpPr/>
            <p:nvPr/>
          </p:nvSpPr>
          <p:spPr>
            <a:xfrm>
              <a:off x="4992839" y="5228318"/>
              <a:ext cx="4608359" cy="270821"/>
            </a:xfrm>
            <a:prstGeom prst="roundRect">
              <a:avLst>
                <a:gd name="adj" fmla="val 8056"/>
              </a:avLst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229194"/>
              <a:endParaRPr sz="744" dirty="0">
                <a:solidFill>
                  <a:srgbClr val="000000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53" name="Placeholder text">
              <a:extLst>
                <a:ext uri="{FF2B5EF4-FFF2-40B4-BE49-F238E27FC236}">
                  <a16:creationId xmlns:a16="http://schemas.microsoft.com/office/drawing/2014/main" id="{AFE762DB-3B9C-40BB-93B7-FFD76C40F54E}"/>
                </a:ext>
              </a:extLst>
            </p:cNvPr>
            <p:cNvSpPr txBox="1"/>
            <p:nvPr/>
          </p:nvSpPr>
          <p:spPr>
            <a:xfrm>
              <a:off x="5077457" y="5269123"/>
              <a:ext cx="796275" cy="17398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5193" tIns="25193" rIns="25193" bIns="25193" anchor="ctr">
              <a:spAutoFit/>
            </a:bodyPr>
            <a:lstStyle>
              <a:lvl1pPr algn="l">
                <a:defRPr sz="1600">
                  <a:solidFill>
                    <a:schemeClr val="accent3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pPr defTabSz="229194"/>
              <a:r>
                <a:rPr lang="en-US" sz="800" dirty="0">
                  <a:solidFill>
                    <a:srgbClr val="FFFFFF"/>
                  </a:solidFill>
                  <a:latin typeface="+mn-lt"/>
                  <a:cs typeface="Poppins" panose="00000500000000000000" pitchFamily="2" charset="0"/>
                </a:rPr>
                <a:t>Your Text Here</a:t>
              </a:r>
            </a:p>
          </p:txBody>
        </p:sp>
        <p:sp>
          <p:nvSpPr>
            <p:cNvPr id="54" name="Rounded Rectangle">
              <a:extLst>
                <a:ext uri="{FF2B5EF4-FFF2-40B4-BE49-F238E27FC236}">
                  <a16:creationId xmlns:a16="http://schemas.microsoft.com/office/drawing/2014/main" id="{CEAD64E5-1081-4C62-A8C2-4F8BFCE3138F}"/>
                </a:ext>
              </a:extLst>
            </p:cNvPr>
            <p:cNvSpPr/>
            <p:nvPr/>
          </p:nvSpPr>
          <p:spPr>
            <a:xfrm>
              <a:off x="4992839" y="5804598"/>
              <a:ext cx="3204860" cy="270821"/>
            </a:xfrm>
            <a:prstGeom prst="roundRect">
              <a:avLst>
                <a:gd name="adj" fmla="val 8056"/>
              </a:avLst>
            </a:pr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229194"/>
              <a:endParaRPr sz="744" dirty="0">
                <a:solidFill>
                  <a:srgbClr val="000000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55" name="Placeholder text">
              <a:extLst>
                <a:ext uri="{FF2B5EF4-FFF2-40B4-BE49-F238E27FC236}">
                  <a16:creationId xmlns:a16="http://schemas.microsoft.com/office/drawing/2014/main" id="{E31A9EA1-1C7C-4F50-880A-5E598A727D98}"/>
                </a:ext>
              </a:extLst>
            </p:cNvPr>
            <p:cNvSpPr txBox="1"/>
            <p:nvPr/>
          </p:nvSpPr>
          <p:spPr>
            <a:xfrm>
              <a:off x="5077457" y="5845402"/>
              <a:ext cx="796275" cy="17398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25193" tIns="25193" rIns="25193" bIns="25193" anchor="ctr">
              <a:spAutoFit/>
            </a:bodyPr>
            <a:lstStyle>
              <a:lvl1pPr algn="l">
                <a:defRPr sz="1600">
                  <a:solidFill>
                    <a:srgbClr val="535353"/>
                  </a:solidFill>
                  <a:latin typeface="Barlow Medium"/>
                  <a:ea typeface="Barlow Medium"/>
                  <a:cs typeface="Barlow Medium"/>
                  <a:sym typeface="Barlow Medium"/>
                </a:defRPr>
              </a:lvl1pPr>
            </a:lstStyle>
            <a:p>
              <a:pPr defTabSz="229194"/>
              <a:r>
                <a:rPr lang="en-US" sz="800" dirty="0">
                  <a:solidFill>
                    <a:srgbClr val="FFFFFF"/>
                  </a:solidFill>
                  <a:latin typeface="+mn-lt"/>
                  <a:cs typeface="Poppins" panose="00000500000000000000" pitchFamily="2" charset="0"/>
                </a:rPr>
                <a:t>Your Text Here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C517203-125F-47E3-B73C-65CAFD139D50}"/>
                </a:ext>
              </a:extLst>
            </p:cNvPr>
            <p:cNvSpPr/>
            <p:nvPr/>
          </p:nvSpPr>
          <p:spPr>
            <a:xfrm>
              <a:off x="813813" y="1514388"/>
              <a:ext cx="10564371" cy="321010"/>
            </a:xfrm>
            <a:prstGeom prst="rect">
              <a:avLst/>
            </a:prstGeom>
            <a:solidFill>
              <a:schemeClr val="bg1">
                <a:alpha val="2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15B6AC18-45B9-4C5C-8D61-784D70896254}"/>
              </a:ext>
            </a:extLst>
          </p:cNvPr>
          <p:cNvSpPr txBox="1"/>
          <p:nvPr/>
        </p:nvSpPr>
        <p:spPr>
          <a:xfrm>
            <a:off x="1893432" y="300030"/>
            <a:ext cx="8405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+mj-lt"/>
                <a:cs typeface="Sora SemiBold" pitchFamily="2" charset="0"/>
              </a:rPr>
              <a:t>Gant Chart</a:t>
            </a:r>
            <a:r>
              <a:rPr lang="en-US" sz="4000" b="1" dirty="0">
                <a:solidFill>
                  <a:schemeClr val="accent2"/>
                </a:solidFill>
                <a:latin typeface="+mj-lt"/>
                <a:cs typeface="Sora SemiBold" pitchFamily="2" charset="0"/>
              </a:rPr>
              <a:t>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SemiBold" pitchFamily="2" charset="0"/>
              </a:rPr>
              <a:t>Infographic</a:t>
            </a:r>
          </a:p>
        </p:txBody>
      </p:sp>
      <p:sp>
        <p:nvSpPr>
          <p:cNvPr id="58" name="Title 11">
            <a:extLst>
              <a:ext uri="{FF2B5EF4-FFF2-40B4-BE49-F238E27FC236}">
                <a16:creationId xmlns:a16="http://schemas.microsoft.com/office/drawing/2014/main" id="{1D7D6DD8-B797-4E62-B469-D2B8E5FB7F76}"/>
              </a:ext>
            </a:extLst>
          </p:cNvPr>
          <p:cNvSpPr txBox="1">
            <a:spLocks/>
          </p:cNvSpPr>
          <p:nvPr/>
        </p:nvSpPr>
        <p:spPr>
          <a:xfrm>
            <a:off x="4187254" y="954522"/>
            <a:ext cx="3817494" cy="383194"/>
          </a:xfrm>
          <a:prstGeom prst="rect">
            <a:avLst/>
          </a:prstGeom>
        </p:spPr>
        <p:txBody>
          <a:bodyPr vert="horz" lIns="90693" tIns="45347" rIns="90693" bIns="45347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8389"/>
            <a:r>
              <a:rPr lang="en-US" sz="2000" b="1" dirty="0">
                <a:solidFill>
                  <a:srgbClr val="000000">
                    <a:lumMod val="90000"/>
                    <a:lumOff val="10000"/>
                  </a:srgbClr>
                </a:solidFill>
                <a:ea typeface="Open Sans" panose="020B0606030504020204" pitchFamily="34" charset="0"/>
                <a:cs typeface="Poppins" panose="00000500000000000000" pitchFamily="50" charset="0"/>
              </a:rPr>
              <a:t>3 Month Planner</a:t>
            </a:r>
          </a:p>
        </p:txBody>
      </p:sp>
    </p:spTree>
    <p:extLst>
      <p:ext uri="{BB962C8B-B14F-4D97-AF65-F5344CB8AC3E}">
        <p14:creationId xmlns:p14="http://schemas.microsoft.com/office/powerpoint/2010/main" val="1083710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F33EF8DF-A168-4011-B258-E4A754BC1CE0}"/>
              </a:ext>
            </a:extLst>
          </p:cNvPr>
          <p:cNvSpPr/>
          <p:nvPr/>
        </p:nvSpPr>
        <p:spPr>
          <a:xfrm>
            <a:off x="2163409" y="2590219"/>
            <a:ext cx="8689615" cy="568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184B73-E72B-42FE-A645-9BAF5BEA6FDF}"/>
              </a:ext>
            </a:extLst>
          </p:cNvPr>
          <p:cNvSpPr/>
          <p:nvPr/>
        </p:nvSpPr>
        <p:spPr>
          <a:xfrm>
            <a:off x="2163409" y="3159109"/>
            <a:ext cx="8689615" cy="5688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FFAD312-DDA3-4AF2-ABB0-8BD8ED6F36DC}"/>
              </a:ext>
            </a:extLst>
          </p:cNvPr>
          <p:cNvSpPr/>
          <p:nvPr/>
        </p:nvSpPr>
        <p:spPr>
          <a:xfrm>
            <a:off x="2163409" y="3727999"/>
            <a:ext cx="8689615" cy="568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19AEFAF-C3FD-4F09-BC48-92670E11BDDD}"/>
              </a:ext>
            </a:extLst>
          </p:cNvPr>
          <p:cNvSpPr/>
          <p:nvPr/>
        </p:nvSpPr>
        <p:spPr>
          <a:xfrm>
            <a:off x="2163409" y="4296888"/>
            <a:ext cx="8689615" cy="5688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C7D855-F06E-4265-BECB-90C1605478BD}"/>
              </a:ext>
            </a:extLst>
          </p:cNvPr>
          <p:cNvSpPr/>
          <p:nvPr/>
        </p:nvSpPr>
        <p:spPr>
          <a:xfrm>
            <a:off x="2163409" y="4865777"/>
            <a:ext cx="8689615" cy="568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CB8C841-F088-42BE-B98C-63605722F566}"/>
              </a:ext>
            </a:extLst>
          </p:cNvPr>
          <p:cNvSpPr/>
          <p:nvPr/>
        </p:nvSpPr>
        <p:spPr>
          <a:xfrm>
            <a:off x="2163409" y="1894912"/>
            <a:ext cx="8689615" cy="6953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F3299C-4EF5-4343-9043-DB989BC97506}"/>
              </a:ext>
            </a:extLst>
          </p:cNvPr>
          <p:cNvSpPr txBox="1"/>
          <p:nvPr/>
        </p:nvSpPr>
        <p:spPr>
          <a:xfrm>
            <a:off x="2374109" y="2144696"/>
            <a:ext cx="402085" cy="1851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Jan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7637F9-9E71-4344-9CE4-C9A8DAE3A341}"/>
              </a:ext>
            </a:extLst>
          </p:cNvPr>
          <p:cNvSpPr txBox="1"/>
          <p:nvPr/>
        </p:nvSpPr>
        <p:spPr>
          <a:xfrm>
            <a:off x="10085724" y="2144696"/>
            <a:ext cx="402085" cy="1851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Dec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B2E5CB-EA99-4A72-9D4F-4BBBA4C5C9E6}"/>
              </a:ext>
            </a:extLst>
          </p:cNvPr>
          <p:cNvSpPr txBox="1"/>
          <p:nvPr/>
        </p:nvSpPr>
        <p:spPr>
          <a:xfrm>
            <a:off x="3075165" y="2144696"/>
            <a:ext cx="402085" cy="1851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Feb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0B7EEED-656D-4F42-8CD6-D0149EB4F1BF}"/>
              </a:ext>
            </a:extLst>
          </p:cNvPr>
          <p:cNvSpPr txBox="1"/>
          <p:nvPr/>
        </p:nvSpPr>
        <p:spPr>
          <a:xfrm>
            <a:off x="3776222" y="2144696"/>
            <a:ext cx="402085" cy="1851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Mar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07E5B5-6E01-4BB9-BBE7-D09F84A88558}"/>
              </a:ext>
            </a:extLst>
          </p:cNvPr>
          <p:cNvSpPr txBox="1"/>
          <p:nvPr/>
        </p:nvSpPr>
        <p:spPr>
          <a:xfrm>
            <a:off x="4477277" y="2144696"/>
            <a:ext cx="402085" cy="1851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Apr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FBAB64-1289-43F1-BB89-845A2AC7596B}"/>
              </a:ext>
            </a:extLst>
          </p:cNvPr>
          <p:cNvSpPr txBox="1"/>
          <p:nvPr/>
        </p:nvSpPr>
        <p:spPr>
          <a:xfrm>
            <a:off x="5178333" y="2144696"/>
            <a:ext cx="402085" cy="1851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May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CE065B-B64B-4604-9CBB-7D4B03D7A78D}"/>
              </a:ext>
            </a:extLst>
          </p:cNvPr>
          <p:cNvSpPr txBox="1"/>
          <p:nvPr/>
        </p:nvSpPr>
        <p:spPr>
          <a:xfrm>
            <a:off x="5879390" y="2144696"/>
            <a:ext cx="402085" cy="1851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Jun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17BCFA-76DB-4BF1-99A2-FC9EE0E252E4}"/>
              </a:ext>
            </a:extLst>
          </p:cNvPr>
          <p:cNvSpPr txBox="1"/>
          <p:nvPr/>
        </p:nvSpPr>
        <p:spPr>
          <a:xfrm>
            <a:off x="6580445" y="2144696"/>
            <a:ext cx="402085" cy="1851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Jul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9DF617F-F7E6-4468-AE9A-DE721AD0C2F0}"/>
              </a:ext>
            </a:extLst>
          </p:cNvPr>
          <p:cNvSpPr txBox="1"/>
          <p:nvPr/>
        </p:nvSpPr>
        <p:spPr>
          <a:xfrm>
            <a:off x="7281502" y="2144696"/>
            <a:ext cx="402085" cy="1851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Aug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22B02F2-90E5-4F73-BF03-E53790847BFF}"/>
              </a:ext>
            </a:extLst>
          </p:cNvPr>
          <p:cNvSpPr txBox="1"/>
          <p:nvPr/>
        </p:nvSpPr>
        <p:spPr>
          <a:xfrm>
            <a:off x="7982558" y="2144696"/>
            <a:ext cx="402085" cy="1851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Sep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3F39558-4383-41D2-8846-85DF9BCC37AF}"/>
              </a:ext>
            </a:extLst>
          </p:cNvPr>
          <p:cNvSpPr txBox="1"/>
          <p:nvPr/>
        </p:nvSpPr>
        <p:spPr>
          <a:xfrm>
            <a:off x="8683614" y="2144696"/>
            <a:ext cx="402085" cy="1851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Oct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48CE813-CF3C-4EB0-A333-E2BAE9043B12}"/>
              </a:ext>
            </a:extLst>
          </p:cNvPr>
          <p:cNvSpPr txBox="1"/>
          <p:nvPr/>
        </p:nvSpPr>
        <p:spPr>
          <a:xfrm>
            <a:off x="9384669" y="2144696"/>
            <a:ext cx="402085" cy="1851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Nov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24DC3326-C5B9-443A-9EC3-CDD654077E4D}"/>
              </a:ext>
            </a:extLst>
          </p:cNvPr>
          <p:cNvSpPr/>
          <p:nvPr/>
        </p:nvSpPr>
        <p:spPr>
          <a:xfrm>
            <a:off x="2374108" y="2744173"/>
            <a:ext cx="2505254" cy="26098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b="1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1BBC4DF-C05A-46C2-9BED-84A0DADC49EF}"/>
              </a:ext>
            </a:extLst>
          </p:cNvPr>
          <p:cNvSpPr txBox="1"/>
          <p:nvPr/>
        </p:nvSpPr>
        <p:spPr>
          <a:xfrm>
            <a:off x="2293046" y="2801262"/>
            <a:ext cx="2667377" cy="1543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003" dirty="0">
                <a:solidFill>
                  <a:srgbClr val="FFFFFF"/>
                </a:solidFill>
                <a:ea typeface="Roboto" panose="02000000000000000000" pitchFamily="2" charset="0"/>
                <a:cs typeface="Lato" panose="020F0502020204030203" pitchFamily="34" charset="0"/>
              </a:rPr>
              <a:t>01 January – 03 May </a:t>
            </a:r>
            <a:endParaRPr lang="en-US" sz="902" dirty="0">
              <a:solidFill>
                <a:srgbClr val="FFFFFF"/>
              </a:solidFill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0240DD4D-F537-4763-B433-0DCEED210D4F}"/>
              </a:ext>
            </a:extLst>
          </p:cNvPr>
          <p:cNvSpPr/>
          <p:nvPr/>
        </p:nvSpPr>
        <p:spPr>
          <a:xfrm>
            <a:off x="6633508" y="3313063"/>
            <a:ext cx="1751136" cy="26098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b="1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8ABDF40A-87B3-4885-AAAD-2BC5AC1BF3F1}"/>
              </a:ext>
            </a:extLst>
          </p:cNvPr>
          <p:cNvSpPr/>
          <p:nvPr/>
        </p:nvSpPr>
        <p:spPr>
          <a:xfrm>
            <a:off x="8066889" y="4450841"/>
            <a:ext cx="2420920" cy="260982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b="1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424E657-D8A7-4119-8720-FF0F4DAD08DB}"/>
              </a:ext>
            </a:extLst>
          </p:cNvPr>
          <p:cNvSpPr txBox="1"/>
          <p:nvPr/>
        </p:nvSpPr>
        <p:spPr>
          <a:xfrm>
            <a:off x="6175387" y="3370152"/>
            <a:ext cx="2667377" cy="1543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003" dirty="0">
                <a:solidFill>
                  <a:srgbClr val="FFFFFF"/>
                </a:solidFill>
                <a:ea typeface="Roboto" panose="02000000000000000000" pitchFamily="2" charset="0"/>
                <a:cs typeface="Lato" panose="020F0502020204030203" pitchFamily="34" charset="0"/>
              </a:rPr>
              <a:t>16 July – 31 October</a:t>
            </a:r>
            <a:endParaRPr lang="en-US" sz="902" dirty="0">
              <a:solidFill>
                <a:srgbClr val="FFFFFF"/>
              </a:solidFill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318ECBBD-F5A0-4F23-8934-B2C8AB3FD06A}"/>
              </a:ext>
            </a:extLst>
          </p:cNvPr>
          <p:cNvSpPr/>
          <p:nvPr/>
        </p:nvSpPr>
        <p:spPr>
          <a:xfrm>
            <a:off x="5178333" y="3881952"/>
            <a:ext cx="1292448" cy="26098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b="1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62AA857-94E0-4456-B611-7532E4BF1B45}"/>
              </a:ext>
            </a:extLst>
          </p:cNvPr>
          <p:cNvSpPr txBox="1"/>
          <p:nvPr/>
        </p:nvSpPr>
        <p:spPr>
          <a:xfrm>
            <a:off x="4290815" y="3939042"/>
            <a:ext cx="3067483" cy="1543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003" dirty="0">
                <a:solidFill>
                  <a:srgbClr val="FFFFFF"/>
                </a:solidFill>
                <a:ea typeface="Roboto" panose="02000000000000000000" pitchFamily="2" charset="0"/>
                <a:cs typeface="Lato" panose="020F0502020204030203" pitchFamily="34" charset="0"/>
              </a:rPr>
              <a:t>15 May – 25 June</a:t>
            </a:r>
            <a:endParaRPr lang="en-US" sz="902" dirty="0">
              <a:solidFill>
                <a:srgbClr val="FFFFFF"/>
              </a:solidFill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4D38011-C1B6-4FA5-8FF0-BBE7635EF400}"/>
              </a:ext>
            </a:extLst>
          </p:cNvPr>
          <p:cNvSpPr txBox="1"/>
          <p:nvPr/>
        </p:nvSpPr>
        <p:spPr>
          <a:xfrm>
            <a:off x="7600712" y="4500814"/>
            <a:ext cx="3353274" cy="1543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003" dirty="0">
                <a:solidFill>
                  <a:srgbClr val="FFFFFF"/>
                </a:solidFill>
                <a:ea typeface="Roboto" panose="02000000000000000000" pitchFamily="2" charset="0"/>
                <a:cs typeface="Lato" panose="020F0502020204030203" pitchFamily="34" charset="0"/>
              </a:rPr>
              <a:t>01 September – 17 December</a:t>
            </a:r>
            <a:endParaRPr lang="en-US" sz="902" dirty="0">
              <a:solidFill>
                <a:srgbClr val="FFFFFF"/>
              </a:solidFill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56EB50FB-4159-4B3F-986E-6495013EE19D}"/>
              </a:ext>
            </a:extLst>
          </p:cNvPr>
          <p:cNvSpPr/>
          <p:nvPr/>
        </p:nvSpPr>
        <p:spPr>
          <a:xfrm>
            <a:off x="5178333" y="5019731"/>
            <a:ext cx="5309476" cy="26098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b="1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13289E9-7C03-4095-A7ED-747FADE6A496}"/>
              </a:ext>
            </a:extLst>
          </p:cNvPr>
          <p:cNvSpPr txBox="1"/>
          <p:nvPr/>
        </p:nvSpPr>
        <p:spPr>
          <a:xfrm>
            <a:off x="6499383" y="5076821"/>
            <a:ext cx="2667377" cy="1543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003" dirty="0">
                <a:solidFill>
                  <a:srgbClr val="FFFFFF"/>
                </a:solidFill>
                <a:ea typeface="Roboto" panose="02000000000000000000" pitchFamily="2" charset="0"/>
                <a:cs typeface="Lato" panose="020F0502020204030203" pitchFamily="34" charset="0"/>
              </a:rPr>
              <a:t>11 May – 31 December</a:t>
            </a:r>
            <a:endParaRPr lang="en-US" sz="902" dirty="0">
              <a:solidFill>
                <a:srgbClr val="FFFFFF"/>
              </a:solidFill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724EC2C-2324-4154-905A-4B6CF28255CB}"/>
              </a:ext>
            </a:extLst>
          </p:cNvPr>
          <p:cNvSpPr txBox="1"/>
          <p:nvPr/>
        </p:nvSpPr>
        <p:spPr>
          <a:xfrm>
            <a:off x="810952" y="2789029"/>
            <a:ext cx="1352457" cy="1851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229194"/>
            <a:r>
              <a:rPr lang="en-US" sz="1203" b="1" dirty="0">
                <a:solidFill>
                  <a:srgbClr val="000000">
                    <a:lumMod val="75000"/>
                    <a:lumOff val="25000"/>
                  </a:srgbClr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Title Here</a:t>
            </a:r>
            <a:endParaRPr lang="en-US" sz="1003" b="1" dirty="0">
              <a:solidFill>
                <a:srgbClr val="000000">
                  <a:lumMod val="75000"/>
                  <a:lumOff val="25000"/>
                </a:srgbClr>
              </a:solidFill>
              <a:latin typeface="+mj-lt"/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BD7C217-8589-4959-AF88-2BA9F4EC6854}"/>
              </a:ext>
            </a:extLst>
          </p:cNvPr>
          <p:cNvSpPr txBox="1"/>
          <p:nvPr/>
        </p:nvSpPr>
        <p:spPr>
          <a:xfrm>
            <a:off x="810952" y="3357918"/>
            <a:ext cx="1352457" cy="1851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229194"/>
            <a:r>
              <a:rPr lang="en-US" sz="1203" b="1" dirty="0">
                <a:solidFill>
                  <a:srgbClr val="000000">
                    <a:lumMod val="75000"/>
                    <a:lumOff val="25000"/>
                  </a:srgbClr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Title Here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CF45A56-E578-4AAD-AE2B-29665404CB9E}"/>
              </a:ext>
            </a:extLst>
          </p:cNvPr>
          <p:cNvSpPr txBox="1"/>
          <p:nvPr/>
        </p:nvSpPr>
        <p:spPr>
          <a:xfrm>
            <a:off x="810952" y="3926808"/>
            <a:ext cx="1352457" cy="1851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229194"/>
            <a:r>
              <a:rPr lang="en-US" sz="1203" b="1" dirty="0">
                <a:solidFill>
                  <a:srgbClr val="000000">
                    <a:lumMod val="75000"/>
                    <a:lumOff val="25000"/>
                  </a:srgbClr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Title Here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2D1349B-A4F9-4CE0-BF01-F89297C4C717}"/>
              </a:ext>
            </a:extLst>
          </p:cNvPr>
          <p:cNvSpPr txBox="1"/>
          <p:nvPr/>
        </p:nvSpPr>
        <p:spPr>
          <a:xfrm>
            <a:off x="810952" y="4495698"/>
            <a:ext cx="1352457" cy="1851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229194"/>
            <a:r>
              <a:rPr lang="en-US" sz="1203" b="1" dirty="0">
                <a:solidFill>
                  <a:srgbClr val="000000">
                    <a:lumMod val="75000"/>
                    <a:lumOff val="25000"/>
                  </a:srgbClr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Title Here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A8018CA-7798-4E59-9142-791242FE2560}"/>
              </a:ext>
            </a:extLst>
          </p:cNvPr>
          <p:cNvSpPr txBox="1"/>
          <p:nvPr/>
        </p:nvSpPr>
        <p:spPr>
          <a:xfrm>
            <a:off x="810952" y="5064587"/>
            <a:ext cx="1352457" cy="1851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229194"/>
            <a:r>
              <a:rPr lang="en-US" sz="1203" b="1" dirty="0">
                <a:solidFill>
                  <a:srgbClr val="000000">
                    <a:lumMod val="75000"/>
                    <a:lumOff val="25000"/>
                  </a:srgbClr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Title Here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AF249D0-DF04-4A27-BDCB-0E50455BC5DA}"/>
              </a:ext>
            </a:extLst>
          </p:cNvPr>
          <p:cNvSpPr txBox="1"/>
          <p:nvPr/>
        </p:nvSpPr>
        <p:spPr>
          <a:xfrm>
            <a:off x="2973049" y="460621"/>
            <a:ext cx="6245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+mj-lt"/>
                <a:cs typeface="Sora SemiBold" pitchFamily="2" charset="0"/>
              </a:rPr>
              <a:t>Gant Chart</a:t>
            </a:r>
            <a:r>
              <a:rPr lang="en-US" sz="4000" b="1" dirty="0">
                <a:solidFill>
                  <a:schemeClr val="accent2"/>
                </a:solidFill>
                <a:latin typeface="+mj-lt"/>
                <a:cs typeface="Sora SemiBold" pitchFamily="2" charset="0"/>
              </a:rPr>
              <a:t>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SemiBold" pitchFamily="2" charset="0"/>
              </a:rPr>
              <a:t>Infographic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C1BC718-A4D2-498C-B7A7-FF668AFB42E6}"/>
              </a:ext>
            </a:extLst>
          </p:cNvPr>
          <p:cNvSpPr txBox="1"/>
          <p:nvPr/>
        </p:nvSpPr>
        <p:spPr>
          <a:xfrm>
            <a:off x="3184724" y="1192580"/>
            <a:ext cx="5822553" cy="3425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>
              <a:lnSpc>
                <a:spcPts val="2975"/>
              </a:lnSpc>
            </a:pPr>
            <a:r>
              <a:rPr lang="en-US" sz="1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+mj-lt"/>
                <a:ea typeface="Source Serif Pro" panose="02040603050405020204" pitchFamily="18" charset="0"/>
                <a:cs typeface="Lato" panose="020F0502020204030203" pitchFamily="34" charset="0"/>
              </a:rPr>
              <a:t>Development Production</a:t>
            </a:r>
          </a:p>
        </p:txBody>
      </p:sp>
    </p:spTree>
    <p:extLst>
      <p:ext uri="{BB962C8B-B14F-4D97-AF65-F5344CB8AC3E}">
        <p14:creationId xmlns:p14="http://schemas.microsoft.com/office/powerpoint/2010/main" val="1285403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889C6E4F-E620-4A63-88C8-CD4ACBAD44CE}"/>
              </a:ext>
            </a:extLst>
          </p:cNvPr>
          <p:cNvSpPr/>
          <p:nvPr/>
        </p:nvSpPr>
        <p:spPr>
          <a:xfrm>
            <a:off x="8798227" y="2772065"/>
            <a:ext cx="2669873" cy="3041716"/>
          </a:xfrm>
          <a:prstGeom prst="roundRect">
            <a:avLst>
              <a:gd name="adj" fmla="val 3805"/>
            </a:avLst>
          </a:prstGeom>
          <a:solidFill>
            <a:schemeClr val="bg1"/>
          </a:solidFill>
          <a:ln>
            <a:noFill/>
          </a:ln>
          <a:effectLst>
            <a:outerShdw blurRad="1016000" dist="381000" dir="2100000" sx="90000" sy="9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15E957D-D8C6-4CB5-90E5-967212CF9598}"/>
              </a:ext>
            </a:extLst>
          </p:cNvPr>
          <p:cNvSpPr/>
          <p:nvPr/>
        </p:nvSpPr>
        <p:spPr>
          <a:xfrm>
            <a:off x="590148" y="1454614"/>
            <a:ext cx="1528069" cy="3470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9CAE3DE-A6B2-49B9-95DA-D08EFFA6388D}"/>
              </a:ext>
            </a:extLst>
          </p:cNvPr>
          <p:cNvSpPr txBox="1"/>
          <p:nvPr/>
        </p:nvSpPr>
        <p:spPr>
          <a:xfrm>
            <a:off x="1055715" y="1555514"/>
            <a:ext cx="596936" cy="1543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003" b="1" dirty="0">
                <a:solidFill>
                  <a:srgbClr val="FFFFFF"/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Weeks</a:t>
            </a:r>
            <a:endParaRPr lang="en-US" sz="902" b="1" dirty="0">
              <a:solidFill>
                <a:srgbClr val="FFFFFF"/>
              </a:solidFill>
              <a:latin typeface="+mj-lt"/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C6CF153-5917-4F42-B953-20FF588B5D23}"/>
              </a:ext>
            </a:extLst>
          </p:cNvPr>
          <p:cNvSpPr/>
          <p:nvPr/>
        </p:nvSpPr>
        <p:spPr>
          <a:xfrm>
            <a:off x="2164980" y="1454593"/>
            <a:ext cx="1504077" cy="3470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F54B7E8-CBB1-4D91-A4A9-E08A139F76F5}"/>
              </a:ext>
            </a:extLst>
          </p:cNvPr>
          <p:cNvSpPr txBox="1"/>
          <p:nvPr/>
        </p:nvSpPr>
        <p:spPr>
          <a:xfrm>
            <a:off x="2511675" y="1555514"/>
            <a:ext cx="810687" cy="1543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003" b="1" dirty="0">
                <a:solidFill>
                  <a:srgbClr val="FFFFFF"/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Week One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E99FCEE-E004-40DB-81BB-CCD04D05AEC3}"/>
              </a:ext>
            </a:extLst>
          </p:cNvPr>
          <p:cNvCxnSpPr>
            <a:cxnSpLocks/>
          </p:cNvCxnSpPr>
          <p:nvPr/>
        </p:nvCxnSpPr>
        <p:spPr>
          <a:xfrm>
            <a:off x="587387" y="1454613"/>
            <a:ext cx="0" cy="4466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16A0E955-54D1-44EA-A00F-CC2D87634A65}"/>
              </a:ext>
            </a:extLst>
          </p:cNvPr>
          <p:cNvSpPr txBox="1"/>
          <p:nvPr/>
        </p:nvSpPr>
        <p:spPr>
          <a:xfrm>
            <a:off x="974702" y="2290419"/>
            <a:ext cx="1203517" cy="2442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229194"/>
            <a:r>
              <a:rPr lang="en-US" sz="1600" b="1" dirty="0">
                <a:solidFill>
                  <a:srgbClr val="000000">
                    <a:lumMod val="75000"/>
                    <a:lumOff val="25000"/>
                  </a:srgbClr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Task 1</a:t>
            </a:r>
            <a:endParaRPr lang="en-US" sz="1400" b="1" dirty="0">
              <a:solidFill>
                <a:srgbClr val="000000">
                  <a:lumMod val="75000"/>
                  <a:lumOff val="25000"/>
                </a:srgbClr>
              </a:solidFill>
              <a:latin typeface="+mj-lt"/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3E758E4-9307-443F-BBD9-081688E08D03}"/>
              </a:ext>
            </a:extLst>
          </p:cNvPr>
          <p:cNvSpPr txBox="1"/>
          <p:nvPr/>
        </p:nvSpPr>
        <p:spPr>
          <a:xfrm>
            <a:off x="974702" y="2772065"/>
            <a:ext cx="1116762" cy="1851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229194"/>
            <a:r>
              <a:rPr lang="en-US" sz="1203" dirty="0">
                <a:solidFill>
                  <a:srgbClr val="747A94"/>
                </a:solidFill>
                <a:ea typeface="Roboto" panose="02000000000000000000" pitchFamily="2" charset="0"/>
                <a:cs typeface="Lato" panose="020F0502020204030203" pitchFamily="34" charset="0"/>
              </a:rPr>
              <a:t>Project Title</a:t>
            </a:r>
            <a:endParaRPr lang="en-US" sz="1003" dirty="0">
              <a:solidFill>
                <a:srgbClr val="747A94"/>
              </a:solidFill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715BF42-1FE3-4210-9B1B-C93B7D390EA5}"/>
              </a:ext>
            </a:extLst>
          </p:cNvPr>
          <p:cNvSpPr txBox="1"/>
          <p:nvPr/>
        </p:nvSpPr>
        <p:spPr>
          <a:xfrm>
            <a:off x="974701" y="3412605"/>
            <a:ext cx="1513874" cy="1851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229194"/>
            <a:r>
              <a:rPr lang="en-US" sz="1203" dirty="0">
                <a:solidFill>
                  <a:srgbClr val="747A94"/>
                </a:solidFill>
                <a:ea typeface="Roboto" panose="02000000000000000000" pitchFamily="2" charset="0"/>
                <a:cs typeface="Lato" panose="020F0502020204030203" pitchFamily="34" charset="0"/>
              </a:rPr>
              <a:t>Project Title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391E385-2218-4E29-BA6C-7601DA74EA2F}"/>
              </a:ext>
            </a:extLst>
          </p:cNvPr>
          <p:cNvSpPr/>
          <p:nvPr/>
        </p:nvSpPr>
        <p:spPr>
          <a:xfrm>
            <a:off x="2164980" y="2648925"/>
            <a:ext cx="717357" cy="40517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55B9E48-174D-4628-A0E7-7D7E2209FB80}"/>
              </a:ext>
            </a:extLst>
          </p:cNvPr>
          <p:cNvSpPr/>
          <p:nvPr/>
        </p:nvSpPr>
        <p:spPr>
          <a:xfrm>
            <a:off x="2944166" y="2648925"/>
            <a:ext cx="717357" cy="40517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4C436F8-470C-49E4-B83C-D49214A43EE2}"/>
              </a:ext>
            </a:extLst>
          </p:cNvPr>
          <p:cNvSpPr/>
          <p:nvPr/>
        </p:nvSpPr>
        <p:spPr>
          <a:xfrm>
            <a:off x="3723351" y="2648925"/>
            <a:ext cx="717357" cy="40517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9EB91BC-D9E7-44F7-A094-FF52934E7EF5}"/>
              </a:ext>
            </a:extLst>
          </p:cNvPr>
          <p:cNvSpPr/>
          <p:nvPr/>
        </p:nvSpPr>
        <p:spPr>
          <a:xfrm>
            <a:off x="4502539" y="2648925"/>
            <a:ext cx="717357" cy="40517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A6C1979-8D00-4503-9832-7CAD328EAFB2}"/>
              </a:ext>
            </a:extLst>
          </p:cNvPr>
          <p:cNvSpPr txBox="1"/>
          <p:nvPr/>
        </p:nvSpPr>
        <p:spPr>
          <a:xfrm>
            <a:off x="974702" y="4137767"/>
            <a:ext cx="1203517" cy="2442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229194"/>
            <a:r>
              <a:rPr lang="en-US" sz="1600" b="1" dirty="0">
                <a:solidFill>
                  <a:srgbClr val="000000">
                    <a:lumMod val="75000"/>
                    <a:lumOff val="25000"/>
                  </a:srgbClr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Task 2</a:t>
            </a:r>
            <a:endParaRPr lang="en-US" sz="1400" b="1" dirty="0">
              <a:solidFill>
                <a:srgbClr val="000000">
                  <a:lumMod val="75000"/>
                  <a:lumOff val="25000"/>
                </a:srgbClr>
              </a:solidFill>
              <a:latin typeface="+mj-lt"/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151C85E-1EB4-4305-B52A-A5229C1BE03C}"/>
              </a:ext>
            </a:extLst>
          </p:cNvPr>
          <p:cNvSpPr txBox="1"/>
          <p:nvPr/>
        </p:nvSpPr>
        <p:spPr>
          <a:xfrm>
            <a:off x="974701" y="4617397"/>
            <a:ext cx="1419127" cy="1851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229194"/>
            <a:r>
              <a:rPr lang="en-US" sz="1203" dirty="0">
                <a:solidFill>
                  <a:srgbClr val="747A94"/>
                </a:solidFill>
                <a:ea typeface="Roboto" panose="02000000000000000000" pitchFamily="2" charset="0"/>
                <a:cs typeface="Lato" panose="020F0502020204030203" pitchFamily="34" charset="0"/>
              </a:rPr>
              <a:t>Project Title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62975EC-BDA6-44C9-A5CA-639BF3727BF7}"/>
              </a:ext>
            </a:extLst>
          </p:cNvPr>
          <p:cNvSpPr txBox="1"/>
          <p:nvPr/>
        </p:nvSpPr>
        <p:spPr>
          <a:xfrm>
            <a:off x="974700" y="5245571"/>
            <a:ext cx="1907635" cy="1851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229194"/>
            <a:r>
              <a:rPr lang="en-US" sz="1203" dirty="0">
                <a:solidFill>
                  <a:srgbClr val="747A94"/>
                </a:solidFill>
                <a:ea typeface="Roboto" panose="02000000000000000000" pitchFamily="2" charset="0"/>
                <a:cs typeface="Lato" panose="020F0502020204030203" pitchFamily="34" charset="0"/>
              </a:rPr>
              <a:t>Project Title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7598413-3AF9-4838-A60D-F30B08406E7F}"/>
              </a:ext>
            </a:extLst>
          </p:cNvPr>
          <p:cNvCxnSpPr>
            <a:cxnSpLocks/>
          </p:cNvCxnSpPr>
          <p:nvPr/>
        </p:nvCxnSpPr>
        <p:spPr>
          <a:xfrm>
            <a:off x="587387" y="5921012"/>
            <a:ext cx="77341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D4A54DDB-EB90-4DE7-B62E-491793EC37AB}"/>
              </a:ext>
            </a:extLst>
          </p:cNvPr>
          <p:cNvSpPr/>
          <p:nvPr/>
        </p:nvSpPr>
        <p:spPr>
          <a:xfrm>
            <a:off x="6817499" y="1454593"/>
            <a:ext cx="1504077" cy="3470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63D413E-E690-46E7-9D6C-DCE581D26A47}"/>
              </a:ext>
            </a:extLst>
          </p:cNvPr>
          <p:cNvSpPr txBox="1"/>
          <p:nvPr/>
        </p:nvSpPr>
        <p:spPr>
          <a:xfrm>
            <a:off x="7164195" y="1555514"/>
            <a:ext cx="810687" cy="1543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003" b="1" dirty="0">
                <a:solidFill>
                  <a:srgbClr val="FFFFFF"/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Week Four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B370FEC-17AA-4735-B700-5C5DF9DCD3E2}"/>
              </a:ext>
            </a:extLst>
          </p:cNvPr>
          <p:cNvSpPr/>
          <p:nvPr/>
        </p:nvSpPr>
        <p:spPr>
          <a:xfrm>
            <a:off x="5266659" y="1454593"/>
            <a:ext cx="1504077" cy="3470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99264B1-4B8C-4EF7-94C1-19E89171A1D4}"/>
              </a:ext>
            </a:extLst>
          </p:cNvPr>
          <p:cNvSpPr txBox="1"/>
          <p:nvPr/>
        </p:nvSpPr>
        <p:spPr>
          <a:xfrm>
            <a:off x="5613354" y="1555514"/>
            <a:ext cx="810687" cy="1543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003" b="1" dirty="0">
                <a:solidFill>
                  <a:srgbClr val="FFFFFF"/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Week Three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B70F0B83-B8D2-43AB-AB1B-80E37A0AED28}"/>
              </a:ext>
            </a:extLst>
          </p:cNvPr>
          <p:cNvSpPr/>
          <p:nvPr/>
        </p:nvSpPr>
        <p:spPr>
          <a:xfrm>
            <a:off x="3715819" y="1454593"/>
            <a:ext cx="1504077" cy="3470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45C7702-23DC-4F0F-B107-9B8753356161}"/>
              </a:ext>
            </a:extLst>
          </p:cNvPr>
          <p:cNvSpPr txBox="1"/>
          <p:nvPr/>
        </p:nvSpPr>
        <p:spPr>
          <a:xfrm>
            <a:off x="4062514" y="1555514"/>
            <a:ext cx="810687" cy="1543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003" b="1" dirty="0">
                <a:solidFill>
                  <a:srgbClr val="FFFFFF"/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Week Two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4BFBD11-D3AA-4078-942B-23069F29F2EE}"/>
              </a:ext>
            </a:extLst>
          </p:cNvPr>
          <p:cNvSpPr/>
          <p:nvPr/>
        </p:nvSpPr>
        <p:spPr>
          <a:xfrm>
            <a:off x="3745304" y="3289627"/>
            <a:ext cx="717357" cy="4051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0A1B699-8A7A-48D2-B581-30B39080375B}"/>
              </a:ext>
            </a:extLst>
          </p:cNvPr>
          <p:cNvSpPr/>
          <p:nvPr/>
        </p:nvSpPr>
        <p:spPr>
          <a:xfrm>
            <a:off x="4522550" y="3289627"/>
            <a:ext cx="717357" cy="4051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49D146A-26BC-44A0-8D50-9C87AE987063}"/>
              </a:ext>
            </a:extLst>
          </p:cNvPr>
          <p:cNvSpPr/>
          <p:nvPr/>
        </p:nvSpPr>
        <p:spPr>
          <a:xfrm>
            <a:off x="5299796" y="3289627"/>
            <a:ext cx="717357" cy="4051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C7BA545-E5DE-4B56-AEDC-1EAA63D32D15}"/>
              </a:ext>
            </a:extLst>
          </p:cNvPr>
          <p:cNvSpPr/>
          <p:nvPr/>
        </p:nvSpPr>
        <p:spPr>
          <a:xfrm>
            <a:off x="6077043" y="3289627"/>
            <a:ext cx="717357" cy="4051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1AC918B-201C-4ED4-AE3B-C8F360A2E32C}"/>
              </a:ext>
            </a:extLst>
          </p:cNvPr>
          <p:cNvSpPr/>
          <p:nvPr/>
        </p:nvSpPr>
        <p:spPr>
          <a:xfrm>
            <a:off x="3715358" y="4496274"/>
            <a:ext cx="717357" cy="40517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DD505AB5-52B0-42C1-AD4D-B2605AAB27BA}"/>
              </a:ext>
            </a:extLst>
          </p:cNvPr>
          <p:cNvSpPr/>
          <p:nvPr/>
        </p:nvSpPr>
        <p:spPr>
          <a:xfrm>
            <a:off x="4492605" y="4496274"/>
            <a:ext cx="717357" cy="40517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51ABBD0-B94C-4E64-92BC-95B2FC0D5F60}"/>
              </a:ext>
            </a:extLst>
          </p:cNvPr>
          <p:cNvSpPr/>
          <p:nvPr/>
        </p:nvSpPr>
        <p:spPr>
          <a:xfrm>
            <a:off x="5269852" y="4496274"/>
            <a:ext cx="717357" cy="40517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74012256-1B66-4F94-8836-5194950B3913}"/>
              </a:ext>
            </a:extLst>
          </p:cNvPr>
          <p:cNvSpPr/>
          <p:nvPr/>
        </p:nvSpPr>
        <p:spPr>
          <a:xfrm>
            <a:off x="6047098" y="4496274"/>
            <a:ext cx="717357" cy="40517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AEDFCC8-930B-44FF-BB0A-252C2F5E7FBA}"/>
              </a:ext>
            </a:extLst>
          </p:cNvPr>
          <p:cNvSpPr/>
          <p:nvPr/>
        </p:nvSpPr>
        <p:spPr>
          <a:xfrm>
            <a:off x="5269852" y="5124471"/>
            <a:ext cx="717357" cy="40517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C9E705D5-48F1-42BE-9285-4C6B6EE7AE23}"/>
              </a:ext>
            </a:extLst>
          </p:cNvPr>
          <p:cNvSpPr/>
          <p:nvPr/>
        </p:nvSpPr>
        <p:spPr>
          <a:xfrm>
            <a:off x="6047098" y="5124471"/>
            <a:ext cx="717357" cy="40517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F4166A57-1BC6-4FB7-B7E0-0D20C03C2202}"/>
              </a:ext>
            </a:extLst>
          </p:cNvPr>
          <p:cNvSpPr/>
          <p:nvPr/>
        </p:nvSpPr>
        <p:spPr>
          <a:xfrm>
            <a:off x="6824345" y="5124471"/>
            <a:ext cx="717357" cy="40517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AAE21C7E-C449-4A05-A34D-51DEA5072513}"/>
              </a:ext>
            </a:extLst>
          </p:cNvPr>
          <p:cNvSpPr/>
          <p:nvPr/>
        </p:nvSpPr>
        <p:spPr>
          <a:xfrm>
            <a:off x="7601592" y="5124471"/>
            <a:ext cx="717357" cy="40517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C2FB5DA5-A5CF-4CE2-8B8D-2F25F29D95B4}"/>
              </a:ext>
            </a:extLst>
          </p:cNvPr>
          <p:cNvCxnSpPr>
            <a:cxnSpLocks/>
          </p:cNvCxnSpPr>
          <p:nvPr/>
        </p:nvCxnSpPr>
        <p:spPr>
          <a:xfrm>
            <a:off x="8321576" y="1454613"/>
            <a:ext cx="0" cy="44663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2A1A8BFC-742F-4356-BFE5-58D4A592AA63}"/>
              </a:ext>
            </a:extLst>
          </p:cNvPr>
          <p:cNvSpPr txBox="1"/>
          <p:nvPr/>
        </p:nvSpPr>
        <p:spPr>
          <a:xfrm>
            <a:off x="8798227" y="1455872"/>
            <a:ext cx="2803625" cy="10184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229194"/>
            <a:r>
              <a:rPr lang="en-US" sz="3309" b="1" dirty="0">
                <a:solidFill>
                  <a:srgbClr val="000000">
                    <a:lumMod val="85000"/>
                    <a:lumOff val="15000"/>
                  </a:srgbClr>
                </a:solidFill>
                <a:latin typeface="+mj-lt"/>
                <a:ea typeface="Source Serif Pro" panose="02040603050405020204" pitchFamily="18" charset="0"/>
                <a:cs typeface="Lato" panose="020F0502020204030203" pitchFamily="34" charset="0"/>
              </a:rPr>
              <a:t>Processing Product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8771A158-FBAA-4BEF-A87D-75568228F3BE}"/>
              </a:ext>
            </a:extLst>
          </p:cNvPr>
          <p:cNvSpPr/>
          <p:nvPr/>
        </p:nvSpPr>
        <p:spPr>
          <a:xfrm>
            <a:off x="9338932" y="3181652"/>
            <a:ext cx="207018" cy="2070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D3CF465-024F-4D17-AF18-9D9A6E5C1C47}"/>
              </a:ext>
            </a:extLst>
          </p:cNvPr>
          <p:cNvSpPr/>
          <p:nvPr/>
        </p:nvSpPr>
        <p:spPr>
          <a:xfrm>
            <a:off x="9823026" y="3178319"/>
            <a:ext cx="1821006" cy="185115"/>
          </a:xfrm>
          <a:prstGeom prst="rect">
            <a:avLst/>
          </a:prstGeom>
        </p:spPr>
        <p:txBody>
          <a:bodyPr wrap="square" lIns="0" tIns="0" rIns="0" bIns="0" numCol="1">
            <a:spAutoFit/>
          </a:bodyPr>
          <a:lstStyle/>
          <a:p>
            <a:pPr defTabSz="229194"/>
            <a:r>
              <a:rPr lang="en-GB" sz="1203" b="1" dirty="0"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Project Title</a:t>
            </a:r>
            <a:endParaRPr lang="en-US" sz="1203" b="1" dirty="0">
              <a:latin typeface="+mj-lt"/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24177BEF-D12D-4982-96D7-B7964AEFBE23}"/>
              </a:ext>
            </a:extLst>
          </p:cNvPr>
          <p:cNvSpPr/>
          <p:nvPr/>
        </p:nvSpPr>
        <p:spPr>
          <a:xfrm>
            <a:off x="9338932" y="3867162"/>
            <a:ext cx="207018" cy="2070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B0422C7-91BA-495C-B3CB-884EEC55265E}"/>
              </a:ext>
            </a:extLst>
          </p:cNvPr>
          <p:cNvSpPr/>
          <p:nvPr/>
        </p:nvSpPr>
        <p:spPr>
          <a:xfrm>
            <a:off x="9823026" y="3863829"/>
            <a:ext cx="1821006" cy="185115"/>
          </a:xfrm>
          <a:prstGeom prst="rect">
            <a:avLst/>
          </a:prstGeom>
        </p:spPr>
        <p:txBody>
          <a:bodyPr wrap="square" lIns="0" tIns="0" rIns="0" bIns="0" numCol="1">
            <a:spAutoFit/>
          </a:bodyPr>
          <a:lstStyle/>
          <a:p>
            <a:pPr defTabSz="229194"/>
            <a:r>
              <a:rPr lang="en-GB" sz="1203" b="1" dirty="0"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Project Title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F1D9AE04-C648-44F4-AB89-46F5A18C7B94}"/>
              </a:ext>
            </a:extLst>
          </p:cNvPr>
          <p:cNvSpPr/>
          <p:nvPr/>
        </p:nvSpPr>
        <p:spPr>
          <a:xfrm>
            <a:off x="9338932" y="4552673"/>
            <a:ext cx="207018" cy="2070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785B32A4-BF43-43BB-A717-0D4B42B27400}"/>
              </a:ext>
            </a:extLst>
          </p:cNvPr>
          <p:cNvSpPr/>
          <p:nvPr/>
        </p:nvSpPr>
        <p:spPr>
          <a:xfrm>
            <a:off x="9823026" y="4549340"/>
            <a:ext cx="1821006" cy="185115"/>
          </a:xfrm>
          <a:prstGeom prst="rect">
            <a:avLst/>
          </a:prstGeom>
        </p:spPr>
        <p:txBody>
          <a:bodyPr wrap="square" lIns="0" tIns="0" rIns="0" bIns="0" numCol="1">
            <a:spAutoFit/>
          </a:bodyPr>
          <a:lstStyle/>
          <a:p>
            <a:pPr defTabSz="229194"/>
            <a:r>
              <a:rPr lang="en-GB" sz="1203" b="1" dirty="0"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Project Title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538AEAEB-42F9-43B8-A6B1-D45A634C8C6F}"/>
              </a:ext>
            </a:extLst>
          </p:cNvPr>
          <p:cNvSpPr/>
          <p:nvPr/>
        </p:nvSpPr>
        <p:spPr>
          <a:xfrm>
            <a:off x="9338932" y="5238182"/>
            <a:ext cx="207018" cy="20701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DC0CB346-DABD-4856-9ABC-5FC08EA4BA5B}"/>
              </a:ext>
            </a:extLst>
          </p:cNvPr>
          <p:cNvSpPr/>
          <p:nvPr/>
        </p:nvSpPr>
        <p:spPr>
          <a:xfrm>
            <a:off x="9823026" y="5234849"/>
            <a:ext cx="1821006" cy="185115"/>
          </a:xfrm>
          <a:prstGeom prst="rect">
            <a:avLst/>
          </a:prstGeom>
        </p:spPr>
        <p:txBody>
          <a:bodyPr wrap="square" lIns="0" tIns="0" rIns="0" bIns="0" numCol="1">
            <a:spAutoFit/>
          </a:bodyPr>
          <a:lstStyle/>
          <a:p>
            <a:pPr defTabSz="229194"/>
            <a:r>
              <a:rPr lang="en-GB" sz="1203" b="1" dirty="0"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Project Title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69C8C7D-CD2C-4F98-93CD-351A2A558302}"/>
              </a:ext>
            </a:extLst>
          </p:cNvPr>
          <p:cNvSpPr txBox="1"/>
          <p:nvPr/>
        </p:nvSpPr>
        <p:spPr>
          <a:xfrm>
            <a:off x="2973049" y="387077"/>
            <a:ext cx="6245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+mj-lt"/>
                <a:cs typeface="Sora SemiBold" pitchFamily="2" charset="0"/>
              </a:rPr>
              <a:t>Gant Chart</a:t>
            </a:r>
            <a:r>
              <a:rPr lang="en-US" sz="4000" b="1" dirty="0">
                <a:solidFill>
                  <a:schemeClr val="accent2"/>
                </a:solidFill>
                <a:latin typeface="+mj-lt"/>
                <a:cs typeface="Sora SemiBold" pitchFamily="2" charset="0"/>
              </a:rPr>
              <a:t>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SemiBold" pitchFamily="2" charset="0"/>
              </a:rPr>
              <a:t>Infographic</a:t>
            </a:r>
          </a:p>
        </p:txBody>
      </p:sp>
    </p:spTree>
    <p:extLst>
      <p:ext uri="{BB962C8B-B14F-4D97-AF65-F5344CB8AC3E}">
        <p14:creationId xmlns:p14="http://schemas.microsoft.com/office/powerpoint/2010/main" val="3566946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6305ECD7-4C64-4F17-8FEB-4551C511912B}"/>
              </a:ext>
            </a:extLst>
          </p:cNvPr>
          <p:cNvSpPr/>
          <p:nvPr/>
        </p:nvSpPr>
        <p:spPr>
          <a:xfrm>
            <a:off x="999438" y="1779538"/>
            <a:ext cx="10193126" cy="5126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5F6CED-89DD-4FD4-9B97-2E07CA873299}"/>
              </a:ext>
            </a:extLst>
          </p:cNvPr>
          <p:cNvSpPr/>
          <p:nvPr/>
        </p:nvSpPr>
        <p:spPr>
          <a:xfrm>
            <a:off x="999438" y="2292151"/>
            <a:ext cx="10193126" cy="38544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203" dirty="0">
              <a:solidFill>
                <a:srgbClr val="FFFFFF">
                  <a:lumMod val="95000"/>
                </a:srgbClr>
              </a:solidFill>
              <a:latin typeface="Poppins" panose="0000050000000000000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E3F38C3-23E8-4821-AA8A-5EE91C87AABB}"/>
              </a:ext>
            </a:extLst>
          </p:cNvPr>
          <p:cNvSpPr txBox="1"/>
          <p:nvPr/>
        </p:nvSpPr>
        <p:spPr>
          <a:xfrm>
            <a:off x="1334608" y="2799649"/>
            <a:ext cx="1005510" cy="3702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203" b="1" dirty="0">
                <a:solidFill>
                  <a:srgbClr val="000000">
                    <a:lumMod val="75000"/>
                    <a:lumOff val="25000"/>
                  </a:srgbClr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QUARTER ONE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CFB3DE8-937F-405D-A035-85849415BDCB}"/>
              </a:ext>
            </a:extLst>
          </p:cNvPr>
          <p:cNvSpPr txBox="1"/>
          <p:nvPr/>
        </p:nvSpPr>
        <p:spPr>
          <a:xfrm>
            <a:off x="1334608" y="3632569"/>
            <a:ext cx="1005510" cy="3702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203" b="1" dirty="0">
                <a:solidFill>
                  <a:srgbClr val="000000">
                    <a:lumMod val="75000"/>
                    <a:lumOff val="25000"/>
                  </a:srgbClr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QUARTER TWO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5CBA6F1-ABD5-4674-AF03-A3FAE8FF13C3}"/>
              </a:ext>
            </a:extLst>
          </p:cNvPr>
          <p:cNvSpPr txBox="1"/>
          <p:nvPr/>
        </p:nvSpPr>
        <p:spPr>
          <a:xfrm>
            <a:off x="1334608" y="5298409"/>
            <a:ext cx="1005510" cy="3702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203" b="1" dirty="0">
                <a:solidFill>
                  <a:srgbClr val="000000">
                    <a:lumMod val="75000"/>
                    <a:lumOff val="25000"/>
                  </a:srgbClr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QUARTER FOUR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4461921-504E-4D93-9350-7180F3722D1A}"/>
              </a:ext>
            </a:extLst>
          </p:cNvPr>
          <p:cNvSpPr txBox="1"/>
          <p:nvPr/>
        </p:nvSpPr>
        <p:spPr>
          <a:xfrm>
            <a:off x="1334608" y="4465490"/>
            <a:ext cx="1005510" cy="3702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203" b="1" dirty="0">
                <a:solidFill>
                  <a:srgbClr val="000000">
                    <a:lumMod val="75000"/>
                    <a:lumOff val="25000"/>
                  </a:srgbClr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QUARTER THREE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80AB189-66ED-420B-9D91-95C37271C1E3}"/>
              </a:ext>
            </a:extLst>
          </p:cNvPr>
          <p:cNvSpPr txBox="1"/>
          <p:nvPr/>
        </p:nvSpPr>
        <p:spPr>
          <a:xfrm>
            <a:off x="3153402" y="1944264"/>
            <a:ext cx="1380113" cy="1851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Preclinical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8A0373C-60BA-44DB-B251-D0FE1354146A}"/>
              </a:ext>
            </a:extLst>
          </p:cNvPr>
          <p:cNvSpPr txBox="1"/>
          <p:nvPr/>
        </p:nvSpPr>
        <p:spPr>
          <a:xfrm>
            <a:off x="5213714" y="1944264"/>
            <a:ext cx="1380113" cy="1851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Clinical Research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07803AC-5BFD-4070-ADF6-09392B67FD21}"/>
              </a:ext>
            </a:extLst>
          </p:cNvPr>
          <p:cNvSpPr txBox="1"/>
          <p:nvPr/>
        </p:nvSpPr>
        <p:spPr>
          <a:xfrm>
            <a:off x="7274027" y="1944264"/>
            <a:ext cx="1380113" cy="1851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Approval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A992C11-B67D-42AD-A5D9-F671E9610BE4}"/>
              </a:ext>
            </a:extLst>
          </p:cNvPr>
          <p:cNvSpPr txBox="1"/>
          <p:nvPr/>
        </p:nvSpPr>
        <p:spPr>
          <a:xfrm>
            <a:off x="9334340" y="1944264"/>
            <a:ext cx="1380113" cy="1851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Commercial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B8D3A92-E40C-466D-BB68-B17EB05BDF9E}"/>
              </a:ext>
            </a:extLst>
          </p:cNvPr>
          <p:cNvCxnSpPr>
            <a:cxnSpLocks/>
          </p:cNvCxnSpPr>
          <p:nvPr/>
        </p:nvCxnSpPr>
        <p:spPr>
          <a:xfrm>
            <a:off x="2675290" y="1779539"/>
            <a:ext cx="0" cy="436707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26">
            <a:extLst>
              <a:ext uri="{FF2B5EF4-FFF2-40B4-BE49-F238E27FC236}">
                <a16:creationId xmlns:a16="http://schemas.microsoft.com/office/drawing/2014/main" id="{A7B4E1FF-03B8-4353-949E-A66BD3DB4652}"/>
              </a:ext>
            </a:extLst>
          </p:cNvPr>
          <p:cNvSpPr/>
          <p:nvPr/>
        </p:nvSpPr>
        <p:spPr>
          <a:xfrm>
            <a:off x="3153401" y="2741625"/>
            <a:ext cx="7561051" cy="4567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229194"/>
            <a:endParaRPr lang="id-ID" sz="1389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71" name="Rounded Rectangle 26">
            <a:extLst>
              <a:ext uri="{FF2B5EF4-FFF2-40B4-BE49-F238E27FC236}">
                <a16:creationId xmlns:a16="http://schemas.microsoft.com/office/drawing/2014/main" id="{CFEA2408-F0F0-48FF-AA71-3E1B04713094}"/>
              </a:ext>
            </a:extLst>
          </p:cNvPr>
          <p:cNvSpPr/>
          <p:nvPr/>
        </p:nvSpPr>
        <p:spPr>
          <a:xfrm>
            <a:off x="3153402" y="2741625"/>
            <a:ext cx="2384124" cy="45675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229194"/>
            <a:endParaRPr lang="id-ID" sz="1389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77E1084-EED0-4D18-BDB3-7EF01892CFDE}"/>
              </a:ext>
            </a:extLst>
          </p:cNvPr>
          <p:cNvSpPr txBox="1"/>
          <p:nvPr/>
        </p:nvSpPr>
        <p:spPr>
          <a:xfrm>
            <a:off x="3735500" y="2893683"/>
            <a:ext cx="1116440" cy="1526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000" dirty="0">
                <a:solidFill>
                  <a:srgbClr val="FFFFFF"/>
                </a:solidFill>
                <a:ea typeface="Roboto" panose="02000000000000000000" pitchFamily="2" charset="0"/>
                <a:cs typeface="Lato" panose="020F0502020204030203" pitchFamily="34" charset="0"/>
              </a:rPr>
              <a:t>January - March</a:t>
            </a:r>
            <a:endParaRPr lang="en-US" sz="900" dirty="0">
              <a:solidFill>
                <a:srgbClr val="FFFFFF"/>
              </a:solidFill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75" name="Rounded Rectangle 26">
            <a:extLst>
              <a:ext uri="{FF2B5EF4-FFF2-40B4-BE49-F238E27FC236}">
                <a16:creationId xmlns:a16="http://schemas.microsoft.com/office/drawing/2014/main" id="{51A6250C-CFC1-4234-B300-7FEA25EE142C}"/>
              </a:ext>
            </a:extLst>
          </p:cNvPr>
          <p:cNvSpPr/>
          <p:nvPr/>
        </p:nvSpPr>
        <p:spPr>
          <a:xfrm>
            <a:off x="3153401" y="3574545"/>
            <a:ext cx="7561051" cy="4567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229194"/>
            <a:endParaRPr lang="id-ID" sz="1389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76" name="Rounded Rectangle 26">
            <a:extLst>
              <a:ext uri="{FF2B5EF4-FFF2-40B4-BE49-F238E27FC236}">
                <a16:creationId xmlns:a16="http://schemas.microsoft.com/office/drawing/2014/main" id="{B22E12BE-2B49-4C05-9A6A-EB17D566AC83}"/>
              </a:ext>
            </a:extLst>
          </p:cNvPr>
          <p:cNvSpPr/>
          <p:nvPr/>
        </p:nvSpPr>
        <p:spPr>
          <a:xfrm>
            <a:off x="5207861" y="3574545"/>
            <a:ext cx="3446279" cy="456750"/>
          </a:xfrm>
          <a:prstGeom prst="rect">
            <a:avLst/>
          </a:prstGeom>
          <a:solidFill>
            <a:srgbClr val="EE553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229194"/>
            <a:endParaRPr lang="id-ID" sz="1389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7ABF926-33D5-4CBF-A246-782CB5CFD359}"/>
              </a:ext>
            </a:extLst>
          </p:cNvPr>
          <p:cNvSpPr txBox="1"/>
          <p:nvPr/>
        </p:nvSpPr>
        <p:spPr>
          <a:xfrm>
            <a:off x="6372780" y="3726604"/>
            <a:ext cx="1116440" cy="1526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000" dirty="0">
                <a:solidFill>
                  <a:srgbClr val="FFFFFF"/>
                </a:solidFill>
                <a:ea typeface="Roboto" panose="02000000000000000000" pitchFamily="2" charset="0"/>
                <a:cs typeface="Lato" panose="020F0502020204030203" pitchFamily="34" charset="0"/>
              </a:rPr>
              <a:t>April - June</a:t>
            </a:r>
            <a:endParaRPr lang="en-US" sz="900" dirty="0">
              <a:solidFill>
                <a:srgbClr val="FFFFFF"/>
              </a:solidFill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78" name="Rounded Rectangle 26">
            <a:extLst>
              <a:ext uri="{FF2B5EF4-FFF2-40B4-BE49-F238E27FC236}">
                <a16:creationId xmlns:a16="http://schemas.microsoft.com/office/drawing/2014/main" id="{EF6F4E3A-60D3-4AD0-800D-88F47AF79B6A}"/>
              </a:ext>
            </a:extLst>
          </p:cNvPr>
          <p:cNvSpPr/>
          <p:nvPr/>
        </p:nvSpPr>
        <p:spPr>
          <a:xfrm>
            <a:off x="3153401" y="4407466"/>
            <a:ext cx="7561051" cy="4567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229194"/>
            <a:endParaRPr lang="id-ID" sz="1389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79" name="Rounded Rectangle 26">
            <a:extLst>
              <a:ext uri="{FF2B5EF4-FFF2-40B4-BE49-F238E27FC236}">
                <a16:creationId xmlns:a16="http://schemas.microsoft.com/office/drawing/2014/main" id="{BD97908B-9231-43EC-92DE-08C8B9B49E9F}"/>
              </a:ext>
            </a:extLst>
          </p:cNvPr>
          <p:cNvSpPr/>
          <p:nvPr/>
        </p:nvSpPr>
        <p:spPr>
          <a:xfrm>
            <a:off x="7489219" y="4407466"/>
            <a:ext cx="1845120" cy="45675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229194"/>
            <a:endParaRPr lang="id-ID" sz="1389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505F3C6-8A34-452B-BC52-6E1CD8994C4F}"/>
              </a:ext>
            </a:extLst>
          </p:cNvPr>
          <p:cNvSpPr txBox="1"/>
          <p:nvPr/>
        </p:nvSpPr>
        <p:spPr>
          <a:xfrm>
            <a:off x="7853558" y="4559525"/>
            <a:ext cx="1116440" cy="1526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000" dirty="0">
                <a:solidFill>
                  <a:srgbClr val="FFFFFF"/>
                </a:solidFill>
                <a:ea typeface="Roboto" panose="02000000000000000000" pitchFamily="2" charset="0"/>
                <a:cs typeface="Lato" panose="020F0502020204030203" pitchFamily="34" charset="0"/>
              </a:rPr>
              <a:t>July - September</a:t>
            </a:r>
            <a:endParaRPr lang="en-US" sz="900" dirty="0">
              <a:solidFill>
                <a:srgbClr val="FFFFFF"/>
              </a:solidFill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81" name="Rounded Rectangle 26">
            <a:extLst>
              <a:ext uri="{FF2B5EF4-FFF2-40B4-BE49-F238E27FC236}">
                <a16:creationId xmlns:a16="http://schemas.microsoft.com/office/drawing/2014/main" id="{12CACC8D-0D4B-4C32-93D9-11CA868F1322}"/>
              </a:ext>
            </a:extLst>
          </p:cNvPr>
          <p:cNvSpPr/>
          <p:nvPr/>
        </p:nvSpPr>
        <p:spPr>
          <a:xfrm>
            <a:off x="3153401" y="5240385"/>
            <a:ext cx="7561051" cy="4567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229194"/>
            <a:endParaRPr lang="id-ID" sz="1389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84" name="Rounded Rectangle 26">
            <a:extLst>
              <a:ext uri="{FF2B5EF4-FFF2-40B4-BE49-F238E27FC236}">
                <a16:creationId xmlns:a16="http://schemas.microsoft.com/office/drawing/2014/main" id="{BDE6AE75-E765-48E9-BE5B-317558541560}"/>
              </a:ext>
            </a:extLst>
          </p:cNvPr>
          <p:cNvSpPr/>
          <p:nvPr/>
        </p:nvSpPr>
        <p:spPr>
          <a:xfrm>
            <a:off x="9334339" y="5240385"/>
            <a:ext cx="1380113" cy="4567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229194"/>
            <a:endParaRPr lang="id-ID" sz="1389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97A9845-EA88-4A2A-9BC0-3AD14A0C0012}"/>
              </a:ext>
            </a:extLst>
          </p:cNvPr>
          <p:cNvSpPr txBox="1"/>
          <p:nvPr/>
        </p:nvSpPr>
        <p:spPr>
          <a:xfrm>
            <a:off x="9466176" y="5321919"/>
            <a:ext cx="1116440" cy="305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000" dirty="0">
                <a:solidFill>
                  <a:srgbClr val="FFFFFF"/>
                </a:solidFill>
                <a:ea typeface="Roboto" panose="02000000000000000000" pitchFamily="2" charset="0"/>
                <a:cs typeface="Lato" panose="020F0502020204030203" pitchFamily="34" charset="0"/>
              </a:rPr>
              <a:t>October - December</a:t>
            </a:r>
            <a:endParaRPr lang="en-US" sz="900" dirty="0">
              <a:solidFill>
                <a:srgbClr val="FFFFFF"/>
              </a:solidFill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B1D45EF-F92A-4D63-B2CD-8CAE02DE72B2}"/>
              </a:ext>
            </a:extLst>
          </p:cNvPr>
          <p:cNvSpPr txBox="1"/>
          <p:nvPr/>
        </p:nvSpPr>
        <p:spPr>
          <a:xfrm>
            <a:off x="2973049" y="710787"/>
            <a:ext cx="6245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+mj-lt"/>
                <a:cs typeface="Sora SemiBold" pitchFamily="2" charset="0"/>
              </a:rPr>
              <a:t>Gant Chart</a:t>
            </a:r>
            <a:r>
              <a:rPr lang="en-US" sz="4000" b="1" dirty="0">
                <a:solidFill>
                  <a:schemeClr val="accent2"/>
                </a:solidFill>
                <a:latin typeface="+mj-lt"/>
                <a:cs typeface="Sora SemiBold" pitchFamily="2" charset="0"/>
              </a:rPr>
              <a:t>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SemiBold" pitchFamily="2" charset="0"/>
              </a:rPr>
              <a:t>Infographic</a:t>
            </a:r>
          </a:p>
        </p:txBody>
      </p:sp>
    </p:spTree>
    <p:extLst>
      <p:ext uri="{BB962C8B-B14F-4D97-AF65-F5344CB8AC3E}">
        <p14:creationId xmlns:p14="http://schemas.microsoft.com/office/powerpoint/2010/main" val="2996503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Таблица 1">
            <a:extLst>
              <a:ext uri="{FF2B5EF4-FFF2-40B4-BE49-F238E27FC236}">
                <a16:creationId xmlns:a16="http://schemas.microsoft.com/office/drawing/2014/main" id="{DED8AC22-D6A9-472F-AD52-D7A10E8EFB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413910"/>
              </p:ext>
            </p:extLst>
          </p:nvPr>
        </p:nvGraphicFramePr>
        <p:xfrm>
          <a:off x="432642" y="1609223"/>
          <a:ext cx="10721134" cy="45629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01275">
                  <a:extLst>
                    <a:ext uri="{9D8B030D-6E8A-4147-A177-3AD203B41FA5}">
                      <a16:colId xmlns:a16="http://schemas.microsoft.com/office/drawing/2014/main" val="3879752356"/>
                    </a:ext>
                  </a:extLst>
                </a:gridCol>
                <a:gridCol w="1202837">
                  <a:extLst>
                    <a:ext uri="{9D8B030D-6E8A-4147-A177-3AD203B41FA5}">
                      <a16:colId xmlns:a16="http://schemas.microsoft.com/office/drawing/2014/main" val="2699881564"/>
                    </a:ext>
                  </a:extLst>
                </a:gridCol>
                <a:gridCol w="1202837">
                  <a:extLst>
                    <a:ext uri="{9D8B030D-6E8A-4147-A177-3AD203B41FA5}">
                      <a16:colId xmlns:a16="http://schemas.microsoft.com/office/drawing/2014/main" val="2835967938"/>
                    </a:ext>
                  </a:extLst>
                </a:gridCol>
                <a:gridCol w="1202837">
                  <a:extLst>
                    <a:ext uri="{9D8B030D-6E8A-4147-A177-3AD203B41FA5}">
                      <a16:colId xmlns:a16="http://schemas.microsoft.com/office/drawing/2014/main" val="212182717"/>
                    </a:ext>
                  </a:extLst>
                </a:gridCol>
                <a:gridCol w="1202837">
                  <a:extLst>
                    <a:ext uri="{9D8B030D-6E8A-4147-A177-3AD203B41FA5}">
                      <a16:colId xmlns:a16="http://schemas.microsoft.com/office/drawing/2014/main" val="634877587"/>
                    </a:ext>
                  </a:extLst>
                </a:gridCol>
                <a:gridCol w="1202837">
                  <a:extLst>
                    <a:ext uri="{9D8B030D-6E8A-4147-A177-3AD203B41FA5}">
                      <a16:colId xmlns:a16="http://schemas.microsoft.com/office/drawing/2014/main" val="2227008950"/>
                    </a:ext>
                  </a:extLst>
                </a:gridCol>
                <a:gridCol w="1202837">
                  <a:extLst>
                    <a:ext uri="{9D8B030D-6E8A-4147-A177-3AD203B41FA5}">
                      <a16:colId xmlns:a16="http://schemas.microsoft.com/office/drawing/2014/main" val="1370047398"/>
                    </a:ext>
                  </a:extLst>
                </a:gridCol>
                <a:gridCol w="1202837">
                  <a:extLst>
                    <a:ext uri="{9D8B030D-6E8A-4147-A177-3AD203B41FA5}">
                      <a16:colId xmlns:a16="http://schemas.microsoft.com/office/drawing/2014/main" val="1747713429"/>
                    </a:ext>
                  </a:extLst>
                </a:gridCol>
              </a:tblGrid>
              <a:tr h="651664">
                <a:tc>
                  <a:txBody>
                    <a:bodyPr/>
                    <a:lstStyle/>
                    <a:p>
                      <a:pPr marL="0" marR="0" lvl="0" indent="0" algn="ctr" defTabSz="8255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j-lt"/>
                        </a:rPr>
                        <a:t>Sun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j-lt"/>
                        </a:rPr>
                        <a:t>Mon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j-lt"/>
                        </a:rPr>
                        <a:t>Tues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j-lt"/>
                        </a:rPr>
                        <a:t>Wed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j-lt"/>
                        </a:rPr>
                        <a:t>Thurs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j-lt"/>
                        </a:rPr>
                        <a:t>Fri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j-lt"/>
                        </a:rPr>
                        <a:t>Sat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387926"/>
                  </a:ext>
                </a:extLst>
              </a:tr>
              <a:tr h="977828">
                <a:tc>
                  <a:txBody>
                    <a:bodyPr/>
                    <a:lstStyle/>
                    <a:p>
                      <a:pPr marL="0" marR="0" lvl="0" indent="0" algn="ctr" defTabSz="8255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j-lt"/>
                        </a:rPr>
                        <a:t>Week 01</a:t>
                      </a:r>
                    </a:p>
                  </a:txBody>
                  <a:tcPr marL="180480" marR="45842" marT="22921" marB="229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  <a:endParaRPr lang="ru-RU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  <a:endParaRPr lang="ru-RU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</a:t>
                      </a:r>
                      <a:endParaRPr lang="ru-RU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</a:t>
                      </a:r>
                      <a:endParaRPr lang="ru-RU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</a:t>
                      </a:r>
                      <a:endParaRPr lang="ru-RU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</a:t>
                      </a:r>
                      <a:endParaRPr lang="ru-RU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</a:t>
                      </a:r>
                      <a:endParaRPr lang="ru-RU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6550757"/>
                  </a:ext>
                </a:extLst>
              </a:tr>
              <a:tr h="977828">
                <a:tc>
                  <a:txBody>
                    <a:bodyPr/>
                    <a:lstStyle/>
                    <a:p>
                      <a:pPr marL="0" marR="0" lvl="0" indent="0" algn="ctr" defTabSz="8255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j-lt"/>
                        </a:rPr>
                        <a:t>Week 02</a:t>
                      </a:r>
                    </a:p>
                  </a:txBody>
                  <a:tcPr marL="180480" marR="45842" marT="22921" marB="229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</a:t>
                      </a:r>
                      <a:endParaRPr lang="ru-RU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</a:t>
                      </a:r>
                      <a:endParaRPr lang="ru-RU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255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10</a:t>
                      </a:r>
                      <a:endParaRPr lang="ru-RU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11</a:t>
                      </a:r>
                      <a:endParaRPr lang="ru-RU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12</a:t>
                      </a:r>
                      <a:endParaRPr lang="ru-RU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13</a:t>
                      </a:r>
                      <a:endParaRPr lang="ru-RU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14</a:t>
                      </a:r>
                      <a:endParaRPr lang="ru-RU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811036"/>
                  </a:ext>
                </a:extLst>
              </a:tr>
              <a:tr h="977828">
                <a:tc>
                  <a:txBody>
                    <a:bodyPr/>
                    <a:lstStyle/>
                    <a:p>
                      <a:pPr marL="0" marR="0" lvl="0" indent="0" algn="ctr" defTabSz="8255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j-lt"/>
                        </a:rPr>
                        <a:t>Week 03</a:t>
                      </a:r>
                    </a:p>
                  </a:txBody>
                  <a:tcPr marL="180480" marR="45842" marT="22921" marB="229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15</a:t>
                      </a:r>
                      <a:endParaRPr lang="ru-RU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16</a:t>
                      </a:r>
                      <a:endParaRPr lang="ru-RU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17</a:t>
                      </a:r>
                      <a:endParaRPr lang="ru-RU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18</a:t>
                      </a:r>
                      <a:endParaRPr lang="ru-RU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19</a:t>
                      </a:r>
                      <a:endParaRPr lang="ru-RU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20</a:t>
                      </a:r>
                      <a:endParaRPr lang="ru-RU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255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21</a:t>
                      </a:r>
                      <a:endParaRPr lang="ru-RU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4359714"/>
                  </a:ext>
                </a:extLst>
              </a:tr>
              <a:tr h="977828">
                <a:tc>
                  <a:txBody>
                    <a:bodyPr/>
                    <a:lstStyle/>
                    <a:p>
                      <a:pPr marL="0" marR="0" lvl="0" indent="0" algn="ctr" defTabSz="8255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j-lt"/>
                        </a:rPr>
                        <a:t>Week 04</a:t>
                      </a:r>
                    </a:p>
                  </a:txBody>
                  <a:tcPr marL="180480" marR="45842" marT="22921" marB="229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22</a:t>
                      </a:r>
                      <a:endParaRPr lang="ru-RU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23</a:t>
                      </a:r>
                      <a:endParaRPr lang="ru-RU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255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24</a:t>
                      </a:r>
                      <a:endParaRPr lang="ru-RU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25</a:t>
                      </a:r>
                      <a:endParaRPr lang="ru-RU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26</a:t>
                      </a:r>
                      <a:endParaRPr lang="ru-RU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27</a:t>
                      </a:r>
                      <a:endParaRPr lang="ru-RU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28</a:t>
                      </a:r>
                      <a:endParaRPr lang="ru-RU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749519"/>
                  </a:ext>
                </a:extLst>
              </a:tr>
            </a:tbl>
          </a:graphicData>
        </a:graphic>
      </p:graphicFrame>
      <p:grpSp>
        <p:nvGrpSpPr>
          <p:cNvPr id="27" name="Группа 7">
            <a:extLst>
              <a:ext uri="{FF2B5EF4-FFF2-40B4-BE49-F238E27FC236}">
                <a16:creationId xmlns:a16="http://schemas.microsoft.com/office/drawing/2014/main" id="{F2A350C4-4096-48FA-AAE5-F69EDD7CBA5D}"/>
              </a:ext>
            </a:extLst>
          </p:cNvPr>
          <p:cNvGrpSpPr/>
          <p:nvPr/>
        </p:nvGrpSpPr>
        <p:grpSpPr>
          <a:xfrm>
            <a:off x="3036471" y="2520096"/>
            <a:ext cx="5717004" cy="285438"/>
            <a:chOff x="6025647" y="1994973"/>
            <a:chExt cx="10527338" cy="569355"/>
          </a:xfrm>
        </p:grpSpPr>
        <p:sp>
          <p:nvSpPr>
            <p:cNvPr id="28" name="Прямоугольник 8">
              <a:extLst>
                <a:ext uri="{FF2B5EF4-FFF2-40B4-BE49-F238E27FC236}">
                  <a16:creationId xmlns:a16="http://schemas.microsoft.com/office/drawing/2014/main" id="{BB57D0F5-6CB9-45E3-97CD-264ECECBCD47}"/>
                </a:ext>
              </a:extLst>
            </p:cNvPr>
            <p:cNvSpPr/>
            <p:nvPr/>
          </p:nvSpPr>
          <p:spPr>
            <a:xfrm>
              <a:off x="6025647" y="1994973"/>
              <a:ext cx="10527338" cy="569355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9101" tIns="19101" rIns="19101" bIns="19101" numCol="1" spcCol="38100" rtlCol="0" anchor="ctr">
              <a:spAutoFit/>
            </a:bodyPr>
            <a:lstStyle/>
            <a:p>
              <a:pPr algn="ctr" defTabSz="413823" hangingPunct="0"/>
              <a:endParaRPr lang="ru-RU" sz="1604" dirty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endParaRPr>
            </a:p>
          </p:txBody>
        </p:sp>
        <p:sp>
          <p:nvSpPr>
            <p:cNvPr id="29" name="Прямоугольник 9">
              <a:extLst>
                <a:ext uri="{FF2B5EF4-FFF2-40B4-BE49-F238E27FC236}">
                  <a16:creationId xmlns:a16="http://schemas.microsoft.com/office/drawing/2014/main" id="{F493A7E9-CB51-4EF8-B8B6-1B28E1509403}"/>
                </a:ext>
              </a:extLst>
            </p:cNvPr>
            <p:cNvSpPr/>
            <p:nvPr/>
          </p:nvSpPr>
          <p:spPr>
            <a:xfrm>
              <a:off x="6025647" y="1994973"/>
              <a:ext cx="8317372" cy="569355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9101" tIns="19101" rIns="19101" bIns="19101" numCol="1" spcCol="38100" rtlCol="0" anchor="ctr">
              <a:spAutoFit/>
            </a:bodyPr>
            <a:lstStyle/>
            <a:p>
              <a:pPr algn="ctr" defTabSz="413823" hangingPunct="0"/>
              <a:endParaRPr lang="ru-RU" sz="1604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endParaRPr>
            </a:p>
          </p:txBody>
        </p:sp>
      </p:grpSp>
      <p:sp>
        <p:nvSpPr>
          <p:cNvPr id="30" name="Прямоугольник 10">
            <a:extLst>
              <a:ext uri="{FF2B5EF4-FFF2-40B4-BE49-F238E27FC236}">
                <a16:creationId xmlns:a16="http://schemas.microsoft.com/office/drawing/2014/main" id="{4181A60D-2843-40B4-BA18-2C491AC96949}"/>
              </a:ext>
            </a:extLst>
          </p:cNvPr>
          <p:cNvSpPr/>
          <p:nvPr/>
        </p:nvSpPr>
        <p:spPr>
          <a:xfrm>
            <a:off x="3079166" y="2552050"/>
            <a:ext cx="380207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29194"/>
            <a:r>
              <a:rPr lang="en-US" sz="1000" dirty="0">
                <a:solidFill>
                  <a:srgbClr val="FFFFFF"/>
                </a:solidFill>
              </a:rPr>
              <a:t>Lorem Ipsum is simply dummy.</a:t>
            </a:r>
            <a:endParaRPr lang="ru-RU" sz="1000" dirty="0">
              <a:solidFill>
                <a:srgbClr val="FFFFFF"/>
              </a:solidFill>
            </a:endParaRPr>
          </a:p>
        </p:txBody>
      </p:sp>
      <p:grpSp>
        <p:nvGrpSpPr>
          <p:cNvPr id="31" name="Группа 2">
            <a:extLst>
              <a:ext uri="{FF2B5EF4-FFF2-40B4-BE49-F238E27FC236}">
                <a16:creationId xmlns:a16="http://schemas.microsoft.com/office/drawing/2014/main" id="{62A90289-A3AB-47FC-ADAB-0DE5742F3C2A}"/>
              </a:ext>
            </a:extLst>
          </p:cNvPr>
          <p:cNvGrpSpPr/>
          <p:nvPr/>
        </p:nvGrpSpPr>
        <p:grpSpPr>
          <a:xfrm>
            <a:off x="4335330" y="3690946"/>
            <a:ext cx="6818445" cy="285438"/>
            <a:chOff x="9175247" y="6245599"/>
            <a:chExt cx="13600589" cy="569358"/>
          </a:xfrm>
        </p:grpSpPr>
        <p:sp>
          <p:nvSpPr>
            <p:cNvPr id="32" name="Прямоугольник 12">
              <a:extLst>
                <a:ext uri="{FF2B5EF4-FFF2-40B4-BE49-F238E27FC236}">
                  <a16:creationId xmlns:a16="http://schemas.microsoft.com/office/drawing/2014/main" id="{AAE8D9BF-9D16-4958-A8DA-F714D7AEF70B}"/>
                </a:ext>
              </a:extLst>
            </p:cNvPr>
            <p:cNvSpPr/>
            <p:nvPr/>
          </p:nvSpPr>
          <p:spPr>
            <a:xfrm>
              <a:off x="9175247" y="6245599"/>
              <a:ext cx="13600589" cy="569358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9101" tIns="19101" rIns="19101" bIns="19101" numCol="1" spcCol="38100" rtlCol="0" anchor="ctr">
              <a:spAutoFit/>
            </a:bodyPr>
            <a:lstStyle/>
            <a:p>
              <a:pPr algn="ctr" defTabSz="413823" hangingPunct="0"/>
              <a:endParaRPr lang="ru-RU" sz="1604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endParaRPr>
            </a:p>
          </p:txBody>
        </p:sp>
        <p:sp>
          <p:nvSpPr>
            <p:cNvPr id="33" name="Прямоугольник 13">
              <a:extLst>
                <a:ext uri="{FF2B5EF4-FFF2-40B4-BE49-F238E27FC236}">
                  <a16:creationId xmlns:a16="http://schemas.microsoft.com/office/drawing/2014/main" id="{06256DA2-EF54-46B3-9EFC-942B16037C34}"/>
                </a:ext>
              </a:extLst>
            </p:cNvPr>
            <p:cNvSpPr/>
            <p:nvPr/>
          </p:nvSpPr>
          <p:spPr>
            <a:xfrm>
              <a:off x="9175247" y="6245599"/>
              <a:ext cx="11199079" cy="569358"/>
            </a:xfrm>
            <a:prstGeom prst="rect">
              <a:avLst/>
            </a:prstGeom>
            <a:solidFill>
              <a:schemeClr val="accent2">
                <a:alpha val="9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9101" tIns="19101" rIns="19101" bIns="19101" numCol="1" spcCol="38100" rtlCol="0" anchor="ctr">
              <a:spAutoFit/>
            </a:bodyPr>
            <a:lstStyle/>
            <a:p>
              <a:pPr algn="ctr" defTabSz="413823" hangingPunct="0"/>
              <a:endParaRPr lang="ru-RU" sz="1604" dirty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endParaRPr>
            </a:p>
          </p:txBody>
        </p:sp>
        <p:sp>
          <p:nvSpPr>
            <p:cNvPr id="34" name="Прямоугольник 14">
              <a:extLst>
                <a:ext uri="{FF2B5EF4-FFF2-40B4-BE49-F238E27FC236}">
                  <a16:creationId xmlns:a16="http://schemas.microsoft.com/office/drawing/2014/main" id="{3BC1EE30-3D6F-4B8C-8FC7-0E5144EA26BC}"/>
                </a:ext>
              </a:extLst>
            </p:cNvPr>
            <p:cNvSpPr/>
            <p:nvPr/>
          </p:nvSpPr>
          <p:spPr>
            <a:xfrm>
              <a:off x="9260408" y="6309335"/>
              <a:ext cx="7583906" cy="4911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229194"/>
              <a:r>
                <a:rPr lang="en-US" sz="1000" dirty="0">
                  <a:solidFill>
                    <a:srgbClr val="FFFFFF"/>
                  </a:solidFill>
                </a:rPr>
                <a:t>Lorem Ipsum is simply dummy.</a:t>
              </a:r>
              <a:endParaRPr lang="ru-RU" sz="10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35" name="Группа 16">
            <a:extLst>
              <a:ext uri="{FF2B5EF4-FFF2-40B4-BE49-F238E27FC236}">
                <a16:creationId xmlns:a16="http://schemas.microsoft.com/office/drawing/2014/main" id="{E9CCE48D-8606-473B-8835-BE1B051A3F68}"/>
              </a:ext>
            </a:extLst>
          </p:cNvPr>
          <p:cNvGrpSpPr/>
          <p:nvPr/>
        </p:nvGrpSpPr>
        <p:grpSpPr>
          <a:xfrm>
            <a:off x="4335330" y="4591852"/>
            <a:ext cx="5614485" cy="288140"/>
            <a:chOff x="9175247" y="6245598"/>
            <a:chExt cx="11199078" cy="574746"/>
          </a:xfrm>
        </p:grpSpPr>
        <p:sp>
          <p:nvSpPr>
            <p:cNvPr id="36" name="Прямоугольник 17">
              <a:extLst>
                <a:ext uri="{FF2B5EF4-FFF2-40B4-BE49-F238E27FC236}">
                  <a16:creationId xmlns:a16="http://schemas.microsoft.com/office/drawing/2014/main" id="{8500E128-992A-4D8B-8DAB-4E3AC86F1B18}"/>
                </a:ext>
              </a:extLst>
            </p:cNvPr>
            <p:cNvSpPr/>
            <p:nvPr/>
          </p:nvSpPr>
          <p:spPr>
            <a:xfrm>
              <a:off x="9175249" y="6245598"/>
              <a:ext cx="11199076" cy="569356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9101" tIns="19101" rIns="19101" bIns="19101" numCol="1" spcCol="38100" rtlCol="0" anchor="ctr">
              <a:spAutoFit/>
            </a:bodyPr>
            <a:lstStyle/>
            <a:p>
              <a:pPr algn="ctr" defTabSz="413823" hangingPunct="0"/>
              <a:endParaRPr lang="ru-RU" sz="1604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endParaRPr>
            </a:p>
          </p:txBody>
        </p:sp>
        <p:sp>
          <p:nvSpPr>
            <p:cNvPr id="37" name="Прямоугольник 18">
              <a:extLst>
                <a:ext uri="{FF2B5EF4-FFF2-40B4-BE49-F238E27FC236}">
                  <a16:creationId xmlns:a16="http://schemas.microsoft.com/office/drawing/2014/main" id="{41FD2EBF-028B-41B1-BF35-A65A3B6680BF}"/>
                </a:ext>
              </a:extLst>
            </p:cNvPr>
            <p:cNvSpPr/>
            <p:nvPr/>
          </p:nvSpPr>
          <p:spPr>
            <a:xfrm>
              <a:off x="9175247" y="6245598"/>
              <a:ext cx="4009747" cy="569356"/>
            </a:xfrm>
            <a:prstGeom prst="rect">
              <a:avLst/>
            </a:prstGeom>
            <a:solidFill>
              <a:schemeClr val="accent3">
                <a:alpha val="9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9101" tIns="19101" rIns="19101" bIns="19101" numCol="1" spcCol="38100" rtlCol="0" anchor="ctr">
              <a:spAutoFit/>
            </a:bodyPr>
            <a:lstStyle/>
            <a:p>
              <a:pPr algn="ctr" defTabSz="413823" hangingPunct="0"/>
              <a:endParaRPr lang="ru-RU" sz="1604" dirty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endParaRPr>
            </a:p>
          </p:txBody>
        </p:sp>
        <p:sp>
          <p:nvSpPr>
            <p:cNvPr id="38" name="Прямоугольник 19">
              <a:extLst>
                <a:ext uri="{FF2B5EF4-FFF2-40B4-BE49-F238E27FC236}">
                  <a16:creationId xmlns:a16="http://schemas.microsoft.com/office/drawing/2014/main" id="{C368F3C7-7D28-4C7B-BBE1-1BC79C194F1C}"/>
                </a:ext>
              </a:extLst>
            </p:cNvPr>
            <p:cNvSpPr/>
            <p:nvPr/>
          </p:nvSpPr>
          <p:spPr>
            <a:xfrm>
              <a:off x="9260408" y="6329213"/>
              <a:ext cx="7583905" cy="4911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229194"/>
              <a:r>
                <a:rPr lang="en-US" sz="1000" dirty="0">
                  <a:solidFill>
                    <a:srgbClr val="000000"/>
                  </a:solidFill>
                </a:rPr>
                <a:t>Lorem Ipsum is simply dummy.</a:t>
              </a:r>
              <a:endParaRPr lang="ru-RU" sz="10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9" name="Группа 20">
            <a:extLst>
              <a:ext uri="{FF2B5EF4-FFF2-40B4-BE49-F238E27FC236}">
                <a16:creationId xmlns:a16="http://schemas.microsoft.com/office/drawing/2014/main" id="{8FEEF47B-CA19-44CC-9F99-9A0DD8F83CE8}"/>
              </a:ext>
            </a:extLst>
          </p:cNvPr>
          <p:cNvGrpSpPr/>
          <p:nvPr/>
        </p:nvGrpSpPr>
        <p:grpSpPr>
          <a:xfrm>
            <a:off x="3189279" y="5680870"/>
            <a:ext cx="5564196" cy="285438"/>
            <a:chOff x="9175247" y="6245599"/>
            <a:chExt cx="11098768" cy="569358"/>
          </a:xfrm>
        </p:grpSpPr>
        <p:sp>
          <p:nvSpPr>
            <p:cNvPr id="40" name="Прямоугольник 21">
              <a:extLst>
                <a:ext uri="{FF2B5EF4-FFF2-40B4-BE49-F238E27FC236}">
                  <a16:creationId xmlns:a16="http://schemas.microsoft.com/office/drawing/2014/main" id="{E7DB41EB-0879-4CE4-A5C5-5F7FE591F5AB}"/>
                </a:ext>
              </a:extLst>
            </p:cNvPr>
            <p:cNvSpPr/>
            <p:nvPr/>
          </p:nvSpPr>
          <p:spPr>
            <a:xfrm>
              <a:off x="9175249" y="6245599"/>
              <a:ext cx="11098766" cy="569358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9101" tIns="19101" rIns="19101" bIns="19101" numCol="1" spcCol="38100" rtlCol="0" anchor="ctr">
              <a:spAutoFit/>
            </a:bodyPr>
            <a:lstStyle/>
            <a:p>
              <a:pPr algn="ctr" defTabSz="413823" hangingPunct="0"/>
              <a:endParaRPr lang="ru-RU" sz="1604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endParaRPr>
            </a:p>
          </p:txBody>
        </p:sp>
        <p:sp>
          <p:nvSpPr>
            <p:cNvPr id="41" name="Прямоугольник 22">
              <a:extLst>
                <a:ext uri="{FF2B5EF4-FFF2-40B4-BE49-F238E27FC236}">
                  <a16:creationId xmlns:a16="http://schemas.microsoft.com/office/drawing/2014/main" id="{4B52C020-378F-42C8-9D15-29D3F0E7FCE5}"/>
                </a:ext>
              </a:extLst>
            </p:cNvPr>
            <p:cNvSpPr/>
            <p:nvPr/>
          </p:nvSpPr>
          <p:spPr>
            <a:xfrm>
              <a:off x="9175247" y="6245599"/>
              <a:ext cx="3879038" cy="569358"/>
            </a:xfrm>
            <a:prstGeom prst="rect">
              <a:avLst/>
            </a:prstGeom>
            <a:solidFill>
              <a:schemeClr val="accent4">
                <a:alpha val="9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9101" tIns="19101" rIns="19101" bIns="19101" numCol="1" spcCol="38100" rtlCol="0" anchor="ctr">
              <a:spAutoFit/>
            </a:bodyPr>
            <a:lstStyle/>
            <a:p>
              <a:pPr algn="ctr" defTabSz="413823" hangingPunct="0"/>
              <a:endParaRPr lang="ru-RU" sz="1604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endParaRPr>
            </a:p>
          </p:txBody>
        </p:sp>
        <p:sp>
          <p:nvSpPr>
            <p:cNvPr id="42" name="Прямоугольник 23">
              <a:extLst>
                <a:ext uri="{FF2B5EF4-FFF2-40B4-BE49-F238E27FC236}">
                  <a16:creationId xmlns:a16="http://schemas.microsoft.com/office/drawing/2014/main" id="{01CEDC59-46BB-42E4-A778-C9BE427CFAB6}"/>
                </a:ext>
              </a:extLst>
            </p:cNvPr>
            <p:cNvSpPr/>
            <p:nvPr/>
          </p:nvSpPr>
          <p:spPr>
            <a:xfrm>
              <a:off x="9260408" y="6309335"/>
              <a:ext cx="7583906" cy="4911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229194"/>
              <a:r>
                <a:rPr lang="en-US" sz="1000" dirty="0">
                  <a:solidFill>
                    <a:srgbClr val="000000"/>
                  </a:solidFill>
                </a:rPr>
                <a:t>Lorem Ipsum is simply dummy.</a:t>
              </a:r>
              <a:endParaRPr lang="ru-RU" sz="1000" dirty="0">
                <a:solidFill>
                  <a:srgbClr val="000000"/>
                </a:solidFill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0BE7118-A5F6-4493-BFF2-CD2922ED8EDD}"/>
              </a:ext>
            </a:extLst>
          </p:cNvPr>
          <p:cNvSpPr txBox="1"/>
          <p:nvPr/>
        </p:nvSpPr>
        <p:spPr>
          <a:xfrm>
            <a:off x="2973049" y="499547"/>
            <a:ext cx="6245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+mj-lt"/>
                <a:cs typeface="Sora SemiBold" pitchFamily="2" charset="0"/>
              </a:rPr>
              <a:t>Gant Chart</a:t>
            </a:r>
            <a:r>
              <a:rPr lang="en-US" sz="4000" b="1" dirty="0">
                <a:solidFill>
                  <a:schemeClr val="accent2"/>
                </a:solidFill>
                <a:latin typeface="+mj-lt"/>
                <a:cs typeface="Sora SemiBold" pitchFamily="2" charset="0"/>
              </a:rPr>
              <a:t>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SemiBold" pitchFamily="2" charset="0"/>
              </a:rPr>
              <a:t>Infographic</a:t>
            </a:r>
          </a:p>
        </p:txBody>
      </p:sp>
    </p:spTree>
    <p:extLst>
      <p:ext uri="{BB962C8B-B14F-4D97-AF65-F5344CB8AC3E}">
        <p14:creationId xmlns:p14="http://schemas.microsoft.com/office/powerpoint/2010/main" val="669246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Таблица 79">
            <a:extLst>
              <a:ext uri="{FF2B5EF4-FFF2-40B4-BE49-F238E27FC236}">
                <a16:creationId xmlns:a16="http://schemas.microsoft.com/office/drawing/2014/main" id="{FC24ECC7-7007-425C-86D0-9AEAB385F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781349"/>
              </p:ext>
            </p:extLst>
          </p:nvPr>
        </p:nvGraphicFramePr>
        <p:xfrm>
          <a:off x="746968" y="5671774"/>
          <a:ext cx="10805998" cy="4754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3714">
                  <a:extLst>
                    <a:ext uri="{9D8B030D-6E8A-4147-A177-3AD203B41FA5}">
                      <a16:colId xmlns:a16="http://schemas.microsoft.com/office/drawing/2014/main" val="2835967938"/>
                    </a:ext>
                  </a:extLst>
                </a:gridCol>
                <a:gridCol w="1543714">
                  <a:extLst>
                    <a:ext uri="{9D8B030D-6E8A-4147-A177-3AD203B41FA5}">
                      <a16:colId xmlns:a16="http://schemas.microsoft.com/office/drawing/2014/main" val="212182717"/>
                    </a:ext>
                  </a:extLst>
                </a:gridCol>
                <a:gridCol w="1543714">
                  <a:extLst>
                    <a:ext uri="{9D8B030D-6E8A-4147-A177-3AD203B41FA5}">
                      <a16:colId xmlns:a16="http://schemas.microsoft.com/office/drawing/2014/main" val="634877587"/>
                    </a:ext>
                  </a:extLst>
                </a:gridCol>
                <a:gridCol w="1543714">
                  <a:extLst>
                    <a:ext uri="{9D8B030D-6E8A-4147-A177-3AD203B41FA5}">
                      <a16:colId xmlns:a16="http://schemas.microsoft.com/office/drawing/2014/main" val="2227008950"/>
                    </a:ext>
                  </a:extLst>
                </a:gridCol>
                <a:gridCol w="1543714">
                  <a:extLst>
                    <a:ext uri="{9D8B030D-6E8A-4147-A177-3AD203B41FA5}">
                      <a16:colId xmlns:a16="http://schemas.microsoft.com/office/drawing/2014/main" val="1370047398"/>
                    </a:ext>
                  </a:extLst>
                </a:gridCol>
                <a:gridCol w="1543714">
                  <a:extLst>
                    <a:ext uri="{9D8B030D-6E8A-4147-A177-3AD203B41FA5}">
                      <a16:colId xmlns:a16="http://schemas.microsoft.com/office/drawing/2014/main" val="1410342760"/>
                    </a:ext>
                  </a:extLst>
                </a:gridCol>
                <a:gridCol w="1543714">
                  <a:extLst>
                    <a:ext uri="{9D8B030D-6E8A-4147-A177-3AD203B41FA5}">
                      <a16:colId xmlns:a16="http://schemas.microsoft.com/office/drawing/2014/main" val="1747713429"/>
                    </a:ext>
                  </a:extLst>
                </a:gridCol>
              </a:tblGrid>
              <a:tr h="475439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+mj-lt"/>
                        </a:rPr>
                        <a:t>Mon</a:t>
                      </a:r>
                      <a:endParaRPr lang="ru-RU" sz="16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+mj-lt"/>
                        </a:rPr>
                        <a:t>Tues</a:t>
                      </a:r>
                      <a:endParaRPr lang="ru-RU" sz="16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+mj-lt"/>
                        </a:rPr>
                        <a:t>Wed</a:t>
                      </a:r>
                      <a:endParaRPr lang="ru-RU" sz="16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+mj-lt"/>
                        </a:rPr>
                        <a:t>Thurs</a:t>
                      </a:r>
                      <a:endParaRPr lang="ru-RU" sz="16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+mj-lt"/>
                        </a:rPr>
                        <a:t>Fri</a:t>
                      </a:r>
                      <a:endParaRPr lang="ru-RU" sz="16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+mj-lt"/>
                        </a:rPr>
                        <a:t>Sat</a:t>
                      </a:r>
                      <a:endParaRPr lang="ru-RU" sz="16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+mj-lt"/>
                        </a:rPr>
                        <a:t>Sun</a:t>
                      </a:r>
                      <a:endParaRPr lang="ru-RU" sz="16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387926"/>
                  </a:ext>
                </a:extLst>
              </a:tr>
            </a:tbl>
          </a:graphicData>
        </a:graphic>
      </p:graphicFrame>
      <p:cxnSp>
        <p:nvCxnSpPr>
          <p:cNvPr id="21" name="Прямая соединительная линия 83">
            <a:extLst>
              <a:ext uri="{FF2B5EF4-FFF2-40B4-BE49-F238E27FC236}">
                <a16:creationId xmlns:a16="http://schemas.microsoft.com/office/drawing/2014/main" id="{F11D96CE-9C8D-486F-95CE-5AE9DA52E0CB}"/>
              </a:ext>
            </a:extLst>
          </p:cNvPr>
          <p:cNvCxnSpPr>
            <a:cxnSpLocks/>
          </p:cNvCxnSpPr>
          <p:nvPr/>
        </p:nvCxnSpPr>
        <p:spPr>
          <a:xfrm>
            <a:off x="746968" y="5492261"/>
            <a:ext cx="10805997" cy="0"/>
          </a:xfrm>
          <a:prstGeom prst="line">
            <a:avLst/>
          </a:prstGeom>
          <a:noFill/>
          <a:ln w="38100" cap="flat">
            <a:solidFill>
              <a:schemeClr val="tx2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Прямая соединительная линия 94">
            <a:extLst>
              <a:ext uri="{FF2B5EF4-FFF2-40B4-BE49-F238E27FC236}">
                <a16:creationId xmlns:a16="http://schemas.microsoft.com/office/drawing/2014/main" id="{79D52659-5387-4B2B-B1A6-83FD40029D08}"/>
              </a:ext>
            </a:extLst>
          </p:cNvPr>
          <p:cNvCxnSpPr>
            <a:cxnSpLocks/>
          </p:cNvCxnSpPr>
          <p:nvPr/>
        </p:nvCxnSpPr>
        <p:spPr>
          <a:xfrm flipV="1">
            <a:off x="5583265" y="1805007"/>
            <a:ext cx="0" cy="3687254"/>
          </a:xfrm>
          <a:prstGeom prst="line">
            <a:avLst/>
          </a:prstGeom>
          <a:noFill/>
          <a:ln w="19050" cap="flat">
            <a:solidFill>
              <a:schemeClr val="accent4"/>
            </a:solidFill>
            <a:prstDash val="dash"/>
            <a:miter lim="800000"/>
            <a:headEnd type="oval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4" name="Пятиугольник 97">
            <a:extLst>
              <a:ext uri="{FF2B5EF4-FFF2-40B4-BE49-F238E27FC236}">
                <a16:creationId xmlns:a16="http://schemas.microsoft.com/office/drawing/2014/main" id="{6E4F6DEF-4688-4441-A768-545047A1F316}"/>
              </a:ext>
            </a:extLst>
          </p:cNvPr>
          <p:cNvSpPr/>
          <p:nvPr/>
        </p:nvSpPr>
        <p:spPr>
          <a:xfrm>
            <a:off x="5583265" y="1770702"/>
            <a:ext cx="4613112" cy="285438"/>
          </a:xfrm>
          <a:prstGeom prst="homePlate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101" tIns="19101" rIns="19101" bIns="19101" numCol="1" spcCol="38100" rtlCol="0" anchor="ctr">
            <a:spAutoFit/>
          </a:bodyPr>
          <a:lstStyle/>
          <a:p>
            <a:pPr algn="ctr" defTabSz="413823" hangingPunct="0"/>
            <a:endParaRPr lang="ru-RU" sz="1604">
              <a:solidFill>
                <a:srgbClr val="FFFFFF"/>
              </a:solidFill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5" name="Прямоугольник 98">
            <a:extLst>
              <a:ext uri="{FF2B5EF4-FFF2-40B4-BE49-F238E27FC236}">
                <a16:creationId xmlns:a16="http://schemas.microsoft.com/office/drawing/2014/main" id="{6CC1AC71-2228-48A2-8F84-94B1B8971A68}"/>
              </a:ext>
            </a:extLst>
          </p:cNvPr>
          <p:cNvSpPr/>
          <p:nvPr/>
        </p:nvSpPr>
        <p:spPr>
          <a:xfrm>
            <a:off x="5724889" y="1805007"/>
            <a:ext cx="380207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29194"/>
            <a:r>
              <a:rPr lang="en-US" sz="1000" dirty="0">
                <a:solidFill>
                  <a:srgbClr val="FFFFFF"/>
                </a:solidFill>
              </a:rPr>
              <a:t>Lorem Ipsum is simply dummy.</a:t>
            </a:r>
            <a:endParaRPr lang="ru-RU" sz="1000" dirty="0">
              <a:solidFill>
                <a:srgbClr val="FFFFFF"/>
              </a:solidFill>
            </a:endParaRPr>
          </a:p>
        </p:txBody>
      </p:sp>
      <p:cxnSp>
        <p:nvCxnSpPr>
          <p:cNvPr id="47" name="Прямая соединительная линия 108">
            <a:extLst>
              <a:ext uri="{FF2B5EF4-FFF2-40B4-BE49-F238E27FC236}">
                <a16:creationId xmlns:a16="http://schemas.microsoft.com/office/drawing/2014/main" id="{8AE9B2C4-F4CE-4A9A-BE7C-12070E9FD474}"/>
              </a:ext>
            </a:extLst>
          </p:cNvPr>
          <p:cNvCxnSpPr>
            <a:cxnSpLocks/>
          </p:cNvCxnSpPr>
          <p:nvPr/>
        </p:nvCxnSpPr>
        <p:spPr>
          <a:xfrm flipV="1">
            <a:off x="2479276" y="2776829"/>
            <a:ext cx="0" cy="2715432"/>
          </a:xfrm>
          <a:prstGeom prst="line">
            <a:avLst/>
          </a:prstGeom>
          <a:noFill/>
          <a:ln w="19050" cap="flat">
            <a:solidFill>
              <a:schemeClr val="accent3"/>
            </a:solidFill>
            <a:prstDash val="dash"/>
            <a:miter lim="800000"/>
            <a:headEnd type="oval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0" name="Пятиугольник 111">
            <a:extLst>
              <a:ext uri="{FF2B5EF4-FFF2-40B4-BE49-F238E27FC236}">
                <a16:creationId xmlns:a16="http://schemas.microsoft.com/office/drawing/2014/main" id="{057A8139-E226-40AA-BBB6-68B78576C3F2}"/>
              </a:ext>
            </a:extLst>
          </p:cNvPr>
          <p:cNvSpPr/>
          <p:nvPr/>
        </p:nvSpPr>
        <p:spPr>
          <a:xfrm>
            <a:off x="2479276" y="2776827"/>
            <a:ext cx="4821926" cy="285438"/>
          </a:xfrm>
          <a:prstGeom prst="homePlate">
            <a:avLst/>
          </a:prstGeom>
          <a:solidFill>
            <a:schemeClr val="accent3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101" tIns="19101" rIns="19101" bIns="19101" numCol="1" spcCol="38100" rtlCol="0" anchor="ctr">
            <a:spAutoFit/>
          </a:bodyPr>
          <a:lstStyle/>
          <a:p>
            <a:pPr algn="ctr" defTabSz="413823" hangingPunct="0"/>
            <a:endParaRPr lang="ru-RU" sz="1604">
              <a:solidFill>
                <a:srgbClr val="FFFFFF"/>
              </a:solidFill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51" name="Прямоугольник 112">
            <a:extLst>
              <a:ext uri="{FF2B5EF4-FFF2-40B4-BE49-F238E27FC236}">
                <a16:creationId xmlns:a16="http://schemas.microsoft.com/office/drawing/2014/main" id="{FBB72013-387D-4AE7-96DA-14AC4C420E55}"/>
              </a:ext>
            </a:extLst>
          </p:cNvPr>
          <p:cNvSpPr/>
          <p:nvPr/>
        </p:nvSpPr>
        <p:spPr>
          <a:xfrm>
            <a:off x="2620900" y="2811132"/>
            <a:ext cx="380207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29194"/>
            <a:r>
              <a:rPr lang="en-US" sz="1000" dirty="0">
                <a:solidFill>
                  <a:srgbClr val="FFFFFF"/>
                </a:solidFill>
              </a:rPr>
              <a:t>Lorem Ipsum is simply dummy.</a:t>
            </a:r>
            <a:endParaRPr lang="ru-RU" sz="1000" dirty="0">
              <a:solidFill>
                <a:srgbClr val="FFFFFF"/>
              </a:solidFill>
            </a:endParaRPr>
          </a:p>
        </p:txBody>
      </p:sp>
      <p:cxnSp>
        <p:nvCxnSpPr>
          <p:cNvPr id="53" name="Прямая соединительная линия 82">
            <a:extLst>
              <a:ext uri="{FF2B5EF4-FFF2-40B4-BE49-F238E27FC236}">
                <a16:creationId xmlns:a16="http://schemas.microsoft.com/office/drawing/2014/main" id="{BB6BB898-5D5A-4098-A9CC-34979D480F84}"/>
              </a:ext>
            </a:extLst>
          </p:cNvPr>
          <p:cNvCxnSpPr>
            <a:cxnSpLocks/>
          </p:cNvCxnSpPr>
          <p:nvPr/>
        </p:nvCxnSpPr>
        <p:spPr>
          <a:xfrm flipV="1">
            <a:off x="1115305" y="1431623"/>
            <a:ext cx="0" cy="4060638"/>
          </a:xfrm>
          <a:prstGeom prst="line">
            <a:avLst/>
          </a:prstGeom>
          <a:noFill/>
          <a:ln w="19050" cap="flat">
            <a:solidFill>
              <a:schemeClr val="accent5"/>
            </a:solidFill>
            <a:prstDash val="dash"/>
            <a:miter lim="800000"/>
            <a:headEnd type="oval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6" name="Пятиугольник 3">
            <a:extLst>
              <a:ext uri="{FF2B5EF4-FFF2-40B4-BE49-F238E27FC236}">
                <a16:creationId xmlns:a16="http://schemas.microsoft.com/office/drawing/2014/main" id="{75AB1BAC-6615-41E2-9C76-6D212DB9C200}"/>
              </a:ext>
            </a:extLst>
          </p:cNvPr>
          <p:cNvSpPr/>
          <p:nvPr/>
        </p:nvSpPr>
        <p:spPr>
          <a:xfrm>
            <a:off x="1115305" y="1250389"/>
            <a:ext cx="4613112" cy="285438"/>
          </a:xfrm>
          <a:prstGeom prst="homePlate">
            <a:avLst/>
          </a:prstGeom>
          <a:solidFill>
            <a:schemeClr val="accent5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101" tIns="19101" rIns="19101" bIns="19101" numCol="1" spcCol="38100" rtlCol="0" anchor="ctr">
            <a:spAutoFit/>
          </a:bodyPr>
          <a:lstStyle/>
          <a:p>
            <a:pPr algn="ctr" defTabSz="413823" hangingPunct="0"/>
            <a:endParaRPr lang="ru-RU" sz="1604">
              <a:solidFill>
                <a:srgbClr val="FFFFFF"/>
              </a:solidFill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57" name="Прямоугольник 85">
            <a:extLst>
              <a:ext uri="{FF2B5EF4-FFF2-40B4-BE49-F238E27FC236}">
                <a16:creationId xmlns:a16="http://schemas.microsoft.com/office/drawing/2014/main" id="{B62F4752-6B32-4C2A-AEFF-31135B9A8AAB}"/>
              </a:ext>
            </a:extLst>
          </p:cNvPr>
          <p:cNvSpPr/>
          <p:nvPr/>
        </p:nvSpPr>
        <p:spPr>
          <a:xfrm>
            <a:off x="1256929" y="1284694"/>
            <a:ext cx="380207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29194"/>
            <a:r>
              <a:rPr lang="en-US" sz="1000" dirty="0">
                <a:solidFill>
                  <a:srgbClr val="FFFFFF"/>
                </a:solidFill>
              </a:rPr>
              <a:t>Lorem Ipsum is simply dummy.</a:t>
            </a:r>
            <a:endParaRPr lang="ru-RU" sz="1000" dirty="0">
              <a:solidFill>
                <a:srgbClr val="FFFFFF"/>
              </a:solidFill>
            </a:endParaRPr>
          </a:p>
        </p:txBody>
      </p:sp>
      <p:cxnSp>
        <p:nvCxnSpPr>
          <p:cNvPr id="59" name="Прямая соединительная линия 87">
            <a:extLst>
              <a:ext uri="{FF2B5EF4-FFF2-40B4-BE49-F238E27FC236}">
                <a16:creationId xmlns:a16="http://schemas.microsoft.com/office/drawing/2014/main" id="{2CF22B60-C822-4624-8558-F277BA941943}"/>
              </a:ext>
            </a:extLst>
          </p:cNvPr>
          <p:cNvCxnSpPr>
            <a:cxnSpLocks/>
          </p:cNvCxnSpPr>
          <p:nvPr/>
        </p:nvCxnSpPr>
        <p:spPr>
          <a:xfrm flipV="1">
            <a:off x="1802477" y="3918039"/>
            <a:ext cx="0" cy="1574223"/>
          </a:xfrm>
          <a:prstGeom prst="line">
            <a:avLst/>
          </a:prstGeom>
          <a:noFill/>
          <a:ln w="19050" cap="flat">
            <a:solidFill>
              <a:schemeClr val="accent2"/>
            </a:solidFill>
            <a:prstDash val="dash"/>
            <a:miter lim="800000"/>
            <a:headEnd type="oval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2" name="Пятиугольник 90">
            <a:extLst>
              <a:ext uri="{FF2B5EF4-FFF2-40B4-BE49-F238E27FC236}">
                <a16:creationId xmlns:a16="http://schemas.microsoft.com/office/drawing/2014/main" id="{5586F609-E507-458F-9298-DFC22C3B4138}"/>
              </a:ext>
            </a:extLst>
          </p:cNvPr>
          <p:cNvSpPr/>
          <p:nvPr/>
        </p:nvSpPr>
        <p:spPr>
          <a:xfrm>
            <a:off x="1802477" y="3918039"/>
            <a:ext cx="4613112" cy="285438"/>
          </a:xfrm>
          <a:prstGeom prst="homePlate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101" tIns="19101" rIns="19101" bIns="19101" numCol="1" spcCol="38100" rtlCol="0" anchor="ctr">
            <a:spAutoFit/>
          </a:bodyPr>
          <a:lstStyle/>
          <a:p>
            <a:pPr algn="ctr" defTabSz="413823" hangingPunct="0"/>
            <a:endParaRPr lang="ru-RU" sz="1604">
              <a:solidFill>
                <a:srgbClr val="FFFFFF"/>
              </a:solidFill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63" name="Прямоугольник 91">
            <a:extLst>
              <a:ext uri="{FF2B5EF4-FFF2-40B4-BE49-F238E27FC236}">
                <a16:creationId xmlns:a16="http://schemas.microsoft.com/office/drawing/2014/main" id="{A5B275B8-5B2A-4507-A28A-C92494E935FD}"/>
              </a:ext>
            </a:extLst>
          </p:cNvPr>
          <p:cNvSpPr/>
          <p:nvPr/>
        </p:nvSpPr>
        <p:spPr>
          <a:xfrm>
            <a:off x="1944101" y="3952344"/>
            <a:ext cx="380207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29194"/>
            <a:r>
              <a:rPr lang="en-US" sz="1000" dirty="0">
                <a:solidFill>
                  <a:srgbClr val="FFFFFF"/>
                </a:solidFill>
              </a:rPr>
              <a:t>Lorem Ipsum is simply dummy.</a:t>
            </a:r>
            <a:endParaRPr lang="ru-RU" sz="1000" dirty="0">
              <a:solidFill>
                <a:srgbClr val="FFFFFF"/>
              </a:solidFill>
            </a:endParaRPr>
          </a:p>
        </p:txBody>
      </p:sp>
      <p:cxnSp>
        <p:nvCxnSpPr>
          <p:cNvPr id="65" name="Прямая соединительная линия 101">
            <a:extLst>
              <a:ext uri="{FF2B5EF4-FFF2-40B4-BE49-F238E27FC236}">
                <a16:creationId xmlns:a16="http://schemas.microsoft.com/office/drawing/2014/main" id="{15D89C7D-73D4-42A8-8CFC-C5E34E04F3ED}"/>
              </a:ext>
            </a:extLst>
          </p:cNvPr>
          <p:cNvCxnSpPr>
            <a:cxnSpLocks/>
          </p:cNvCxnSpPr>
          <p:nvPr/>
        </p:nvCxnSpPr>
        <p:spPr>
          <a:xfrm flipV="1">
            <a:off x="7464114" y="2776828"/>
            <a:ext cx="0" cy="2715433"/>
          </a:xfrm>
          <a:prstGeom prst="line">
            <a:avLst/>
          </a:prstGeom>
          <a:noFill/>
          <a:ln w="19050" cap="flat">
            <a:solidFill>
              <a:schemeClr val="accent1"/>
            </a:solidFill>
            <a:prstDash val="dash"/>
            <a:miter lim="800000"/>
            <a:headEnd type="oval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8" name="Пятиугольник 104">
            <a:extLst>
              <a:ext uri="{FF2B5EF4-FFF2-40B4-BE49-F238E27FC236}">
                <a16:creationId xmlns:a16="http://schemas.microsoft.com/office/drawing/2014/main" id="{9183E499-40F0-4785-8239-5461036CBE33}"/>
              </a:ext>
            </a:extLst>
          </p:cNvPr>
          <p:cNvSpPr/>
          <p:nvPr/>
        </p:nvSpPr>
        <p:spPr>
          <a:xfrm>
            <a:off x="7464114" y="2776827"/>
            <a:ext cx="4094729" cy="285438"/>
          </a:xfrm>
          <a:prstGeom prst="homePlat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101" tIns="19101" rIns="19101" bIns="19101" numCol="1" spcCol="38100" rtlCol="0" anchor="ctr">
            <a:spAutoFit/>
          </a:bodyPr>
          <a:lstStyle/>
          <a:p>
            <a:pPr algn="ctr" defTabSz="413823" hangingPunct="0"/>
            <a:endParaRPr lang="ru-RU" sz="1604">
              <a:solidFill>
                <a:srgbClr val="FFFFFF"/>
              </a:solidFill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69" name="Прямоугольник 105">
            <a:extLst>
              <a:ext uri="{FF2B5EF4-FFF2-40B4-BE49-F238E27FC236}">
                <a16:creationId xmlns:a16="http://schemas.microsoft.com/office/drawing/2014/main" id="{E7740A82-645E-44AC-9A05-515A38E8CDF2}"/>
              </a:ext>
            </a:extLst>
          </p:cNvPr>
          <p:cNvSpPr/>
          <p:nvPr/>
        </p:nvSpPr>
        <p:spPr>
          <a:xfrm>
            <a:off x="7605738" y="2811132"/>
            <a:ext cx="380207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29194"/>
            <a:r>
              <a:rPr lang="en-US" sz="1000" dirty="0">
                <a:solidFill>
                  <a:srgbClr val="FFFFFF"/>
                </a:solidFill>
              </a:rPr>
              <a:t>Lorem Ipsum is simply dummy.</a:t>
            </a:r>
            <a:endParaRPr lang="ru-RU" sz="1000" dirty="0">
              <a:solidFill>
                <a:srgbClr val="FFFFFF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42ABA2B-7B71-4C77-8FFB-E324244B2EF1}"/>
              </a:ext>
            </a:extLst>
          </p:cNvPr>
          <p:cNvSpPr txBox="1"/>
          <p:nvPr/>
        </p:nvSpPr>
        <p:spPr>
          <a:xfrm>
            <a:off x="2973049" y="392565"/>
            <a:ext cx="6245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+mj-lt"/>
                <a:cs typeface="Sora SemiBold" pitchFamily="2" charset="0"/>
              </a:rPr>
              <a:t>Gant Chart</a:t>
            </a:r>
            <a:r>
              <a:rPr lang="en-US" sz="4000" b="1" dirty="0">
                <a:solidFill>
                  <a:schemeClr val="accent2"/>
                </a:solidFill>
                <a:latin typeface="+mj-lt"/>
                <a:cs typeface="Sora SemiBold" pitchFamily="2" charset="0"/>
              </a:rPr>
              <a:t>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SemiBold" pitchFamily="2" charset="0"/>
              </a:rPr>
              <a:t>Infographic</a:t>
            </a:r>
          </a:p>
        </p:txBody>
      </p:sp>
    </p:spTree>
    <p:extLst>
      <p:ext uri="{BB962C8B-B14F-4D97-AF65-F5344CB8AC3E}">
        <p14:creationId xmlns:p14="http://schemas.microsoft.com/office/powerpoint/2010/main" val="1318418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Таблица 1">
            <a:extLst>
              <a:ext uri="{FF2B5EF4-FFF2-40B4-BE49-F238E27FC236}">
                <a16:creationId xmlns:a16="http://schemas.microsoft.com/office/drawing/2014/main" id="{48A5A8C4-43BD-46C9-B711-C8F260CAC1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836220"/>
              </p:ext>
            </p:extLst>
          </p:nvPr>
        </p:nvGraphicFramePr>
        <p:xfrm>
          <a:off x="746967" y="1733361"/>
          <a:ext cx="10721127" cy="43901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74263">
                  <a:extLst>
                    <a:ext uri="{9D8B030D-6E8A-4147-A177-3AD203B41FA5}">
                      <a16:colId xmlns:a16="http://schemas.microsoft.com/office/drawing/2014/main" val="3879752356"/>
                    </a:ext>
                  </a:extLst>
                </a:gridCol>
                <a:gridCol w="770572">
                  <a:extLst>
                    <a:ext uri="{9D8B030D-6E8A-4147-A177-3AD203B41FA5}">
                      <a16:colId xmlns:a16="http://schemas.microsoft.com/office/drawing/2014/main" val="2699881564"/>
                    </a:ext>
                  </a:extLst>
                </a:gridCol>
                <a:gridCol w="770572">
                  <a:extLst>
                    <a:ext uri="{9D8B030D-6E8A-4147-A177-3AD203B41FA5}">
                      <a16:colId xmlns:a16="http://schemas.microsoft.com/office/drawing/2014/main" val="2835967938"/>
                    </a:ext>
                  </a:extLst>
                </a:gridCol>
                <a:gridCol w="770572">
                  <a:extLst>
                    <a:ext uri="{9D8B030D-6E8A-4147-A177-3AD203B41FA5}">
                      <a16:colId xmlns:a16="http://schemas.microsoft.com/office/drawing/2014/main" val="212182717"/>
                    </a:ext>
                  </a:extLst>
                </a:gridCol>
                <a:gridCol w="770572">
                  <a:extLst>
                    <a:ext uri="{9D8B030D-6E8A-4147-A177-3AD203B41FA5}">
                      <a16:colId xmlns:a16="http://schemas.microsoft.com/office/drawing/2014/main" val="634877587"/>
                    </a:ext>
                  </a:extLst>
                </a:gridCol>
                <a:gridCol w="770572">
                  <a:extLst>
                    <a:ext uri="{9D8B030D-6E8A-4147-A177-3AD203B41FA5}">
                      <a16:colId xmlns:a16="http://schemas.microsoft.com/office/drawing/2014/main" val="1252007982"/>
                    </a:ext>
                  </a:extLst>
                </a:gridCol>
                <a:gridCol w="770572">
                  <a:extLst>
                    <a:ext uri="{9D8B030D-6E8A-4147-A177-3AD203B41FA5}">
                      <a16:colId xmlns:a16="http://schemas.microsoft.com/office/drawing/2014/main" val="1321196701"/>
                    </a:ext>
                  </a:extLst>
                </a:gridCol>
                <a:gridCol w="770572">
                  <a:extLst>
                    <a:ext uri="{9D8B030D-6E8A-4147-A177-3AD203B41FA5}">
                      <a16:colId xmlns:a16="http://schemas.microsoft.com/office/drawing/2014/main" val="2767102953"/>
                    </a:ext>
                  </a:extLst>
                </a:gridCol>
                <a:gridCol w="770572">
                  <a:extLst>
                    <a:ext uri="{9D8B030D-6E8A-4147-A177-3AD203B41FA5}">
                      <a16:colId xmlns:a16="http://schemas.microsoft.com/office/drawing/2014/main" val="531086630"/>
                    </a:ext>
                  </a:extLst>
                </a:gridCol>
                <a:gridCol w="770572">
                  <a:extLst>
                    <a:ext uri="{9D8B030D-6E8A-4147-A177-3AD203B41FA5}">
                      <a16:colId xmlns:a16="http://schemas.microsoft.com/office/drawing/2014/main" val="2468762426"/>
                    </a:ext>
                  </a:extLst>
                </a:gridCol>
                <a:gridCol w="770572">
                  <a:extLst>
                    <a:ext uri="{9D8B030D-6E8A-4147-A177-3AD203B41FA5}">
                      <a16:colId xmlns:a16="http://schemas.microsoft.com/office/drawing/2014/main" val="2227008950"/>
                    </a:ext>
                  </a:extLst>
                </a:gridCol>
                <a:gridCol w="770572">
                  <a:extLst>
                    <a:ext uri="{9D8B030D-6E8A-4147-A177-3AD203B41FA5}">
                      <a16:colId xmlns:a16="http://schemas.microsoft.com/office/drawing/2014/main" val="1370047398"/>
                    </a:ext>
                  </a:extLst>
                </a:gridCol>
                <a:gridCol w="770572">
                  <a:extLst>
                    <a:ext uri="{9D8B030D-6E8A-4147-A177-3AD203B41FA5}">
                      <a16:colId xmlns:a16="http://schemas.microsoft.com/office/drawing/2014/main" val="1747713429"/>
                    </a:ext>
                  </a:extLst>
                </a:gridCol>
              </a:tblGrid>
              <a:tr h="406565"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j-lt"/>
                        </a:rPr>
                        <a:t>Jan</a:t>
                      </a:r>
                      <a:endParaRPr lang="ru-RU" sz="14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j-lt"/>
                        </a:rPr>
                        <a:t>Feb</a:t>
                      </a:r>
                      <a:endParaRPr lang="ru-RU" sz="14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j-lt"/>
                        </a:rPr>
                        <a:t>Mar</a:t>
                      </a:r>
                      <a:endParaRPr lang="ru-RU" sz="14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j-lt"/>
                        </a:rPr>
                        <a:t>Apr</a:t>
                      </a:r>
                      <a:endParaRPr lang="ru-RU" sz="14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j-lt"/>
                        </a:rPr>
                        <a:t>May</a:t>
                      </a:r>
                      <a:endParaRPr lang="ru-RU" sz="14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j-lt"/>
                        </a:rPr>
                        <a:t>Jun</a:t>
                      </a:r>
                      <a:endParaRPr lang="ru-RU" sz="14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j-lt"/>
                        </a:rPr>
                        <a:t>Jul</a:t>
                      </a:r>
                      <a:endParaRPr lang="ru-RU" sz="14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j-lt"/>
                        </a:rPr>
                        <a:t>Aug</a:t>
                      </a:r>
                      <a:endParaRPr lang="ru-RU" sz="14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j-lt"/>
                        </a:rPr>
                        <a:t>Sep</a:t>
                      </a:r>
                      <a:endParaRPr lang="ru-RU" sz="14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j-lt"/>
                        </a:rPr>
                        <a:t>Oct</a:t>
                      </a:r>
                      <a:endParaRPr lang="ru-RU" sz="14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j-lt"/>
                        </a:rPr>
                        <a:t>Nov</a:t>
                      </a:r>
                      <a:endParaRPr lang="ru-RU" sz="14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j-lt"/>
                        </a:rPr>
                        <a:t>Dec</a:t>
                      </a:r>
                      <a:endParaRPr lang="ru-RU" sz="14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387926"/>
                  </a:ext>
                </a:extLst>
              </a:tr>
              <a:tr h="995907">
                <a:tc>
                  <a:txBody>
                    <a:bodyPr/>
                    <a:lstStyle/>
                    <a:p>
                      <a:pPr marL="0" marR="0" lvl="0" indent="0" algn="l" defTabSz="8255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Project 01</a:t>
                      </a:r>
                    </a:p>
                  </a:txBody>
                  <a:tcPr marL="180480" marR="45842" marT="22921" marB="229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6550757"/>
                  </a:ext>
                </a:extLst>
              </a:tr>
              <a:tr h="995907">
                <a:tc>
                  <a:txBody>
                    <a:bodyPr/>
                    <a:lstStyle/>
                    <a:p>
                      <a:pPr marL="0" marR="0" lvl="0" indent="0" algn="l" defTabSz="8255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Project 02</a:t>
                      </a:r>
                    </a:p>
                  </a:txBody>
                  <a:tcPr marL="180480" marR="45842" marT="22921" marB="229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255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811036"/>
                  </a:ext>
                </a:extLst>
              </a:tr>
              <a:tr h="995907">
                <a:tc>
                  <a:txBody>
                    <a:bodyPr/>
                    <a:lstStyle/>
                    <a:p>
                      <a:pPr marL="0" marR="0" lvl="0" indent="0" algn="l" defTabSz="8255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Project 03</a:t>
                      </a:r>
                    </a:p>
                  </a:txBody>
                  <a:tcPr marL="180480" marR="45842" marT="22921" marB="229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255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4359714"/>
                  </a:ext>
                </a:extLst>
              </a:tr>
              <a:tr h="995907">
                <a:tc>
                  <a:txBody>
                    <a:bodyPr/>
                    <a:lstStyle/>
                    <a:p>
                      <a:pPr marL="0" marR="0" lvl="0" indent="0" algn="l" defTabSz="8255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+mn-lt"/>
                        </a:rPr>
                        <a:t>Project 04</a:t>
                      </a:r>
                    </a:p>
                  </a:txBody>
                  <a:tcPr marL="180480" marR="45842" marT="22921" marB="229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255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100" dirty="0">
                        <a:solidFill>
                          <a:schemeClr val="accent6"/>
                        </a:solidFill>
                        <a:latin typeface="Arial" panose="020B0604020202020204" pitchFamily="34" charset="0"/>
                        <a:cs typeface="Poppins" panose="00000500000000000000" pitchFamily="2" charset="0"/>
                      </a:endParaRPr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749519"/>
                  </a:ext>
                </a:extLst>
              </a:tr>
            </a:tbl>
          </a:graphicData>
        </a:graphic>
      </p:graphicFrame>
      <p:grpSp>
        <p:nvGrpSpPr>
          <p:cNvPr id="24" name="Группа 18">
            <a:extLst>
              <a:ext uri="{FF2B5EF4-FFF2-40B4-BE49-F238E27FC236}">
                <a16:creationId xmlns:a16="http://schemas.microsoft.com/office/drawing/2014/main" id="{CDAB3DEF-D58A-4675-B3AE-1E9B9324561D}"/>
              </a:ext>
            </a:extLst>
          </p:cNvPr>
          <p:cNvGrpSpPr/>
          <p:nvPr/>
        </p:nvGrpSpPr>
        <p:grpSpPr>
          <a:xfrm>
            <a:off x="3977713" y="2484371"/>
            <a:ext cx="5168680" cy="285438"/>
            <a:chOff x="3235555" y="2205988"/>
            <a:chExt cx="10309843" cy="569355"/>
          </a:xfrm>
        </p:grpSpPr>
        <p:grpSp>
          <p:nvGrpSpPr>
            <p:cNvPr id="25" name="Группа 19">
              <a:extLst>
                <a:ext uri="{FF2B5EF4-FFF2-40B4-BE49-F238E27FC236}">
                  <a16:creationId xmlns:a16="http://schemas.microsoft.com/office/drawing/2014/main" id="{32030BC9-5E21-49FB-95DE-EE073C30DF90}"/>
                </a:ext>
              </a:extLst>
            </p:cNvPr>
            <p:cNvGrpSpPr/>
            <p:nvPr/>
          </p:nvGrpSpPr>
          <p:grpSpPr>
            <a:xfrm>
              <a:off x="3235555" y="2205988"/>
              <a:ext cx="10309843" cy="569355"/>
              <a:chOff x="6025647" y="1994973"/>
              <a:chExt cx="10309843" cy="569355"/>
            </a:xfrm>
          </p:grpSpPr>
          <p:sp>
            <p:nvSpPr>
              <p:cNvPr id="27" name="Прямоугольник 21">
                <a:extLst>
                  <a:ext uri="{FF2B5EF4-FFF2-40B4-BE49-F238E27FC236}">
                    <a16:creationId xmlns:a16="http://schemas.microsoft.com/office/drawing/2014/main" id="{4370F775-4A1C-4A81-B589-28217D2701FC}"/>
                  </a:ext>
                </a:extLst>
              </p:cNvPr>
              <p:cNvSpPr/>
              <p:nvPr/>
            </p:nvSpPr>
            <p:spPr>
              <a:xfrm>
                <a:off x="6025647" y="1994973"/>
                <a:ext cx="10309843" cy="56935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19101" tIns="19101" rIns="19101" bIns="19101" numCol="1" spcCol="38100" rtlCol="0" anchor="ctr">
                <a:spAutoFit/>
              </a:bodyPr>
              <a:lstStyle/>
              <a:p>
                <a:pPr algn="ctr" defTabSz="413823" hangingPunct="0"/>
                <a:endParaRPr lang="ru-RU" sz="1604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  <p:sp>
            <p:nvSpPr>
              <p:cNvPr id="28" name="Прямоугольник 22">
                <a:extLst>
                  <a:ext uri="{FF2B5EF4-FFF2-40B4-BE49-F238E27FC236}">
                    <a16:creationId xmlns:a16="http://schemas.microsoft.com/office/drawing/2014/main" id="{828737D6-F710-4041-A71B-E39533C98AF8}"/>
                  </a:ext>
                </a:extLst>
              </p:cNvPr>
              <p:cNvSpPr/>
              <p:nvPr/>
            </p:nvSpPr>
            <p:spPr>
              <a:xfrm>
                <a:off x="6025647" y="1994973"/>
                <a:ext cx="2879999" cy="569355"/>
              </a:xfrm>
              <a:prstGeom prst="rect">
                <a:avLst/>
              </a:pr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19101" tIns="19101" rIns="19101" bIns="19101" numCol="1" spcCol="38100" rtlCol="0" anchor="ctr">
                <a:spAutoFit/>
              </a:bodyPr>
              <a:lstStyle/>
              <a:p>
                <a:pPr algn="ctr" defTabSz="413823" hangingPunct="0"/>
                <a:endParaRPr lang="ru-RU" sz="1604" dirty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</p:grpSp>
        <p:sp>
          <p:nvSpPr>
            <p:cNvPr id="26" name="Прямоугольник 20">
              <a:extLst>
                <a:ext uri="{FF2B5EF4-FFF2-40B4-BE49-F238E27FC236}">
                  <a16:creationId xmlns:a16="http://schemas.microsoft.com/office/drawing/2014/main" id="{3A5B7661-9884-470F-99E4-0C49F492BF0A}"/>
                </a:ext>
              </a:extLst>
            </p:cNvPr>
            <p:cNvSpPr/>
            <p:nvPr/>
          </p:nvSpPr>
          <p:spPr>
            <a:xfrm>
              <a:off x="3361746" y="2255368"/>
              <a:ext cx="7583904" cy="4911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229194"/>
              <a:r>
                <a:rPr lang="en-US" sz="1000" dirty="0">
                  <a:solidFill>
                    <a:srgbClr val="FFFFFF"/>
                  </a:solidFill>
                </a:rPr>
                <a:t>Lorem Ipsum is simply dummy.</a:t>
              </a:r>
              <a:endParaRPr lang="ru-RU" sz="10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9" name="Группа 23">
            <a:extLst>
              <a:ext uri="{FF2B5EF4-FFF2-40B4-BE49-F238E27FC236}">
                <a16:creationId xmlns:a16="http://schemas.microsoft.com/office/drawing/2014/main" id="{C47484F0-13EF-464C-9262-037B3012DBD3}"/>
              </a:ext>
            </a:extLst>
          </p:cNvPr>
          <p:cNvGrpSpPr/>
          <p:nvPr/>
        </p:nvGrpSpPr>
        <p:grpSpPr>
          <a:xfrm>
            <a:off x="2533869" y="5543948"/>
            <a:ext cx="2000032" cy="285438"/>
            <a:chOff x="3235555" y="2205988"/>
            <a:chExt cx="3989414" cy="569355"/>
          </a:xfrm>
        </p:grpSpPr>
        <p:grpSp>
          <p:nvGrpSpPr>
            <p:cNvPr id="30" name="Группа 24">
              <a:extLst>
                <a:ext uri="{FF2B5EF4-FFF2-40B4-BE49-F238E27FC236}">
                  <a16:creationId xmlns:a16="http://schemas.microsoft.com/office/drawing/2014/main" id="{23AD49AD-67EE-4F1E-AAAA-65F003401ED3}"/>
                </a:ext>
              </a:extLst>
            </p:cNvPr>
            <p:cNvGrpSpPr/>
            <p:nvPr/>
          </p:nvGrpSpPr>
          <p:grpSpPr>
            <a:xfrm>
              <a:off x="3235555" y="2205988"/>
              <a:ext cx="3989414" cy="569355"/>
              <a:chOff x="6025647" y="1994973"/>
              <a:chExt cx="3989414" cy="569355"/>
            </a:xfrm>
          </p:grpSpPr>
          <p:sp>
            <p:nvSpPr>
              <p:cNvPr id="32" name="Прямоугольник 27">
                <a:extLst>
                  <a:ext uri="{FF2B5EF4-FFF2-40B4-BE49-F238E27FC236}">
                    <a16:creationId xmlns:a16="http://schemas.microsoft.com/office/drawing/2014/main" id="{59E93FB4-E6DA-438A-9948-F77952D70502}"/>
                  </a:ext>
                </a:extLst>
              </p:cNvPr>
              <p:cNvSpPr/>
              <p:nvPr/>
            </p:nvSpPr>
            <p:spPr>
              <a:xfrm>
                <a:off x="6025647" y="1994973"/>
                <a:ext cx="3989414" cy="56935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19101" tIns="19101" rIns="19101" bIns="19101" numCol="1" spcCol="38100" rtlCol="0" anchor="ctr">
                <a:spAutoFit/>
              </a:bodyPr>
              <a:lstStyle/>
              <a:p>
                <a:pPr algn="ctr" defTabSz="413823" hangingPunct="0"/>
                <a:endParaRPr lang="ru-RU" sz="1604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  <p:sp>
            <p:nvSpPr>
              <p:cNvPr id="33" name="Прямоугольник 29">
                <a:extLst>
                  <a:ext uri="{FF2B5EF4-FFF2-40B4-BE49-F238E27FC236}">
                    <a16:creationId xmlns:a16="http://schemas.microsoft.com/office/drawing/2014/main" id="{06C9C380-BE84-45D7-8560-B9ED69C04697}"/>
                  </a:ext>
                </a:extLst>
              </p:cNvPr>
              <p:cNvSpPr/>
              <p:nvPr/>
            </p:nvSpPr>
            <p:spPr>
              <a:xfrm>
                <a:off x="6025647" y="1994973"/>
                <a:ext cx="720000" cy="569355"/>
              </a:xfrm>
              <a:prstGeom prst="rect">
                <a:avLst/>
              </a:pr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19101" tIns="19101" rIns="19101" bIns="19101" numCol="1" spcCol="38100" rtlCol="0" anchor="ctr">
                <a:spAutoFit/>
              </a:bodyPr>
              <a:lstStyle/>
              <a:p>
                <a:pPr algn="ctr" defTabSz="413823" hangingPunct="0"/>
                <a:endParaRPr lang="ru-RU" sz="1604" dirty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</p:grpSp>
        <p:sp>
          <p:nvSpPr>
            <p:cNvPr id="31" name="Прямоугольник 26">
              <a:extLst>
                <a:ext uri="{FF2B5EF4-FFF2-40B4-BE49-F238E27FC236}">
                  <a16:creationId xmlns:a16="http://schemas.microsoft.com/office/drawing/2014/main" id="{FFD82BCD-5C94-4402-BA21-B1AEB9A3ADF1}"/>
                </a:ext>
              </a:extLst>
            </p:cNvPr>
            <p:cNvSpPr/>
            <p:nvPr/>
          </p:nvSpPr>
          <p:spPr>
            <a:xfrm>
              <a:off x="3361746" y="2255368"/>
              <a:ext cx="2753809" cy="4911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229194"/>
              <a:r>
                <a:rPr lang="en-US" sz="1000" dirty="0">
                  <a:solidFill>
                    <a:srgbClr val="FFFFFF"/>
                  </a:solidFill>
                </a:rPr>
                <a:t>Lorem Ipsum</a:t>
              </a:r>
              <a:endParaRPr lang="ru-RU" sz="10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34" name="Группа 30">
            <a:extLst>
              <a:ext uri="{FF2B5EF4-FFF2-40B4-BE49-F238E27FC236}">
                <a16:creationId xmlns:a16="http://schemas.microsoft.com/office/drawing/2014/main" id="{8CE657A1-E5D8-4262-9C0F-D15C72A17C44}"/>
              </a:ext>
            </a:extLst>
          </p:cNvPr>
          <p:cNvGrpSpPr/>
          <p:nvPr/>
        </p:nvGrpSpPr>
        <p:grpSpPr>
          <a:xfrm>
            <a:off x="2533870" y="3564024"/>
            <a:ext cx="5073430" cy="285438"/>
            <a:chOff x="3235555" y="2205988"/>
            <a:chExt cx="10309843" cy="569355"/>
          </a:xfrm>
        </p:grpSpPr>
        <p:grpSp>
          <p:nvGrpSpPr>
            <p:cNvPr id="35" name="Группа 33">
              <a:extLst>
                <a:ext uri="{FF2B5EF4-FFF2-40B4-BE49-F238E27FC236}">
                  <a16:creationId xmlns:a16="http://schemas.microsoft.com/office/drawing/2014/main" id="{787848B9-89F4-4DB8-ABE6-465E99044494}"/>
                </a:ext>
              </a:extLst>
            </p:cNvPr>
            <p:cNvGrpSpPr/>
            <p:nvPr/>
          </p:nvGrpSpPr>
          <p:grpSpPr>
            <a:xfrm>
              <a:off x="3235555" y="2205988"/>
              <a:ext cx="10309843" cy="569355"/>
              <a:chOff x="6025647" y="1994973"/>
              <a:chExt cx="10309843" cy="569355"/>
            </a:xfrm>
          </p:grpSpPr>
          <p:sp>
            <p:nvSpPr>
              <p:cNvPr id="37" name="Прямоугольник 36">
                <a:extLst>
                  <a:ext uri="{FF2B5EF4-FFF2-40B4-BE49-F238E27FC236}">
                    <a16:creationId xmlns:a16="http://schemas.microsoft.com/office/drawing/2014/main" id="{4CE05610-D3D4-4EB8-A78D-4AA18E65037F}"/>
                  </a:ext>
                </a:extLst>
              </p:cNvPr>
              <p:cNvSpPr/>
              <p:nvPr/>
            </p:nvSpPr>
            <p:spPr>
              <a:xfrm>
                <a:off x="6025647" y="1994973"/>
                <a:ext cx="10309843" cy="56935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19101" tIns="19101" rIns="19101" bIns="19101" numCol="1" spcCol="38100" rtlCol="0" anchor="ctr">
                <a:spAutoFit/>
              </a:bodyPr>
              <a:lstStyle/>
              <a:p>
                <a:pPr algn="ctr" defTabSz="413823" hangingPunct="0"/>
                <a:endParaRPr lang="ru-RU" sz="1604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  <p:sp>
            <p:nvSpPr>
              <p:cNvPr id="38" name="Прямоугольник 38">
                <a:extLst>
                  <a:ext uri="{FF2B5EF4-FFF2-40B4-BE49-F238E27FC236}">
                    <a16:creationId xmlns:a16="http://schemas.microsoft.com/office/drawing/2014/main" id="{AF80856A-D9E9-48BD-9377-876FB8DC3E20}"/>
                  </a:ext>
                </a:extLst>
              </p:cNvPr>
              <p:cNvSpPr/>
              <p:nvPr/>
            </p:nvSpPr>
            <p:spPr>
              <a:xfrm>
                <a:off x="6025647" y="1994973"/>
                <a:ext cx="9000001" cy="569355"/>
              </a:xfrm>
              <a:prstGeom prst="rect">
                <a:avLst/>
              </a:prstGeom>
              <a:solidFill>
                <a:schemeClr val="accent2">
                  <a:alpha val="9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19101" tIns="19101" rIns="19101" bIns="19101" numCol="1" spcCol="38100" rtlCol="0" anchor="ctr">
                <a:spAutoFit/>
              </a:bodyPr>
              <a:lstStyle/>
              <a:p>
                <a:pPr algn="ctr" defTabSz="413823" hangingPunct="0"/>
                <a:endParaRPr lang="ru-RU" sz="1604" dirty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</p:grpSp>
        <p:sp>
          <p:nvSpPr>
            <p:cNvPr id="36" name="Прямоугольник 34">
              <a:extLst>
                <a:ext uri="{FF2B5EF4-FFF2-40B4-BE49-F238E27FC236}">
                  <a16:creationId xmlns:a16="http://schemas.microsoft.com/office/drawing/2014/main" id="{FC7FB23D-F8DA-45EA-AB1B-06A01A0DF013}"/>
                </a:ext>
              </a:extLst>
            </p:cNvPr>
            <p:cNvSpPr/>
            <p:nvPr/>
          </p:nvSpPr>
          <p:spPr>
            <a:xfrm>
              <a:off x="3361746" y="2255368"/>
              <a:ext cx="7583905" cy="4911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229194"/>
              <a:r>
                <a:rPr lang="en-US" sz="1000" dirty="0">
                  <a:solidFill>
                    <a:srgbClr val="FFFFFF"/>
                  </a:solidFill>
                </a:rPr>
                <a:t>Lorem Ipsum is simply dummy.</a:t>
              </a:r>
              <a:endParaRPr lang="ru-RU" sz="10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39" name="Группа 39">
            <a:extLst>
              <a:ext uri="{FF2B5EF4-FFF2-40B4-BE49-F238E27FC236}">
                <a16:creationId xmlns:a16="http://schemas.microsoft.com/office/drawing/2014/main" id="{39CAC8D3-2FB5-4FCB-A0C1-7083A769FD13}"/>
              </a:ext>
            </a:extLst>
          </p:cNvPr>
          <p:cNvGrpSpPr/>
          <p:nvPr/>
        </p:nvGrpSpPr>
        <p:grpSpPr>
          <a:xfrm>
            <a:off x="3190947" y="4464294"/>
            <a:ext cx="5186968" cy="285438"/>
            <a:chOff x="3235555" y="2205988"/>
            <a:chExt cx="10346321" cy="569355"/>
          </a:xfrm>
        </p:grpSpPr>
        <p:grpSp>
          <p:nvGrpSpPr>
            <p:cNvPr id="40" name="Группа 42">
              <a:extLst>
                <a:ext uri="{FF2B5EF4-FFF2-40B4-BE49-F238E27FC236}">
                  <a16:creationId xmlns:a16="http://schemas.microsoft.com/office/drawing/2014/main" id="{CA7FCC46-1681-4571-8E1E-91C558D37E10}"/>
                </a:ext>
              </a:extLst>
            </p:cNvPr>
            <p:cNvGrpSpPr/>
            <p:nvPr/>
          </p:nvGrpSpPr>
          <p:grpSpPr>
            <a:xfrm>
              <a:off x="3235555" y="2205988"/>
              <a:ext cx="10346321" cy="569355"/>
              <a:chOff x="6025647" y="1994973"/>
              <a:chExt cx="10346321" cy="569355"/>
            </a:xfrm>
          </p:grpSpPr>
          <p:sp>
            <p:nvSpPr>
              <p:cNvPr id="42" name="Прямоугольник 45">
                <a:extLst>
                  <a:ext uri="{FF2B5EF4-FFF2-40B4-BE49-F238E27FC236}">
                    <a16:creationId xmlns:a16="http://schemas.microsoft.com/office/drawing/2014/main" id="{3849FDCC-2FF8-4BF7-B803-3F856568CFCB}"/>
                  </a:ext>
                </a:extLst>
              </p:cNvPr>
              <p:cNvSpPr/>
              <p:nvPr/>
            </p:nvSpPr>
            <p:spPr>
              <a:xfrm>
                <a:off x="6025647" y="1994973"/>
                <a:ext cx="10346321" cy="56935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19101" tIns="19101" rIns="19101" bIns="19101" numCol="1" spcCol="38100" rtlCol="0" anchor="ctr">
                <a:spAutoFit/>
              </a:bodyPr>
              <a:lstStyle/>
              <a:p>
                <a:pPr algn="ctr" defTabSz="413823" hangingPunct="0"/>
                <a:endParaRPr lang="ru-RU" sz="1604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  <p:sp>
            <p:nvSpPr>
              <p:cNvPr id="43" name="Прямоугольник 46">
                <a:extLst>
                  <a:ext uri="{FF2B5EF4-FFF2-40B4-BE49-F238E27FC236}">
                    <a16:creationId xmlns:a16="http://schemas.microsoft.com/office/drawing/2014/main" id="{61F2E849-35BD-4E80-BFA1-A5F339DE7E7B}"/>
                  </a:ext>
                </a:extLst>
              </p:cNvPr>
              <p:cNvSpPr/>
              <p:nvPr/>
            </p:nvSpPr>
            <p:spPr>
              <a:xfrm>
                <a:off x="6025647" y="1994973"/>
                <a:ext cx="2879999" cy="569355"/>
              </a:xfrm>
              <a:prstGeom prst="rect">
                <a:avLst/>
              </a:pr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19101" tIns="19101" rIns="19101" bIns="19101" numCol="1" spcCol="38100" rtlCol="0" anchor="ctr">
                <a:spAutoFit/>
              </a:bodyPr>
              <a:lstStyle/>
              <a:p>
                <a:pPr algn="ctr" defTabSz="413823" hangingPunct="0"/>
                <a:endParaRPr lang="ru-RU" sz="1604" dirty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</p:grpSp>
        <p:sp>
          <p:nvSpPr>
            <p:cNvPr id="41" name="Прямоугольник 44">
              <a:extLst>
                <a:ext uri="{FF2B5EF4-FFF2-40B4-BE49-F238E27FC236}">
                  <a16:creationId xmlns:a16="http://schemas.microsoft.com/office/drawing/2014/main" id="{CA973A08-8297-413A-87AC-38E05A7584AC}"/>
                </a:ext>
              </a:extLst>
            </p:cNvPr>
            <p:cNvSpPr/>
            <p:nvPr/>
          </p:nvSpPr>
          <p:spPr>
            <a:xfrm>
              <a:off x="3361746" y="2255368"/>
              <a:ext cx="7583904" cy="4911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229194"/>
              <a:r>
                <a:rPr lang="en-US" sz="1000" dirty="0">
                  <a:solidFill>
                    <a:srgbClr val="FFFFFF"/>
                  </a:solidFill>
                </a:rPr>
                <a:t>Lorem Ipsum is simply dummy.</a:t>
              </a:r>
              <a:endParaRPr lang="ru-RU" sz="10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46" name="Группа 48">
            <a:extLst>
              <a:ext uri="{FF2B5EF4-FFF2-40B4-BE49-F238E27FC236}">
                <a16:creationId xmlns:a16="http://schemas.microsoft.com/office/drawing/2014/main" id="{B484DF2E-429B-40AC-AA9B-2C23A1445C24}"/>
              </a:ext>
            </a:extLst>
          </p:cNvPr>
          <p:cNvGrpSpPr/>
          <p:nvPr/>
        </p:nvGrpSpPr>
        <p:grpSpPr>
          <a:xfrm>
            <a:off x="6281132" y="5543947"/>
            <a:ext cx="5186968" cy="285438"/>
            <a:chOff x="3235555" y="2205988"/>
            <a:chExt cx="10346321" cy="569355"/>
          </a:xfrm>
        </p:grpSpPr>
        <p:grpSp>
          <p:nvGrpSpPr>
            <p:cNvPr id="48" name="Группа 49">
              <a:extLst>
                <a:ext uri="{FF2B5EF4-FFF2-40B4-BE49-F238E27FC236}">
                  <a16:creationId xmlns:a16="http://schemas.microsoft.com/office/drawing/2014/main" id="{E3F2D0A8-9745-4274-B273-C100C79C45CB}"/>
                </a:ext>
              </a:extLst>
            </p:cNvPr>
            <p:cNvGrpSpPr/>
            <p:nvPr/>
          </p:nvGrpSpPr>
          <p:grpSpPr>
            <a:xfrm>
              <a:off x="3235555" y="2205988"/>
              <a:ext cx="10346321" cy="569355"/>
              <a:chOff x="6025647" y="1994973"/>
              <a:chExt cx="10346321" cy="569355"/>
            </a:xfrm>
          </p:grpSpPr>
          <p:sp>
            <p:nvSpPr>
              <p:cNvPr id="52" name="Прямоугольник 53">
                <a:extLst>
                  <a:ext uri="{FF2B5EF4-FFF2-40B4-BE49-F238E27FC236}">
                    <a16:creationId xmlns:a16="http://schemas.microsoft.com/office/drawing/2014/main" id="{F100F7C1-34DC-48A6-B639-8285B6E530B8}"/>
                  </a:ext>
                </a:extLst>
              </p:cNvPr>
              <p:cNvSpPr/>
              <p:nvPr/>
            </p:nvSpPr>
            <p:spPr>
              <a:xfrm>
                <a:off x="6025647" y="1994973"/>
                <a:ext cx="10346321" cy="569355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19101" tIns="19101" rIns="19101" bIns="19101" numCol="1" spcCol="38100" rtlCol="0" anchor="ctr">
                <a:spAutoFit/>
              </a:bodyPr>
              <a:lstStyle/>
              <a:p>
                <a:pPr algn="ctr" defTabSz="413823" hangingPunct="0"/>
                <a:endParaRPr lang="ru-RU" sz="1604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  <p:sp>
            <p:nvSpPr>
              <p:cNvPr id="54" name="Прямоугольник 54">
                <a:extLst>
                  <a:ext uri="{FF2B5EF4-FFF2-40B4-BE49-F238E27FC236}">
                    <a16:creationId xmlns:a16="http://schemas.microsoft.com/office/drawing/2014/main" id="{1C5A3A1E-F6B5-482D-9E98-EAFEDF074536}"/>
                  </a:ext>
                </a:extLst>
              </p:cNvPr>
              <p:cNvSpPr/>
              <p:nvPr/>
            </p:nvSpPr>
            <p:spPr>
              <a:xfrm>
                <a:off x="6025647" y="1994973"/>
                <a:ext cx="9000001" cy="569355"/>
              </a:xfrm>
              <a:prstGeom prst="rect">
                <a:avLst/>
              </a:prstGeom>
              <a:solidFill>
                <a:schemeClr val="accent6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19101" tIns="19101" rIns="19101" bIns="19101" numCol="1" spcCol="38100" rtlCol="0" anchor="ctr">
                <a:spAutoFit/>
              </a:bodyPr>
              <a:lstStyle/>
              <a:p>
                <a:pPr algn="ctr" defTabSz="413823" hangingPunct="0"/>
                <a:endParaRPr lang="ru-RU" sz="1604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</p:grpSp>
        <p:sp>
          <p:nvSpPr>
            <p:cNvPr id="49" name="Прямоугольник 50">
              <a:extLst>
                <a:ext uri="{FF2B5EF4-FFF2-40B4-BE49-F238E27FC236}">
                  <a16:creationId xmlns:a16="http://schemas.microsoft.com/office/drawing/2014/main" id="{BAAB3EF6-4170-42BF-A9AE-EDD7CF08BF0D}"/>
                </a:ext>
              </a:extLst>
            </p:cNvPr>
            <p:cNvSpPr/>
            <p:nvPr/>
          </p:nvSpPr>
          <p:spPr>
            <a:xfrm>
              <a:off x="3361746" y="2255368"/>
              <a:ext cx="7583904" cy="4911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229194"/>
              <a:r>
                <a:rPr lang="en-US" sz="1000" dirty="0">
                  <a:solidFill>
                    <a:srgbClr val="FFFFFF"/>
                  </a:solidFill>
                </a:rPr>
                <a:t>Lorem Ipsum is simply dummy.</a:t>
              </a:r>
              <a:endParaRPr lang="ru-RU" sz="10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55" name="Группа 55">
            <a:extLst>
              <a:ext uri="{FF2B5EF4-FFF2-40B4-BE49-F238E27FC236}">
                <a16:creationId xmlns:a16="http://schemas.microsoft.com/office/drawing/2014/main" id="{486DFC92-5DC4-4FA3-8C09-4C4E26699A47}"/>
              </a:ext>
            </a:extLst>
          </p:cNvPr>
          <p:cNvGrpSpPr/>
          <p:nvPr/>
        </p:nvGrpSpPr>
        <p:grpSpPr>
          <a:xfrm>
            <a:off x="7843050" y="3566804"/>
            <a:ext cx="2088350" cy="285438"/>
            <a:chOff x="3235555" y="2205988"/>
            <a:chExt cx="4680000" cy="569355"/>
          </a:xfrm>
        </p:grpSpPr>
        <p:grpSp>
          <p:nvGrpSpPr>
            <p:cNvPr id="58" name="Группа 57">
              <a:extLst>
                <a:ext uri="{FF2B5EF4-FFF2-40B4-BE49-F238E27FC236}">
                  <a16:creationId xmlns:a16="http://schemas.microsoft.com/office/drawing/2014/main" id="{A2C1F435-3C46-41DB-BA5F-A07C45094325}"/>
                </a:ext>
              </a:extLst>
            </p:cNvPr>
            <p:cNvGrpSpPr/>
            <p:nvPr/>
          </p:nvGrpSpPr>
          <p:grpSpPr>
            <a:xfrm>
              <a:off x="3235555" y="2205988"/>
              <a:ext cx="4680000" cy="569355"/>
              <a:chOff x="6025647" y="1994973"/>
              <a:chExt cx="4680000" cy="569355"/>
            </a:xfrm>
          </p:grpSpPr>
          <p:sp>
            <p:nvSpPr>
              <p:cNvPr id="61" name="Прямоугольник 60">
                <a:extLst>
                  <a:ext uri="{FF2B5EF4-FFF2-40B4-BE49-F238E27FC236}">
                    <a16:creationId xmlns:a16="http://schemas.microsoft.com/office/drawing/2014/main" id="{FADACB4F-28E5-48AC-877D-52524088ABA1}"/>
                  </a:ext>
                </a:extLst>
              </p:cNvPr>
              <p:cNvSpPr/>
              <p:nvPr/>
            </p:nvSpPr>
            <p:spPr>
              <a:xfrm>
                <a:off x="6025647" y="1994973"/>
                <a:ext cx="4680000" cy="569355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19101" tIns="19101" rIns="19101" bIns="19101" numCol="1" spcCol="38100" rtlCol="0" anchor="ctr">
                <a:spAutoFit/>
              </a:bodyPr>
              <a:lstStyle/>
              <a:p>
                <a:pPr algn="ctr" defTabSz="413823" hangingPunct="0"/>
                <a:endParaRPr lang="ru-RU" sz="1604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  <p:sp>
            <p:nvSpPr>
              <p:cNvPr id="64" name="Прямоугольник 61">
                <a:extLst>
                  <a:ext uri="{FF2B5EF4-FFF2-40B4-BE49-F238E27FC236}">
                    <a16:creationId xmlns:a16="http://schemas.microsoft.com/office/drawing/2014/main" id="{25691D5F-2A72-4FB6-9644-A3C0DE568A52}"/>
                  </a:ext>
                </a:extLst>
              </p:cNvPr>
              <p:cNvSpPr/>
              <p:nvPr/>
            </p:nvSpPr>
            <p:spPr>
              <a:xfrm>
                <a:off x="6025647" y="1994973"/>
                <a:ext cx="2880001" cy="569355"/>
              </a:xfrm>
              <a:prstGeom prst="rect">
                <a:avLst/>
              </a:prstGeom>
              <a:solidFill>
                <a:schemeClr val="accent3">
                  <a:alpha val="9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19101" tIns="19101" rIns="19101" bIns="19101" numCol="1" spcCol="38100" rtlCol="0" anchor="ctr">
                <a:spAutoFit/>
              </a:bodyPr>
              <a:lstStyle/>
              <a:p>
                <a:pPr algn="ctr" defTabSz="413823" hangingPunct="0"/>
                <a:endParaRPr lang="ru-RU" sz="1604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endParaRPr>
              </a:p>
            </p:txBody>
          </p:sp>
        </p:grpSp>
        <p:sp>
          <p:nvSpPr>
            <p:cNvPr id="60" name="Прямоугольник 59">
              <a:extLst>
                <a:ext uri="{FF2B5EF4-FFF2-40B4-BE49-F238E27FC236}">
                  <a16:creationId xmlns:a16="http://schemas.microsoft.com/office/drawing/2014/main" id="{C682F76A-A3F5-4CD7-A0FF-CEDB03B15489}"/>
                </a:ext>
              </a:extLst>
            </p:cNvPr>
            <p:cNvSpPr/>
            <p:nvPr/>
          </p:nvSpPr>
          <p:spPr>
            <a:xfrm>
              <a:off x="3361746" y="2255368"/>
              <a:ext cx="4553809" cy="4911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229194"/>
              <a:r>
                <a:rPr lang="en-US" sz="1000" dirty="0">
                  <a:solidFill>
                    <a:srgbClr val="FFFFFF"/>
                  </a:solidFill>
                </a:rPr>
                <a:t>Lorem Ipsum</a:t>
              </a:r>
              <a:endParaRPr lang="ru-RU" sz="1000" dirty="0">
                <a:solidFill>
                  <a:srgbClr val="FFFFFF"/>
                </a:solidFill>
              </a:endParaRP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FEE0689B-4CF3-4051-953E-5DED139FC9C8}"/>
              </a:ext>
            </a:extLst>
          </p:cNvPr>
          <p:cNvSpPr txBox="1"/>
          <p:nvPr/>
        </p:nvSpPr>
        <p:spPr>
          <a:xfrm>
            <a:off x="2973049" y="710787"/>
            <a:ext cx="6245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+mj-lt"/>
                <a:cs typeface="Sora SemiBold" pitchFamily="2" charset="0"/>
              </a:rPr>
              <a:t>Gant Chart</a:t>
            </a:r>
            <a:r>
              <a:rPr lang="en-US" sz="4000" b="1" dirty="0">
                <a:solidFill>
                  <a:schemeClr val="accent2"/>
                </a:solidFill>
                <a:latin typeface="+mj-lt"/>
                <a:cs typeface="Sora SemiBold" pitchFamily="2" charset="0"/>
              </a:rPr>
              <a:t>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SemiBold" pitchFamily="2" charset="0"/>
              </a:rPr>
              <a:t>Infographic</a:t>
            </a:r>
          </a:p>
        </p:txBody>
      </p:sp>
    </p:spTree>
    <p:extLst>
      <p:ext uri="{BB962C8B-B14F-4D97-AF65-F5344CB8AC3E}">
        <p14:creationId xmlns:p14="http://schemas.microsoft.com/office/powerpoint/2010/main" val="19461180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Таблица 2">
            <a:extLst>
              <a:ext uri="{FF2B5EF4-FFF2-40B4-BE49-F238E27FC236}">
                <a16:creationId xmlns:a16="http://schemas.microsoft.com/office/drawing/2014/main" id="{709125AA-6CA2-43DA-B102-31630AB63F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762152"/>
              </p:ext>
            </p:extLst>
          </p:nvPr>
        </p:nvGraphicFramePr>
        <p:xfrm>
          <a:off x="746967" y="1486889"/>
          <a:ext cx="10811878" cy="4583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2898">
                  <a:extLst>
                    <a:ext uri="{9D8B030D-6E8A-4147-A177-3AD203B41FA5}">
                      <a16:colId xmlns:a16="http://schemas.microsoft.com/office/drawing/2014/main" val="4244348378"/>
                    </a:ext>
                  </a:extLst>
                </a:gridCol>
                <a:gridCol w="982898">
                  <a:extLst>
                    <a:ext uri="{9D8B030D-6E8A-4147-A177-3AD203B41FA5}">
                      <a16:colId xmlns:a16="http://schemas.microsoft.com/office/drawing/2014/main" val="2794159173"/>
                    </a:ext>
                  </a:extLst>
                </a:gridCol>
                <a:gridCol w="982898">
                  <a:extLst>
                    <a:ext uri="{9D8B030D-6E8A-4147-A177-3AD203B41FA5}">
                      <a16:colId xmlns:a16="http://schemas.microsoft.com/office/drawing/2014/main" val="665915113"/>
                    </a:ext>
                  </a:extLst>
                </a:gridCol>
                <a:gridCol w="982898">
                  <a:extLst>
                    <a:ext uri="{9D8B030D-6E8A-4147-A177-3AD203B41FA5}">
                      <a16:colId xmlns:a16="http://schemas.microsoft.com/office/drawing/2014/main" val="2413913842"/>
                    </a:ext>
                  </a:extLst>
                </a:gridCol>
                <a:gridCol w="982898">
                  <a:extLst>
                    <a:ext uri="{9D8B030D-6E8A-4147-A177-3AD203B41FA5}">
                      <a16:colId xmlns:a16="http://schemas.microsoft.com/office/drawing/2014/main" val="3371659749"/>
                    </a:ext>
                  </a:extLst>
                </a:gridCol>
                <a:gridCol w="982898">
                  <a:extLst>
                    <a:ext uri="{9D8B030D-6E8A-4147-A177-3AD203B41FA5}">
                      <a16:colId xmlns:a16="http://schemas.microsoft.com/office/drawing/2014/main" val="2791739694"/>
                    </a:ext>
                  </a:extLst>
                </a:gridCol>
                <a:gridCol w="982898">
                  <a:extLst>
                    <a:ext uri="{9D8B030D-6E8A-4147-A177-3AD203B41FA5}">
                      <a16:colId xmlns:a16="http://schemas.microsoft.com/office/drawing/2014/main" val="3313365465"/>
                    </a:ext>
                  </a:extLst>
                </a:gridCol>
                <a:gridCol w="982898">
                  <a:extLst>
                    <a:ext uri="{9D8B030D-6E8A-4147-A177-3AD203B41FA5}">
                      <a16:colId xmlns:a16="http://schemas.microsoft.com/office/drawing/2014/main" val="767856801"/>
                    </a:ext>
                  </a:extLst>
                </a:gridCol>
                <a:gridCol w="982898">
                  <a:extLst>
                    <a:ext uri="{9D8B030D-6E8A-4147-A177-3AD203B41FA5}">
                      <a16:colId xmlns:a16="http://schemas.microsoft.com/office/drawing/2014/main" val="4065145766"/>
                    </a:ext>
                  </a:extLst>
                </a:gridCol>
                <a:gridCol w="982898">
                  <a:extLst>
                    <a:ext uri="{9D8B030D-6E8A-4147-A177-3AD203B41FA5}">
                      <a16:colId xmlns:a16="http://schemas.microsoft.com/office/drawing/2014/main" val="3892609608"/>
                    </a:ext>
                  </a:extLst>
                </a:gridCol>
                <a:gridCol w="982898">
                  <a:extLst>
                    <a:ext uri="{9D8B030D-6E8A-4147-A177-3AD203B41FA5}">
                      <a16:colId xmlns:a16="http://schemas.microsoft.com/office/drawing/2014/main" val="506635321"/>
                    </a:ext>
                  </a:extLst>
                </a:gridCol>
              </a:tblGrid>
              <a:tr h="572895"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9:00</a:t>
                      </a:r>
                      <a:endParaRPr lang="ru-RU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10:00</a:t>
                      </a:r>
                      <a:endParaRPr lang="ru-RU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11:00</a:t>
                      </a:r>
                      <a:endParaRPr lang="ru-RU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12:00</a:t>
                      </a:r>
                      <a:endParaRPr lang="ru-RU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13:00</a:t>
                      </a:r>
                      <a:endParaRPr lang="ru-RU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14:00</a:t>
                      </a:r>
                      <a:endParaRPr lang="ru-RU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15:00</a:t>
                      </a:r>
                      <a:endParaRPr lang="ru-RU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16:00</a:t>
                      </a:r>
                      <a:endParaRPr lang="ru-RU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17:00</a:t>
                      </a:r>
                      <a:endParaRPr lang="ru-RU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18:00</a:t>
                      </a:r>
                      <a:endParaRPr lang="ru-RU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015125"/>
                  </a:ext>
                </a:extLst>
              </a:tr>
              <a:tr h="57289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Mon</a:t>
                      </a:r>
                      <a:endParaRPr lang="ru-RU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4182671"/>
                  </a:ext>
                </a:extLst>
              </a:tr>
              <a:tr h="57289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Tue</a:t>
                      </a:r>
                      <a:endParaRPr lang="ru-RU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247354"/>
                  </a:ext>
                </a:extLst>
              </a:tr>
              <a:tr h="57289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Wed</a:t>
                      </a:r>
                      <a:endParaRPr lang="ru-RU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48831416"/>
                  </a:ext>
                </a:extLst>
              </a:tr>
              <a:tr h="57289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Thu</a:t>
                      </a:r>
                      <a:endParaRPr lang="ru-RU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092159"/>
                  </a:ext>
                </a:extLst>
              </a:tr>
              <a:tr h="57289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Fri</a:t>
                      </a:r>
                      <a:endParaRPr lang="ru-RU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4985972"/>
                  </a:ext>
                </a:extLst>
              </a:tr>
              <a:tr h="57289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Sat</a:t>
                      </a:r>
                      <a:endParaRPr lang="ru-RU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420253"/>
                  </a:ext>
                </a:extLst>
              </a:tr>
              <a:tr h="57289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Sun</a:t>
                      </a:r>
                      <a:endParaRPr lang="ru-RU" sz="1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45842" marR="45842" marT="22921" marB="22921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900" dirty="0"/>
                    </a:p>
                  </a:txBody>
                  <a:tcPr marL="45842" marR="45842" marT="22921" marB="2292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7421133"/>
                  </a:ext>
                </a:extLst>
              </a:tr>
            </a:tbl>
          </a:graphicData>
        </a:graphic>
      </p:graphicFrame>
      <p:grpSp>
        <p:nvGrpSpPr>
          <p:cNvPr id="45" name="Group 44">
            <a:extLst>
              <a:ext uri="{FF2B5EF4-FFF2-40B4-BE49-F238E27FC236}">
                <a16:creationId xmlns:a16="http://schemas.microsoft.com/office/drawing/2014/main" id="{410203B1-F41B-404E-B6C1-7D0509A729E3}"/>
              </a:ext>
            </a:extLst>
          </p:cNvPr>
          <p:cNvGrpSpPr/>
          <p:nvPr/>
        </p:nvGrpSpPr>
        <p:grpSpPr>
          <a:xfrm>
            <a:off x="2069510" y="2196176"/>
            <a:ext cx="287912" cy="287912"/>
            <a:chOff x="2509475" y="2880199"/>
            <a:chExt cx="287912" cy="287912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D27309CF-04BE-456A-AEC6-8227CA2F1180}"/>
                </a:ext>
              </a:extLst>
            </p:cNvPr>
            <p:cNvSpPr/>
            <p:nvPr/>
          </p:nvSpPr>
          <p:spPr>
            <a:xfrm>
              <a:off x="2509475" y="2880199"/>
              <a:ext cx="287912" cy="28791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50" name="Freeform 26">
              <a:extLst>
                <a:ext uri="{FF2B5EF4-FFF2-40B4-BE49-F238E27FC236}">
                  <a16:creationId xmlns:a16="http://schemas.microsoft.com/office/drawing/2014/main" id="{38FE9186-103D-4F18-ABA4-A09C548D93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21" y="2967371"/>
              <a:ext cx="109014" cy="113058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085FF34-67BA-483D-9EDE-69314A331F03}"/>
              </a:ext>
            </a:extLst>
          </p:cNvPr>
          <p:cNvGrpSpPr/>
          <p:nvPr/>
        </p:nvGrpSpPr>
        <p:grpSpPr>
          <a:xfrm>
            <a:off x="3047410" y="2196176"/>
            <a:ext cx="287912" cy="287912"/>
            <a:chOff x="3085510" y="2447832"/>
            <a:chExt cx="287912" cy="287912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3229748-07BF-4451-B894-88EA9B98C18A}"/>
                </a:ext>
              </a:extLst>
            </p:cNvPr>
            <p:cNvSpPr/>
            <p:nvPr/>
          </p:nvSpPr>
          <p:spPr>
            <a:xfrm>
              <a:off x="3085510" y="2447832"/>
              <a:ext cx="287912" cy="28791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53" name="Freeform 105">
              <a:extLst>
                <a:ext uri="{FF2B5EF4-FFF2-40B4-BE49-F238E27FC236}">
                  <a16:creationId xmlns:a16="http://schemas.microsoft.com/office/drawing/2014/main" id="{D3CB8F08-3CFA-451A-B5F3-8F2BFEDFF8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7670" y="2529995"/>
              <a:ext cx="123586" cy="123586"/>
            </a:xfrm>
            <a:custGeom>
              <a:avLst/>
              <a:gdLst/>
              <a:ahLst/>
              <a:cxnLst>
                <a:cxn ang="0">
                  <a:pos x="255" y="58"/>
                </a:cxn>
                <a:cxn ang="0">
                  <a:pos x="257" y="53"/>
                </a:cxn>
                <a:cxn ang="0">
                  <a:pos x="262" y="38"/>
                </a:cxn>
                <a:cxn ang="0">
                  <a:pos x="257" y="24"/>
                </a:cxn>
                <a:cxn ang="0">
                  <a:pos x="244" y="9"/>
                </a:cxn>
                <a:cxn ang="0">
                  <a:pos x="241" y="5"/>
                </a:cxn>
                <a:cxn ang="0">
                  <a:pos x="224" y="0"/>
                </a:cxn>
                <a:cxn ang="0">
                  <a:pos x="210" y="5"/>
                </a:cxn>
                <a:cxn ang="0">
                  <a:pos x="132" y="82"/>
                </a:cxn>
                <a:cxn ang="0">
                  <a:pos x="58" y="9"/>
                </a:cxn>
                <a:cxn ang="0">
                  <a:pos x="49" y="2"/>
                </a:cxn>
                <a:cxn ang="0">
                  <a:pos x="27" y="2"/>
                </a:cxn>
                <a:cxn ang="0">
                  <a:pos x="18" y="9"/>
                </a:cxn>
                <a:cxn ang="0">
                  <a:pos x="9" y="18"/>
                </a:cxn>
                <a:cxn ang="0">
                  <a:pos x="3" y="27"/>
                </a:cxn>
                <a:cxn ang="0">
                  <a:pos x="3" y="49"/>
                </a:cxn>
                <a:cxn ang="0">
                  <a:pos x="9" y="58"/>
                </a:cxn>
                <a:cxn ang="0">
                  <a:pos x="9" y="205"/>
                </a:cxn>
                <a:cxn ang="0">
                  <a:pos x="5" y="210"/>
                </a:cxn>
                <a:cxn ang="0">
                  <a:pos x="0" y="225"/>
                </a:cxn>
                <a:cxn ang="0">
                  <a:pos x="5" y="241"/>
                </a:cxn>
                <a:cxn ang="0">
                  <a:pos x="18" y="254"/>
                </a:cxn>
                <a:cxn ang="0">
                  <a:pos x="23" y="257"/>
                </a:cxn>
                <a:cxn ang="0">
                  <a:pos x="38" y="263"/>
                </a:cxn>
                <a:cxn ang="0">
                  <a:pos x="54" y="257"/>
                </a:cxn>
                <a:cxn ang="0">
                  <a:pos x="132" y="181"/>
                </a:cxn>
                <a:cxn ang="0">
                  <a:pos x="204" y="254"/>
                </a:cxn>
                <a:cxn ang="0">
                  <a:pos x="214" y="261"/>
                </a:cxn>
                <a:cxn ang="0">
                  <a:pos x="235" y="261"/>
                </a:cxn>
                <a:cxn ang="0">
                  <a:pos x="244" y="254"/>
                </a:cxn>
                <a:cxn ang="0">
                  <a:pos x="255" y="245"/>
                </a:cxn>
                <a:cxn ang="0">
                  <a:pos x="261" y="236"/>
                </a:cxn>
                <a:cxn ang="0">
                  <a:pos x="261" y="214"/>
                </a:cxn>
                <a:cxn ang="0">
                  <a:pos x="255" y="205"/>
                </a:cxn>
              </a:cxnLst>
              <a:rect l="0" t="0" r="r" b="b"/>
              <a:pathLst>
                <a:path w="262" h="263">
                  <a:moveTo>
                    <a:pt x="181" y="132"/>
                  </a:moveTo>
                  <a:lnTo>
                    <a:pt x="255" y="58"/>
                  </a:lnTo>
                  <a:lnTo>
                    <a:pt x="255" y="58"/>
                  </a:lnTo>
                  <a:lnTo>
                    <a:pt x="257" y="53"/>
                  </a:lnTo>
                  <a:lnTo>
                    <a:pt x="261" y="49"/>
                  </a:lnTo>
                  <a:lnTo>
                    <a:pt x="262" y="38"/>
                  </a:lnTo>
                  <a:lnTo>
                    <a:pt x="261" y="27"/>
                  </a:lnTo>
                  <a:lnTo>
                    <a:pt x="257" y="24"/>
                  </a:lnTo>
                  <a:lnTo>
                    <a:pt x="255" y="18"/>
                  </a:lnTo>
                  <a:lnTo>
                    <a:pt x="244" y="9"/>
                  </a:lnTo>
                  <a:lnTo>
                    <a:pt x="244" y="9"/>
                  </a:lnTo>
                  <a:lnTo>
                    <a:pt x="241" y="5"/>
                  </a:lnTo>
                  <a:lnTo>
                    <a:pt x="235" y="2"/>
                  </a:lnTo>
                  <a:lnTo>
                    <a:pt x="224" y="0"/>
                  </a:lnTo>
                  <a:lnTo>
                    <a:pt x="214" y="2"/>
                  </a:lnTo>
                  <a:lnTo>
                    <a:pt x="210" y="5"/>
                  </a:lnTo>
                  <a:lnTo>
                    <a:pt x="204" y="9"/>
                  </a:lnTo>
                  <a:lnTo>
                    <a:pt x="132" y="82"/>
                  </a:lnTo>
                  <a:lnTo>
                    <a:pt x="58" y="9"/>
                  </a:lnTo>
                  <a:lnTo>
                    <a:pt x="58" y="9"/>
                  </a:lnTo>
                  <a:lnTo>
                    <a:pt x="54" y="5"/>
                  </a:lnTo>
                  <a:lnTo>
                    <a:pt x="49" y="2"/>
                  </a:lnTo>
                  <a:lnTo>
                    <a:pt x="38" y="0"/>
                  </a:lnTo>
                  <a:lnTo>
                    <a:pt x="27" y="2"/>
                  </a:lnTo>
                  <a:lnTo>
                    <a:pt x="23" y="5"/>
                  </a:lnTo>
                  <a:lnTo>
                    <a:pt x="18" y="9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5" y="24"/>
                  </a:lnTo>
                  <a:lnTo>
                    <a:pt x="3" y="27"/>
                  </a:lnTo>
                  <a:lnTo>
                    <a:pt x="0" y="38"/>
                  </a:lnTo>
                  <a:lnTo>
                    <a:pt x="3" y="49"/>
                  </a:lnTo>
                  <a:lnTo>
                    <a:pt x="5" y="53"/>
                  </a:lnTo>
                  <a:lnTo>
                    <a:pt x="9" y="58"/>
                  </a:lnTo>
                  <a:lnTo>
                    <a:pt x="83" y="132"/>
                  </a:lnTo>
                  <a:lnTo>
                    <a:pt x="9" y="205"/>
                  </a:lnTo>
                  <a:lnTo>
                    <a:pt x="9" y="205"/>
                  </a:lnTo>
                  <a:lnTo>
                    <a:pt x="5" y="210"/>
                  </a:lnTo>
                  <a:lnTo>
                    <a:pt x="3" y="214"/>
                  </a:lnTo>
                  <a:lnTo>
                    <a:pt x="0" y="225"/>
                  </a:lnTo>
                  <a:lnTo>
                    <a:pt x="3" y="236"/>
                  </a:lnTo>
                  <a:lnTo>
                    <a:pt x="5" y="241"/>
                  </a:lnTo>
                  <a:lnTo>
                    <a:pt x="9" y="245"/>
                  </a:lnTo>
                  <a:lnTo>
                    <a:pt x="18" y="254"/>
                  </a:lnTo>
                  <a:lnTo>
                    <a:pt x="18" y="254"/>
                  </a:lnTo>
                  <a:lnTo>
                    <a:pt x="23" y="257"/>
                  </a:lnTo>
                  <a:lnTo>
                    <a:pt x="27" y="261"/>
                  </a:lnTo>
                  <a:lnTo>
                    <a:pt x="38" y="263"/>
                  </a:lnTo>
                  <a:lnTo>
                    <a:pt x="49" y="261"/>
                  </a:lnTo>
                  <a:lnTo>
                    <a:pt x="54" y="257"/>
                  </a:lnTo>
                  <a:lnTo>
                    <a:pt x="58" y="254"/>
                  </a:lnTo>
                  <a:lnTo>
                    <a:pt x="132" y="181"/>
                  </a:lnTo>
                  <a:lnTo>
                    <a:pt x="204" y="254"/>
                  </a:lnTo>
                  <a:lnTo>
                    <a:pt x="204" y="254"/>
                  </a:lnTo>
                  <a:lnTo>
                    <a:pt x="210" y="257"/>
                  </a:lnTo>
                  <a:lnTo>
                    <a:pt x="214" y="261"/>
                  </a:lnTo>
                  <a:lnTo>
                    <a:pt x="224" y="263"/>
                  </a:lnTo>
                  <a:lnTo>
                    <a:pt x="235" y="261"/>
                  </a:lnTo>
                  <a:lnTo>
                    <a:pt x="241" y="257"/>
                  </a:lnTo>
                  <a:lnTo>
                    <a:pt x="244" y="254"/>
                  </a:lnTo>
                  <a:lnTo>
                    <a:pt x="255" y="245"/>
                  </a:lnTo>
                  <a:lnTo>
                    <a:pt x="255" y="245"/>
                  </a:lnTo>
                  <a:lnTo>
                    <a:pt x="257" y="241"/>
                  </a:lnTo>
                  <a:lnTo>
                    <a:pt x="261" y="236"/>
                  </a:lnTo>
                  <a:lnTo>
                    <a:pt x="262" y="225"/>
                  </a:lnTo>
                  <a:lnTo>
                    <a:pt x="261" y="214"/>
                  </a:lnTo>
                  <a:lnTo>
                    <a:pt x="257" y="210"/>
                  </a:lnTo>
                  <a:lnTo>
                    <a:pt x="255" y="205"/>
                  </a:lnTo>
                  <a:lnTo>
                    <a:pt x="181" y="13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37FB4A9-6448-4CA1-B5A5-17066E9EBDE9}"/>
              </a:ext>
            </a:extLst>
          </p:cNvPr>
          <p:cNvGrpSpPr/>
          <p:nvPr/>
        </p:nvGrpSpPr>
        <p:grpSpPr>
          <a:xfrm>
            <a:off x="5022260" y="2196176"/>
            <a:ext cx="287912" cy="287912"/>
            <a:chOff x="2509475" y="2880199"/>
            <a:chExt cx="287912" cy="287912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6B3D382E-B19E-40C3-9719-2CB2ABED6A65}"/>
                </a:ext>
              </a:extLst>
            </p:cNvPr>
            <p:cNvSpPr/>
            <p:nvPr/>
          </p:nvSpPr>
          <p:spPr>
            <a:xfrm>
              <a:off x="2509475" y="2880199"/>
              <a:ext cx="287912" cy="28791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65" name="Freeform 26">
              <a:extLst>
                <a:ext uri="{FF2B5EF4-FFF2-40B4-BE49-F238E27FC236}">
                  <a16:creationId xmlns:a16="http://schemas.microsoft.com/office/drawing/2014/main" id="{F14CDD54-909E-499C-BDC9-BE2BB5161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21" y="2967371"/>
              <a:ext cx="109014" cy="113058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6E579C2-EA90-48F0-9CD7-7C5597FDEBD6}"/>
              </a:ext>
            </a:extLst>
          </p:cNvPr>
          <p:cNvGrpSpPr/>
          <p:nvPr/>
        </p:nvGrpSpPr>
        <p:grpSpPr>
          <a:xfrm>
            <a:off x="6008950" y="2196176"/>
            <a:ext cx="287912" cy="287912"/>
            <a:chOff x="2509475" y="2880199"/>
            <a:chExt cx="287912" cy="287912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13F3093A-AA6C-4E8D-931F-D8AA3A05A1D5}"/>
                </a:ext>
              </a:extLst>
            </p:cNvPr>
            <p:cNvSpPr/>
            <p:nvPr/>
          </p:nvSpPr>
          <p:spPr>
            <a:xfrm>
              <a:off x="2509475" y="2880199"/>
              <a:ext cx="287912" cy="28791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69" name="Freeform 26">
              <a:extLst>
                <a:ext uri="{FF2B5EF4-FFF2-40B4-BE49-F238E27FC236}">
                  <a16:creationId xmlns:a16="http://schemas.microsoft.com/office/drawing/2014/main" id="{0FE0E068-A060-4B2B-B0E5-9DCF11E43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21" y="2967371"/>
              <a:ext cx="109014" cy="113058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4C4CBDB-CF8F-4C02-B2A8-CF2E5C0E8F68}"/>
              </a:ext>
            </a:extLst>
          </p:cNvPr>
          <p:cNvGrpSpPr/>
          <p:nvPr/>
        </p:nvGrpSpPr>
        <p:grpSpPr>
          <a:xfrm>
            <a:off x="7968097" y="2196176"/>
            <a:ext cx="287912" cy="287912"/>
            <a:chOff x="3085510" y="2447832"/>
            <a:chExt cx="287912" cy="287912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683BB61F-2EAF-4431-9995-E1068CE4B2F5}"/>
                </a:ext>
              </a:extLst>
            </p:cNvPr>
            <p:cNvSpPr/>
            <p:nvPr/>
          </p:nvSpPr>
          <p:spPr>
            <a:xfrm>
              <a:off x="3085510" y="2447832"/>
              <a:ext cx="287912" cy="28791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75" name="Freeform 105">
              <a:extLst>
                <a:ext uri="{FF2B5EF4-FFF2-40B4-BE49-F238E27FC236}">
                  <a16:creationId xmlns:a16="http://schemas.microsoft.com/office/drawing/2014/main" id="{0186B85F-D96C-4BA8-BA9A-AC488EF96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7670" y="2529995"/>
              <a:ext cx="123586" cy="123586"/>
            </a:xfrm>
            <a:custGeom>
              <a:avLst/>
              <a:gdLst/>
              <a:ahLst/>
              <a:cxnLst>
                <a:cxn ang="0">
                  <a:pos x="255" y="58"/>
                </a:cxn>
                <a:cxn ang="0">
                  <a:pos x="257" y="53"/>
                </a:cxn>
                <a:cxn ang="0">
                  <a:pos x="262" y="38"/>
                </a:cxn>
                <a:cxn ang="0">
                  <a:pos x="257" y="24"/>
                </a:cxn>
                <a:cxn ang="0">
                  <a:pos x="244" y="9"/>
                </a:cxn>
                <a:cxn ang="0">
                  <a:pos x="241" y="5"/>
                </a:cxn>
                <a:cxn ang="0">
                  <a:pos x="224" y="0"/>
                </a:cxn>
                <a:cxn ang="0">
                  <a:pos x="210" y="5"/>
                </a:cxn>
                <a:cxn ang="0">
                  <a:pos x="132" y="82"/>
                </a:cxn>
                <a:cxn ang="0">
                  <a:pos x="58" y="9"/>
                </a:cxn>
                <a:cxn ang="0">
                  <a:pos x="49" y="2"/>
                </a:cxn>
                <a:cxn ang="0">
                  <a:pos x="27" y="2"/>
                </a:cxn>
                <a:cxn ang="0">
                  <a:pos x="18" y="9"/>
                </a:cxn>
                <a:cxn ang="0">
                  <a:pos x="9" y="18"/>
                </a:cxn>
                <a:cxn ang="0">
                  <a:pos x="3" y="27"/>
                </a:cxn>
                <a:cxn ang="0">
                  <a:pos x="3" y="49"/>
                </a:cxn>
                <a:cxn ang="0">
                  <a:pos x="9" y="58"/>
                </a:cxn>
                <a:cxn ang="0">
                  <a:pos x="9" y="205"/>
                </a:cxn>
                <a:cxn ang="0">
                  <a:pos x="5" y="210"/>
                </a:cxn>
                <a:cxn ang="0">
                  <a:pos x="0" y="225"/>
                </a:cxn>
                <a:cxn ang="0">
                  <a:pos x="5" y="241"/>
                </a:cxn>
                <a:cxn ang="0">
                  <a:pos x="18" y="254"/>
                </a:cxn>
                <a:cxn ang="0">
                  <a:pos x="23" y="257"/>
                </a:cxn>
                <a:cxn ang="0">
                  <a:pos x="38" y="263"/>
                </a:cxn>
                <a:cxn ang="0">
                  <a:pos x="54" y="257"/>
                </a:cxn>
                <a:cxn ang="0">
                  <a:pos x="132" y="181"/>
                </a:cxn>
                <a:cxn ang="0">
                  <a:pos x="204" y="254"/>
                </a:cxn>
                <a:cxn ang="0">
                  <a:pos x="214" y="261"/>
                </a:cxn>
                <a:cxn ang="0">
                  <a:pos x="235" y="261"/>
                </a:cxn>
                <a:cxn ang="0">
                  <a:pos x="244" y="254"/>
                </a:cxn>
                <a:cxn ang="0">
                  <a:pos x="255" y="245"/>
                </a:cxn>
                <a:cxn ang="0">
                  <a:pos x="261" y="236"/>
                </a:cxn>
                <a:cxn ang="0">
                  <a:pos x="261" y="214"/>
                </a:cxn>
                <a:cxn ang="0">
                  <a:pos x="255" y="205"/>
                </a:cxn>
              </a:cxnLst>
              <a:rect l="0" t="0" r="r" b="b"/>
              <a:pathLst>
                <a:path w="262" h="263">
                  <a:moveTo>
                    <a:pt x="181" y="132"/>
                  </a:moveTo>
                  <a:lnTo>
                    <a:pt x="255" y="58"/>
                  </a:lnTo>
                  <a:lnTo>
                    <a:pt x="255" y="58"/>
                  </a:lnTo>
                  <a:lnTo>
                    <a:pt x="257" y="53"/>
                  </a:lnTo>
                  <a:lnTo>
                    <a:pt x="261" y="49"/>
                  </a:lnTo>
                  <a:lnTo>
                    <a:pt x="262" y="38"/>
                  </a:lnTo>
                  <a:lnTo>
                    <a:pt x="261" y="27"/>
                  </a:lnTo>
                  <a:lnTo>
                    <a:pt x="257" y="24"/>
                  </a:lnTo>
                  <a:lnTo>
                    <a:pt x="255" y="18"/>
                  </a:lnTo>
                  <a:lnTo>
                    <a:pt x="244" y="9"/>
                  </a:lnTo>
                  <a:lnTo>
                    <a:pt x="244" y="9"/>
                  </a:lnTo>
                  <a:lnTo>
                    <a:pt x="241" y="5"/>
                  </a:lnTo>
                  <a:lnTo>
                    <a:pt x="235" y="2"/>
                  </a:lnTo>
                  <a:lnTo>
                    <a:pt x="224" y="0"/>
                  </a:lnTo>
                  <a:lnTo>
                    <a:pt x="214" y="2"/>
                  </a:lnTo>
                  <a:lnTo>
                    <a:pt x="210" y="5"/>
                  </a:lnTo>
                  <a:lnTo>
                    <a:pt x="204" y="9"/>
                  </a:lnTo>
                  <a:lnTo>
                    <a:pt x="132" y="82"/>
                  </a:lnTo>
                  <a:lnTo>
                    <a:pt x="58" y="9"/>
                  </a:lnTo>
                  <a:lnTo>
                    <a:pt x="58" y="9"/>
                  </a:lnTo>
                  <a:lnTo>
                    <a:pt x="54" y="5"/>
                  </a:lnTo>
                  <a:lnTo>
                    <a:pt x="49" y="2"/>
                  </a:lnTo>
                  <a:lnTo>
                    <a:pt x="38" y="0"/>
                  </a:lnTo>
                  <a:lnTo>
                    <a:pt x="27" y="2"/>
                  </a:lnTo>
                  <a:lnTo>
                    <a:pt x="23" y="5"/>
                  </a:lnTo>
                  <a:lnTo>
                    <a:pt x="18" y="9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5" y="24"/>
                  </a:lnTo>
                  <a:lnTo>
                    <a:pt x="3" y="27"/>
                  </a:lnTo>
                  <a:lnTo>
                    <a:pt x="0" y="38"/>
                  </a:lnTo>
                  <a:lnTo>
                    <a:pt x="3" y="49"/>
                  </a:lnTo>
                  <a:lnTo>
                    <a:pt x="5" y="53"/>
                  </a:lnTo>
                  <a:lnTo>
                    <a:pt x="9" y="58"/>
                  </a:lnTo>
                  <a:lnTo>
                    <a:pt x="83" y="132"/>
                  </a:lnTo>
                  <a:lnTo>
                    <a:pt x="9" y="205"/>
                  </a:lnTo>
                  <a:lnTo>
                    <a:pt x="9" y="205"/>
                  </a:lnTo>
                  <a:lnTo>
                    <a:pt x="5" y="210"/>
                  </a:lnTo>
                  <a:lnTo>
                    <a:pt x="3" y="214"/>
                  </a:lnTo>
                  <a:lnTo>
                    <a:pt x="0" y="225"/>
                  </a:lnTo>
                  <a:lnTo>
                    <a:pt x="3" y="236"/>
                  </a:lnTo>
                  <a:lnTo>
                    <a:pt x="5" y="241"/>
                  </a:lnTo>
                  <a:lnTo>
                    <a:pt x="9" y="245"/>
                  </a:lnTo>
                  <a:lnTo>
                    <a:pt x="18" y="254"/>
                  </a:lnTo>
                  <a:lnTo>
                    <a:pt x="18" y="254"/>
                  </a:lnTo>
                  <a:lnTo>
                    <a:pt x="23" y="257"/>
                  </a:lnTo>
                  <a:lnTo>
                    <a:pt x="27" y="261"/>
                  </a:lnTo>
                  <a:lnTo>
                    <a:pt x="38" y="263"/>
                  </a:lnTo>
                  <a:lnTo>
                    <a:pt x="49" y="261"/>
                  </a:lnTo>
                  <a:lnTo>
                    <a:pt x="54" y="257"/>
                  </a:lnTo>
                  <a:lnTo>
                    <a:pt x="58" y="254"/>
                  </a:lnTo>
                  <a:lnTo>
                    <a:pt x="132" y="181"/>
                  </a:lnTo>
                  <a:lnTo>
                    <a:pt x="204" y="254"/>
                  </a:lnTo>
                  <a:lnTo>
                    <a:pt x="204" y="254"/>
                  </a:lnTo>
                  <a:lnTo>
                    <a:pt x="210" y="257"/>
                  </a:lnTo>
                  <a:lnTo>
                    <a:pt x="214" y="261"/>
                  </a:lnTo>
                  <a:lnTo>
                    <a:pt x="224" y="263"/>
                  </a:lnTo>
                  <a:lnTo>
                    <a:pt x="235" y="261"/>
                  </a:lnTo>
                  <a:lnTo>
                    <a:pt x="241" y="257"/>
                  </a:lnTo>
                  <a:lnTo>
                    <a:pt x="244" y="254"/>
                  </a:lnTo>
                  <a:lnTo>
                    <a:pt x="255" y="245"/>
                  </a:lnTo>
                  <a:lnTo>
                    <a:pt x="255" y="245"/>
                  </a:lnTo>
                  <a:lnTo>
                    <a:pt x="257" y="241"/>
                  </a:lnTo>
                  <a:lnTo>
                    <a:pt x="261" y="236"/>
                  </a:lnTo>
                  <a:lnTo>
                    <a:pt x="262" y="225"/>
                  </a:lnTo>
                  <a:lnTo>
                    <a:pt x="261" y="214"/>
                  </a:lnTo>
                  <a:lnTo>
                    <a:pt x="257" y="210"/>
                  </a:lnTo>
                  <a:lnTo>
                    <a:pt x="255" y="205"/>
                  </a:lnTo>
                  <a:lnTo>
                    <a:pt x="181" y="13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64534DA-B8FF-4B20-9DB1-E5D3246819B3}"/>
              </a:ext>
            </a:extLst>
          </p:cNvPr>
          <p:cNvGrpSpPr/>
          <p:nvPr/>
        </p:nvGrpSpPr>
        <p:grpSpPr>
          <a:xfrm>
            <a:off x="8940554" y="2196176"/>
            <a:ext cx="287912" cy="287912"/>
            <a:chOff x="3085510" y="2447832"/>
            <a:chExt cx="287912" cy="287912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250B2C4B-6847-4562-AAB7-244934D7DD0F}"/>
                </a:ext>
              </a:extLst>
            </p:cNvPr>
            <p:cNvSpPr/>
            <p:nvPr/>
          </p:nvSpPr>
          <p:spPr>
            <a:xfrm>
              <a:off x="3085510" y="2447832"/>
              <a:ext cx="287912" cy="28791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78" name="Freeform 105">
              <a:extLst>
                <a:ext uri="{FF2B5EF4-FFF2-40B4-BE49-F238E27FC236}">
                  <a16:creationId xmlns:a16="http://schemas.microsoft.com/office/drawing/2014/main" id="{CF84EC55-0C10-4D48-AE90-8F6AB29FD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7670" y="2529995"/>
              <a:ext cx="123586" cy="123586"/>
            </a:xfrm>
            <a:custGeom>
              <a:avLst/>
              <a:gdLst/>
              <a:ahLst/>
              <a:cxnLst>
                <a:cxn ang="0">
                  <a:pos x="255" y="58"/>
                </a:cxn>
                <a:cxn ang="0">
                  <a:pos x="257" y="53"/>
                </a:cxn>
                <a:cxn ang="0">
                  <a:pos x="262" y="38"/>
                </a:cxn>
                <a:cxn ang="0">
                  <a:pos x="257" y="24"/>
                </a:cxn>
                <a:cxn ang="0">
                  <a:pos x="244" y="9"/>
                </a:cxn>
                <a:cxn ang="0">
                  <a:pos x="241" y="5"/>
                </a:cxn>
                <a:cxn ang="0">
                  <a:pos x="224" y="0"/>
                </a:cxn>
                <a:cxn ang="0">
                  <a:pos x="210" y="5"/>
                </a:cxn>
                <a:cxn ang="0">
                  <a:pos x="132" y="82"/>
                </a:cxn>
                <a:cxn ang="0">
                  <a:pos x="58" y="9"/>
                </a:cxn>
                <a:cxn ang="0">
                  <a:pos x="49" y="2"/>
                </a:cxn>
                <a:cxn ang="0">
                  <a:pos x="27" y="2"/>
                </a:cxn>
                <a:cxn ang="0">
                  <a:pos x="18" y="9"/>
                </a:cxn>
                <a:cxn ang="0">
                  <a:pos x="9" y="18"/>
                </a:cxn>
                <a:cxn ang="0">
                  <a:pos x="3" y="27"/>
                </a:cxn>
                <a:cxn ang="0">
                  <a:pos x="3" y="49"/>
                </a:cxn>
                <a:cxn ang="0">
                  <a:pos x="9" y="58"/>
                </a:cxn>
                <a:cxn ang="0">
                  <a:pos x="9" y="205"/>
                </a:cxn>
                <a:cxn ang="0">
                  <a:pos x="5" y="210"/>
                </a:cxn>
                <a:cxn ang="0">
                  <a:pos x="0" y="225"/>
                </a:cxn>
                <a:cxn ang="0">
                  <a:pos x="5" y="241"/>
                </a:cxn>
                <a:cxn ang="0">
                  <a:pos x="18" y="254"/>
                </a:cxn>
                <a:cxn ang="0">
                  <a:pos x="23" y="257"/>
                </a:cxn>
                <a:cxn ang="0">
                  <a:pos x="38" y="263"/>
                </a:cxn>
                <a:cxn ang="0">
                  <a:pos x="54" y="257"/>
                </a:cxn>
                <a:cxn ang="0">
                  <a:pos x="132" y="181"/>
                </a:cxn>
                <a:cxn ang="0">
                  <a:pos x="204" y="254"/>
                </a:cxn>
                <a:cxn ang="0">
                  <a:pos x="214" y="261"/>
                </a:cxn>
                <a:cxn ang="0">
                  <a:pos x="235" y="261"/>
                </a:cxn>
                <a:cxn ang="0">
                  <a:pos x="244" y="254"/>
                </a:cxn>
                <a:cxn ang="0">
                  <a:pos x="255" y="245"/>
                </a:cxn>
                <a:cxn ang="0">
                  <a:pos x="261" y="236"/>
                </a:cxn>
                <a:cxn ang="0">
                  <a:pos x="261" y="214"/>
                </a:cxn>
                <a:cxn ang="0">
                  <a:pos x="255" y="205"/>
                </a:cxn>
              </a:cxnLst>
              <a:rect l="0" t="0" r="r" b="b"/>
              <a:pathLst>
                <a:path w="262" h="263">
                  <a:moveTo>
                    <a:pt x="181" y="132"/>
                  </a:moveTo>
                  <a:lnTo>
                    <a:pt x="255" y="58"/>
                  </a:lnTo>
                  <a:lnTo>
                    <a:pt x="255" y="58"/>
                  </a:lnTo>
                  <a:lnTo>
                    <a:pt x="257" y="53"/>
                  </a:lnTo>
                  <a:lnTo>
                    <a:pt x="261" y="49"/>
                  </a:lnTo>
                  <a:lnTo>
                    <a:pt x="262" y="38"/>
                  </a:lnTo>
                  <a:lnTo>
                    <a:pt x="261" y="27"/>
                  </a:lnTo>
                  <a:lnTo>
                    <a:pt x="257" y="24"/>
                  </a:lnTo>
                  <a:lnTo>
                    <a:pt x="255" y="18"/>
                  </a:lnTo>
                  <a:lnTo>
                    <a:pt x="244" y="9"/>
                  </a:lnTo>
                  <a:lnTo>
                    <a:pt x="244" y="9"/>
                  </a:lnTo>
                  <a:lnTo>
                    <a:pt x="241" y="5"/>
                  </a:lnTo>
                  <a:lnTo>
                    <a:pt x="235" y="2"/>
                  </a:lnTo>
                  <a:lnTo>
                    <a:pt x="224" y="0"/>
                  </a:lnTo>
                  <a:lnTo>
                    <a:pt x="214" y="2"/>
                  </a:lnTo>
                  <a:lnTo>
                    <a:pt x="210" y="5"/>
                  </a:lnTo>
                  <a:lnTo>
                    <a:pt x="204" y="9"/>
                  </a:lnTo>
                  <a:lnTo>
                    <a:pt x="132" y="82"/>
                  </a:lnTo>
                  <a:lnTo>
                    <a:pt x="58" y="9"/>
                  </a:lnTo>
                  <a:lnTo>
                    <a:pt x="58" y="9"/>
                  </a:lnTo>
                  <a:lnTo>
                    <a:pt x="54" y="5"/>
                  </a:lnTo>
                  <a:lnTo>
                    <a:pt x="49" y="2"/>
                  </a:lnTo>
                  <a:lnTo>
                    <a:pt x="38" y="0"/>
                  </a:lnTo>
                  <a:lnTo>
                    <a:pt x="27" y="2"/>
                  </a:lnTo>
                  <a:lnTo>
                    <a:pt x="23" y="5"/>
                  </a:lnTo>
                  <a:lnTo>
                    <a:pt x="18" y="9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5" y="24"/>
                  </a:lnTo>
                  <a:lnTo>
                    <a:pt x="3" y="27"/>
                  </a:lnTo>
                  <a:lnTo>
                    <a:pt x="0" y="38"/>
                  </a:lnTo>
                  <a:lnTo>
                    <a:pt x="3" y="49"/>
                  </a:lnTo>
                  <a:lnTo>
                    <a:pt x="5" y="53"/>
                  </a:lnTo>
                  <a:lnTo>
                    <a:pt x="9" y="58"/>
                  </a:lnTo>
                  <a:lnTo>
                    <a:pt x="83" y="132"/>
                  </a:lnTo>
                  <a:lnTo>
                    <a:pt x="9" y="205"/>
                  </a:lnTo>
                  <a:lnTo>
                    <a:pt x="9" y="205"/>
                  </a:lnTo>
                  <a:lnTo>
                    <a:pt x="5" y="210"/>
                  </a:lnTo>
                  <a:lnTo>
                    <a:pt x="3" y="214"/>
                  </a:lnTo>
                  <a:lnTo>
                    <a:pt x="0" y="225"/>
                  </a:lnTo>
                  <a:lnTo>
                    <a:pt x="3" y="236"/>
                  </a:lnTo>
                  <a:lnTo>
                    <a:pt x="5" y="241"/>
                  </a:lnTo>
                  <a:lnTo>
                    <a:pt x="9" y="245"/>
                  </a:lnTo>
                  <a:lnTo>
                    <a:pt x="18" y="254"/>
                  </a:lnTo>
                  <a:lnTo>
                    <a:pt x="18" y="254"/>
                  </a:lnTo>
                  <a:lnTo>
                    <a:pt x="23" y="257"/>
                  </a:lnTo>
                  <a:lnTo>
                    <a:pt x="27" y="261"/>
                  </a:lnTo>
                  <a:lnTo>
                    <a:pt x="38" y="263"/>
                  </a:lnTo>
                  <a:lnTo>
                    <a:pt x="49" y="261"/>
                  </a:lnTo>
                  <a:lnTo>
                    <a:pt x="54" y="257"/>
                  </a:lnTo>
                  <a:lnTo>
                    <a:pt x="58" y="254"/>
                  </a:lnTo>
                  <a:lnTo>
                    <a:pt x="132" y="181"/>
                  </a:lnTo>
                  <a:lnTo>
                    <a:pt x="204" y="254"/>
                  </a:lnTo>
                  <a:lnTo>
                    <a:pt x="204" y="254"/>
                  </a:lnTo>
                  <a:lnTo>
                    <a:pt x="210" y="257"/>
                  </a:lnTo>
                  <a:lnTo>
                    <a:pt x="214" y="261"/>
                  </a:lnTo>
                  <a:lnTo>
                    <a:pt x="224" y="263"/>
                  </a:lnTo>
                  <a:lnTo>
                    <a:pt x="235" y="261"/>
                  </a:lnTo>
                  <a:lnTo>
                    <a:pt x="241" y="257"/>
                  </a:lnTo>
                  <a:lnTo>
                    <a:pt x="244" y="254"/>
                  </a:lnTo>
                  <a:lnTo>
                    <a:pt x="255" y="245"/>
                  </a:lnTo>
                  <a:lnTo>
                    <a:pt x="255" y="245"/>
                  </a:lnTo>
                  <a:lnTo>
                    <a:pt x="257" y="241"/>
                  </a:lnTo>
                  <a:lnTo>
                    <a:pt x="261" y="236"/>
                  </a:lnTo>
                  <a:lnTo>
                    <a:pt x="262" y="225"/>
                  </a:lnTo>
                  <a:lnTo>
                    <a:pt x="261" y="214"/>
                  </a:lnTo>
                  <a:lnTo>
                    <a:pt x="257" y="210"/>
                  </a:lnTo>
                  <a:lnTo>
                    <a:pt x="255" y="205"/>
                  </a:lnTo>
                  <a:lnTo>
                    <a:pt x="181" y="13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3985399-715D-4CB3-A2F0-A8FC36059F5A}"/>
              </a:ext>
            </a:extLst>
          </p:cNvPr>
          <p:cNvGrpSpPr/>
          <p:nvPr/>
        </p:nvGrpSpPr>
        <p:grpSpPr>
          <a:xfrm>
            <a:off x="9913011" y="2196176"/>
            <a:ext cx="287912" cy="287912"/>
            <a:chOff x="2509475" y="2880199"/>
            <a:chExt cx="287912" cy="287912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2BD342CE-E2A1-4DB2-98E6-5FE8C42BEF78}"/>
                </a:ext>
              </a:extLst>
            </p:cNvPr>
            <p:cNvSpPr/>
            <p:nvPr/>
          </p:nvSpPr>
          <p:spPr>
            <a:xfrm>
              <a:off x="2509475" y="2880199"/>
              <a:ext cx="287912" cy="28791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81" name="Freeform 26">
              <a:extLst>
                <a:ext uri="{FF2B5EF4-FFF2-40B4-BE49-F238E27FC236}">
                  <a16:creationId xmlns:a16="http://schemas.microsoft.com/office/drawing/2014/main" id="{B0084301-AA0F-4B20-9139-FA606EC4A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21" y="2967371"/>
              <a:ext cx="109014" cy="113058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1A71B169-007C-463C-B504-56CCA9437AB1}"/>
              </a:ext>
            </a:extLst>
          </p:cNvPr>
          <p:cNvGrpSpPr/>
          <p:nvPr/>
        </p:nvGrpSpPr>
        <p:grpSpPr>
          <a:xfrm>
            <a:off x="3047407" y="2754976"/>
            <a:ext cx="287912" cy="287912"/>
            <a:chOff x="2509475" y="2880199"/>
            <a:chExt cx="287912" cy="287912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4A8CABAF-4D37-4CC3-9947-6DBB6D6926CD}"/>
                </a:ext>
              </a:extLst>
            </p:cNvPr>
            <p:cNvSpPr/>
            <p:nvPr/>
          </p:nvSpPr>
          <p:spPr>
            <a:xfrm>
              <a:off x="2509475" y="2880199"/>
              <a:ext cx="287912" cy="28791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87" name="Freeform 26">
              <a:extLst>
                <a:ext uri="{FF2B5EF4-FFF2-40B4-BE49-F238E27FC236}">
                  <a16:creationId xmlns:a16="http://schemas.microsoft.com/office/drawing/2014/main" id="{44260EF3-FE89-4346-902E-17343D582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21" y="2967371"/>
              <a:ext cx="109014" cy="113058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A499B90-398C-49A1-86D3-A31BEAD1CBC4}"/>
              </a:ext>
            </a:extLst>
          </p:cNvPr>
          <p:cNvGrpSpPr/>
          <p:nvPr/>
        </p:nvGrpSpPr>
        <p:grpSpPr>
          <a:xfrm>
            <a:off x="6008950" y="2754976"/>
            <a:ext cx="287912" cy="287912"/>
            <a:chOff x="3085510" y="2447832"/>
            <a:chExt cx="287912" cy="287912"/>
          </a:xfrm>
        </p:grpSpPr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E4EA42D2-D2CD-42D4-92CC-5EAAD85E1B4C}"/>
                </a:ext>
              </a:extLst>
            </p:cNvPr>
            <p:cNvSpPr/>
            <p:nvPr/>
          </p:nvSpPr>
          <p:spPr>
            <a:xfrm>
              <a:off x="3085510" y="2447832"/>
              <a:ext cx="287912" cy="28791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90" name="Freeform 105">
              <a:extLst>
                <a:ext uri="{FF2B5EF4-FFF2-40B4-BE49-F238E27FC236}">
                  <a16:creationId xmlns:a16="http://schemas.microsoft.com/office/drawing/2014/main" id="{FBF47F96-5FE8-4B15-8D68-142C527E21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7670" y="2529995"/>
              <a:ext cx="123586" cy="123586"/>
            </a:xfrm>
            <a:custGeom>
              <a:avLst/>
              <a:gdLst/>
              <a:ahLst/>
              <a:cxnLst>
                <a:cxn ang="0">
                  <a:pos x="255" y="58"/>
                </a:cxn>
                <a:cxn ang="0">
                  <a:pos x="257" y="53"/>
                </a:cxn>
                <a:cxn ang="0">
                  <a:pos x="262" y="38"/>
                </a:cxn>
                <a:cxn ang="0">
                  <a:pos x="257" y="24"/>
                </a:cxn>
                <a:cxn ang="0">
                  <a:pos x="244" y="9"/>
                </a:cxn>
                <a:cxn ang="0">
                  <a:pos x="241" y="5"/>
                </a:cxn>
                <a:cxn ang="0">
                  <a:pos x="224" y="0"/>
                </a:cxn>
                <a:cxn ang="0">
                  <a:pos x="210" y="5"/>
                </a:cxn>
                <a:cxn ang="0">
                  <a:pos x="132" y="82"/>
                </a:cxn>
                <a:cxn ang="0">
                  <a:pos x="58" y="9"/>
                </a:cxn>
                <a:cxn ang="0">
                  <a:pos x="49" y="2"/>
                </a:cxn>
                <a:cxn ang="0">
                  <a:pos x="27" y="2"/>
                </a:cxn>
                <a:cxn ang="0">
                  <a:pos x="18" y="9"/>
                </a:cxn>
                <a:cxn ang="0">
                  <a:pos x="9" y="18"/>
                </a:cxn>
                <a:cxn ang="0">
                  <a:pos x="3" y="27"/>
                </a:cxn>
                <a:cxn ang="0">
                  <a:pos x="3" y="49"/>
                </a:cxn>
                <a:cxn ang="0">
                  <a:pos x="9" y="58"/>
                </a:cxn>
                <a:cxn ang="0">
                  <a:pos x="9" y="205"/>
                </a:cxn>
                <a:cxn ang="0">
                  <a:pos x="5" y="210"/>
                </a:cxn>
                <a:cxn ang="0">
                  <a:pos x="0" y="225"/>
                </a:cxn>
                <a:cxn ang="0">
                  <a:pos x="5" y="241"/>
                </a:cxn>
                <a:cxn ang="0">
                  <a:pos x="18" y="254"/>
                </a:cxn>
                <a:cxn ang="0">
                  <a:pos x="23" y="257"/>
                </a:cxn>
                <a:cxn ang="0">
                  <a:pos x="38" y="263"/>
                </a:cxn>
                <a:cxn ang="0">
                  <a:pos x="54" y="257"/>
                </a:cxn>
                <a:cxn ang="0">
                  <a:pos x="132" y="181"/>
                </a:cxn>
                <a:cxn ang="0">
                  <a:pos x="204" y="254"/>
                </a:cxn>
                <a:cxn ang="0">
                  <a:pos x="214" y="261"/>
                </a:cxn>
                <a:cxn ang="0">
                  <a:pos x="235" y="261"/>
                </a:cxn>
                <a:cxn ang="0">
                  <a:pos x="244" y="254"/>
                </a:cxn>
                <a:cxn ang="0">
                  <a:pos x="255" y="245"/>
                </a:cxn>
                <a:cxn ang="0">
                  <a:pos x="261" y="236"/>
                </a:cxn>
                <a:cxn ang="0">
                  <a:pos x="261" y="214"/>
                </a:cxn>
                <a:cxn ang="0">
                  <a:pos x="255" y="205"/>
                </a:cxn>
              </a:cxnLst>
              <a:rect l="0" t="0" r="r" b="b"/>
              <a:pathLst>
                <a:path w="262" h="263">
                  <a:moveTo>
                    <a:pt x="181" y="132"/>
                  </a:moveTo>
                  <a:lnTo>
                    <a:pt x="255" y="58"/>
                  </a:lnTo>
                  <a:lnTo>
                    <a:pt x="255" y="58"/>
                  </a:lnTo>
                  <a:lnTo>
                    <a:pt x="257" y="53"/>
                  </a:lnTo>
                  <a:lnTo>
                    <a:pt x="261" y="49"/>
                  </a:lnTo>
                  <a:lnTo>
                    <a:pt x="262" y="38"/>
                  </a:lnTo>
                  <a:lnTo>
                    <a:pt x="261" y="27"/>
                  </a:lnTo>
                  <a:lnTo>
                    <a:pt x="257" y="24"/>
                  </a:lnTo>
                  <a:lnTo>
                    <a:pt x="255" y="18"/>
                  </a:lnTo>
                  <a:lnTo>
                    <a:pt x="244" y="9"/>
                  </a:lnTo>
                  <a:lnTo>
                    <a:pt x="244" y="9"/>
                  </a:lnTo>
                  <a:lnTo>
                    <a:pt x="241" y="5"/>
                  </a:lnTo>
                  <a:lnTo>
                    <a:pt x="235" y="2"/>
                  </a:lnTo>
                  <a:lnTo>
                    <a:pt x="224" y="0"/>
                  </a:lnTo>
                  <a:lnTo>
                    <a:pt x="214" y="2"/>
                  </a:lnTo>
                  <a:lnTo>
                    <a:pt x="210" y="5"/>
                  </a:lnTo>
                  <a:lnTo>
                    <a:pt x="204" y="9"/>
                  </a:lnTo>
                  <a:lnTo>
                    <a:pt x="132" y="82"/>
                  </a:lnTo>
                  <a:lnTo>
                    <a:pt x="58" y="9"/>
                  </a:lnTo>
                  <a:lnTo>
                    <a:pt x="58" y="9"/>
                  </a:lnTo>
                  <a:lnTo>
                    <a:pt x="54" y="5"/>
                  </a:lnTo>
                  <a:lnTo>
                    <a:pt x="49" y="2"/>
                  </a:lnTo>
                  <a:lnTo>
                    <a:pt x="38" y="0"/>
                  </a:lnTo>
                  <a:lnTo>
                    <a:pt x="27" y="2"/>
                  </a:lnTo>
                  <a:lnTo>
                    <a:pt x="23" y="5"/>
                  </a:lnTo>
                  <a:lnTo>
                    <a:pt x="18" y="9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5" y="24"/>
                  </a:lnTo>
                  <a:lnTo>
                    <a:pt x="3" y="27"/>
                  </a:lnTo>
                  <a:lnTo>
                    <a:pt x="0" y="38"/>
                  </a:lnTo>
                  <a:lnTo>
                    <a:pt x="3" y="49"/>
                  </a:lnTo>
                  <a:lnTo>
                    <a:pt x="5" y="53"/>
                  </a:lnTo>
                  <a:lnTo>
                    <a:pt x="9" y="58"/>
                  </a:lnTo>
                  <a:lnTo>
                    <a:pt x="83" y="132"/>
                  </a:lnTo>
                  <a:lnTo>
                    <a:pt x="9" y="205"/>
                  </a:lnTo>
                  <a:lnTo>
                    <a:pt x="9" y="205"/>
                  </a:lnTo>
                  <a:lnTo>
                    <a:pt x="5" y="210"/>
                  </a:lnTo>
                  <a:lnTo>
                    <a:pt x="3" y="214"/>
                  </a:lnTo>
                  <a:lnTo>
                    <a:pt x="0" y="225"/>
                  </a:lnTo>
                  <a:lnTo>
                    <a:pt x="3" y="236"/>
                  </a:lnTo>
                  <a:lnTo>
                    <a:pt x="5" y="241"/>
                  </a:lnTo>
                  <a:lnTo>
                    <a:pt x="9" y="245"/>
                  </a:lnTo>
                  <a:lnTo>
                    <a:pt x="18" y="254"/>
                  </a:lnTo>
                  <a:lnTo>
                    <a:pt x="18" y="254"/>
                  </a:lnTo>
                  <a:lnTo>
                    <a:pt x="23" y="257"/>
                  </a:lnTo>
                  <a:lnTo>
                    <a:pt x="27" y="261"/>
                  </a:lnTo>
                  <a:lnTo>
                    <a:pt x="38" y="263"/>
                  </a:lnTo>
                  <a:lnTo>
                    <a:pt x="49" y="261"/>
                  </a:lnTo>
                  <a:lnTo>
                    <a:pt x="54" y="257"/>
                  </a:lnTo>
                  <a:lnTo>
                    <a:pt x="58" y="254"/>
                  </a:lnTo>
                  <a:lnTo>
                    <a:pt x="132" y="181"/>
                  </a:lnTo>
                  <a:lnTo>
                    <a:pt x="204" y="254"/>
                  </a:lnTo>
                  <a:lnTo>
                    <a:pt x="204" y="254"/>
                  </a:lnTo>
                  <a:lnTo>
                    <a:pt x="210" y="257"/>
                  </a:lnTo>
                  <a:lnTo>
                    <a:pt x="214" y="261"/>
                  </a:lnTo>
                  <a:lnTo>
                    <a:pt x="224" y="263"/>
                  </a:lnTo>
                  <a:lnTo>
                    <a:pt x="235" y="261"/>
                  </a:lnTo>
                  <a:lnTo>
                    <a:pt x="241" y="257"/>
                  </a:lnTo>
                  <a:lnTo>
                    <a:pt x="244" y="254"/>
                  </a:lnTo>
                  <a:lnTo>
                    <a:pt x="255" y="245"/>
                  </a:lnTo>
                  <a:lnTo>
                    <a:pt x="255" y="245"/>
                  </a:lnTo>
                  <a:lnTo>
                    <a:pt x="257" y="241"/>
                  </a:lnTo>
                  <a:lnTo>
                    <a:pt x="261" y="236"/>
                  </a:lnTo>
                  <a:lnTo>
                    <a:pt x="262" y="225"/>
                  </a:lnTo>
                  <a:lnTo>
                    <a:pt x="261" y="214"/>
                  </a:lnTo>
                  <a:lnTo>
                    <a:pt x="257" y="210"/>
                  </a:lnTo>
                  <a:lnTo>
                    <a:pt x="255" y="205"/>
                  </a:lnTo>
                  <a:lnTo>
                    <a:pt x="181" y="13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47A5FE1-5DFE-40F7-990A-12B9EC794186}"/>
              </a:ext>
            </a:extLst>
          </p:cNvPr>
          <p:cNvGrpSpPr/>
          <p:nvPr/>
        </p:nvGrpSpPr>
        <p:grpSpPr>
          <a:xfrm>
            <a:off x="4038007" y="2754976"/>
            <a:ext cx="287912" cy="287912"/>
            <a:chOff x="2509475" y="2880199"/>
            <a:chExt cx="287912" cy="287912"/>
          </a:xfrm>
        </p:grpSpPr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664124CE-A43D-4F52-A758-62303111741E}"/>
                </a:ext>
              </a:extLst>
            </p:cNvPr>
            <p:cNvSpPr/>
            <p:nvPr/>
          </p:nvSpPr>
          <p:spPr>
            <a:xfrm>
              <a:off x="2509475" y="2880199"/>
              <a:ext cx="287912" cy="28791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93" name="Freeform 26">
              <a:extLst>
                <a:ext uri="{FF2B5EF4-FFF2-40B4-BE49-F238E27FC236}">
                  <a16:creationId xmlns:a16="http://schemas.microsoft.com/office/drawing/2014/main" id="{8B659B92-FEFC-4180-85E5-9002B1F09E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21" y="2967371"/>
              <a:ext cx="109014" cy="113058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8282EC9D-9709-4175-98DD-FB5AD731B092}"/>
              </a:ext>
            </a:extLst>
          </p:cNvPr>
          <p:cNvGrpSpPr/>
          <p:nvPr/>
        </p:nvGrpSpPr>
        <p:grpSpPr>
          <a:xfrm>
            <a:off x="6984407" y="2754976"/>
            <a:ext cx="287912" cy="287912"/>
            <a:chOff x="2509475" y="2880199"/>
            <a:chExt cx="287912" cy="287912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1B3DFFEA-1F78-4D64-9446-8288B490C384}"/>
                </a:ext>
              </a:extLst>
            </p:cNvPr>
            <p:cNvSpPr/>
            <p:nvPr/>
          </p:nvSpPr>
          <p:spPr>
            <a:xfrm>
              <a:off x="2509475" y="2880199"/>
              <a:ext cx="287912" cy="28791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96" name="Freeform 26">
              <a:extLst>
                <a:ext uri="{FF2B5EF4-FFF2-40B4-BE49-F238E27FC236}">
                  <a16:creationId xmlns:a16="http://schemas.microsoft.com/office/drawing/2014/main" id="{944F5F2A-9E1C-4DFC-BA93-5C31FC2E9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21" y="2967371"/>
              <a:ext cx="109014" cy="113058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B4BB127B-5046-4A52-95A5-D9A3D3AAAFF1}"/>
              </a:ext>
            </a:extLst>
          </p:cNvPr>
          <p:cNvGrpSpPr/>
          <p:nvPr/>
        </p:nvGrpSpPr>
        <p:grpSpPr>
          <a:xfrm>
            <a:off x="8940551" y="2754976"/>
            <a:ext cx="287912" cy="287912"/>
            <a:chOff x="2509475" y="2880199"/>
            <a:chExt cx="287912" cy="287912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F6F1EBD1-52FC-437E-A4D4-D0205318F469}"/>
                </a:ext>
              </a:extLst>
            </p:cNvPr>
            <p:cNvSpPr/>
            <p:nvPr/>
          </p:nvSpPr>
          <p:spPr>
            <a:xfrm>
              <a:off x="2509475" y="2880199"/>
              <a:ext cx="287912" cy="28791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99" name="Freeform 26">
              <a:extLst>
                <a:ext uri="{FF2B5EF4-FFF2-40B4-BE49-F238E27FC236}">
                  <a16:creationId xmlns:a16="http://schemas.microsoft.com/office/drawing/2014/main" id="{127C9E60-748D-48F2-ADAA-F203A5A7F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21" y="2967371"/>
              <a:ext cx="109014" cy="113058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92E1A300-EE07-4021-9ED1-7E9AD37399E5}"/>
              </a:ext>
            </a:extLst>
          </p:cNvPr>
          <p:cNvGrpSpPr/>
          <p:nvPr/>
        </p:nvGrpSpPr>
        <p:grpSpPr>
          <a:xfrm>
            <a:off x="2069510" y="3351876"/>
            <a:ext cx="287912" cy="287912"/>
            <a:chOff x="2509475" y="2880199"/>
            <a:chExt cx="287912" cy="287912"/>
          </a:xfrm>
        </p:grpSpPr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808155E5-39BE-4A18-A753-53CDDF81CF86}"/>
                </a:ext>
              </a:extLst>
            </p:cNvPr>
            <p:cNvSpPr/>
            <p:nvPr/>
          </p:nvSpPr>
          <p:spPr>
            <a:xfrm>
              <a:off x="2509475" y="2880199"/>
              <a:ext cx="287912" cy="28791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02" name="Freeform 26">
              <a:extLst>
                <a:ext uri="{FF2B5EF4-FFF2-40B4-BE49-F238E27FC236}">
                  <a16:creationId xmlns:a16="http://schemas.microsoft.com/office/drawing/2014/main" id="{84830E44-4F40-40B6-915C-976EF28060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21" y="2967371"/>
              <a:ext cx="109014" cy="113058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95A775C-51E2-40C0-8784-4032F1A98E7B}"/>
              </a:ext>
            </a:extLst>
          </p:cNvPr>
          <p:cNvGrpSpPr/>
          <p:nvPr/>
        </p:nvGrpSpPr>
        <p:grpSpPr>
          <a:xfrm>
            <a:off x="3047407" y="3351876"/>
            <a:ext cx="287912" cy="287912"/>
            <a:chOff x="2509475" y="2880199"/>
            <a:chExt cx="287912" cy="287912"/>
          </a:xfrm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5178C6C5-27FC-4EB5-98BF-98942832078E}"/>
                </a:ext>
              </a:extLst>
            </p:cNvPr>
            <p:cNvSpPr/>
            <p:nvPr/>
          </p:nvSpPr>
          <p:spPr>
            <a:xfrm>
              <a:off x="2509475" y="2880199"/>
              <a:ext cx="287912" cy="28791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05" name="Freeform 26">
              <a:extLst>
                <a:ext uri="{FF2B5EF4-FFF2-40B4-BE49-F238E27FC236}">
                  <a16:creationId xmlns:a16="http://schemas.microsoft.com/office/drawing/2014/main" id="{51B83C5E-DD32-4B3D-9BBF-EF20E69B4D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21" y="2967371"/>
              <a:ext cx="109014" cy="113058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C90F978-0CA8-4FAE-AA98-89CE4435D5EA}"/>
              </a:ext>
            </a:extLst>
          </p:cNvPr>
          <p:cNvGrpSpPr/>
          <p:nvPr/>
        </p:nvGrpSpPr>
        <p:grpSpPr>
          <a:xfrm>
            <a:off x="4038007" y="3351621"/>
            <a:ext cx="287912" cy="287912"/>
            <a:chOff x="3085510" y="2447832"/>
            <a:chExt cx="287912" cy="287912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8B4621A9-9616-4E46-9FD3-C17824BEB440}"/>
                </a:ext>
              </a:extLst>
            </p:cNvPr>
            <p:cNvSpPr/>
            <p:nvPr/>
          </p:nvSpPr>
          <p:spPr>
            <a:xfrm>
              <a:off x="3085510" y="2447832"/>
              <a:ext cx="287912" cy="28791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08" name="Freeform 105">
              <a:extLst>
                <a:ext uri="{FF2B5EF4-FFF2-40B4-BE49-F238E27FC236}">
                  <a16:creationId xmlns:a16="http://schemas.microsoft.com/office/drawing/2014/main" id="{59E3A93E-3541-49A9-94AB-9CE6414F8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7670" y="2529995"/>
              <a:ext cx="123586" cy="123586"/>
            </a:xfrm>
            <a:custGeom>
              <a:avLst/>
              <a:gdLst/>
              <a:ahLst/>
              <a:cxnLst>
                <a:cxn ang="0">
                  <a:pos x="255" y="58"/>
                </a:cxn>
                <a:cxn ang="0">
                  <a:pos x="257" y="53"/>
                </a:cxn>
                <a:cxn ang="0">
                  <a:pos x="262" y="38"/>
                </a:cxn>
                <a:cxn ang="0">
                  <a:pos x="257" y="24"/>
                </a:cxn>
                <a:cxn ang="0">
                  <a:pos x="244" y="9"/>
                </a:cxn>
                <a:cxn ang="0">
                  <a:pos x="241" y="5"/>
                </a:cxn>
                <a:cxn ang="0">
                  <a:pos x="224" y="0"/>
                </a:cxn>
                <a:cxn ang="0">
                  <a:pos x="210" y="5"/>
                </a:cxn>
                <a:cxn ang="0">
                  <a:pos x="132" y="82"/>
                </a:cxn>
                <a:cxn ang="0">
                  <a:pos x="58" y="9"/>
                </a:cxn>
                <a:cxn ang="0">
                  <a:pos x="49" y="2"/>
                </a:cxn>
                <a:cxn ang="0">
                  <a:pos x="27" y="2"/>
                </a:cxn>
                <a:cxn ang="0">
                  <a:pos x="18" y="9"/>
                </a:cxn>
                <a:cxn ang="0">
                  <a:pos x="9" y="18"/>
                </a:cxn>
                <a:cxn ang="0">
                  <a:pos x="3" y="27"/>
                </a:cxn>
                <a:cxn ang="0">
                  <a:pos x="3" y="49"/>
                </a:cxn>
                <a:cxn ang="0">
                  <a:pos x="9" y="58"/>
                </a:cxn>
                <a:cxn ang="0">
                  <a:pos x="9" y="205"/>
                </a:cxn>
                <a:cxn ang="0">
                  <a:pos x="5" y="210"/>
                </a:cxn>
                <a:cxn ang="0">
                  <a:pos x="0" y="225"/>
                </a:cxn>
                <a:cxn ang="0">
                  <a:pos x="5" y="241"/>
                </a:cxn>
                <a:cxn ang="0">
                  <a:pos x="18" y="254"/>
                </a:cxn>
                <a:cxn ang="0">
                  <a:pos x="23" y="257"/>
                </a:cxn>
                <a:cxn ang="0">
                  <a:pos x="38" y="263"/>
                </a:cxn>
                <a:cxn ang="0">
                  <a:pos x="54" y="257"/>
                </a:cxn>
                <a:cxn ang="0">
                  <a:pos x="132" y="181"/>
                </a:cxn>
                <a:cxn ang="0">
                  <a:pos x="204" y="254"/>
                </a:cxn>
                <a:cxn ang="0">
                  <a:pos x="214" y="261"/>
                </a:cxn>
                <a:cxn ang="0">
                  <a:pos x="235" y="261"/>
                </a:cxn>
                <a:cxn ang="0">
                  <a:pos x="244" y="254"/>
                </a:cxn>
                <a:cxn ang="0">
                  <a:pos x="255" y="245"/>
                </a:cxn>
                <a:cxn ang="0">
                  <a:pos x="261" y="236"/>
                </a:cxn>
                <a:cxn ang="0">
                  <a:pos x="261" y="214"/>
                </a:cxn>
                <a:cxn ang="0">
                  <a:pos x="255" y="205"/>
                </a:cxn>
              </a:cxnLst>
              <a:rect l="0" t="0" r="r" b="b"/>
              <a:pathLst>
                <a:path w="262" h="263">
                  <a:moveTo>
                    <a:pt x="181" y="132"/>
                  </a:moveTo>
                  <a:lnTo>
                    <a:pt x="255" y="58"/>
                  </a:lnTo>
                  <a:lnTo>
                    <a:pt x="255" y="58"/>
                  </a:lnTo>
                  <a:lnTo>
                    <a:pt x="257" y="53"/>
                  </a:lnTo>
                  <a:lnTo>
                    <a:pt x="261" y="49"/>
                  </a:lnTo>
                  <a:lnTo>
                    <a:pt x="262" y="38"/>
                  </a:lnTo>
                  <a:lnTo>
                    <a:pt x="261" y="27"/>
                  </a:lnTo>
                  <a:lnTo>
                    <a:pt x="257" y="24"/>
                  </a:lnTo>
                  <a:lnTo>
                    <a:pt x="255" y="18"/>
                  </a:lnTo>
                  <a:lnTo>
                    <a:pt x="244" y="9"/>
                  </a:lnTo>
                  <a:lnTo>
                    <a:pt x="244" y="9"/>
                  </a:lnTo>
                  <a:lnTo>
                    <a:pt x="241" y="5"/>
                  </a:lnTo>
                  <a:lnTo>
                    <a:pt x="235" y="2"/>
                  </a:lnTo>
                  <a:lnTo>
                    <a:pt x="224" y="0"/>
                  </a:lnTo>
                  <a:lnTo>
                    <a:pt x="214" y="2"/>
                  </a:lnTo>
                  <a:lnTo>
                    <a:pt x="210" y="5"/>
                  </a:lnTo>
                  <a:lnTo>
                    <a:pt x="204" y="9"/>
                  </a:lnTo>
                  <a:lnTo>
                    <a:pt x="132" y="82"/>
                  </a:lnTo>
                  <a:lnTo>
                    <a:pt x="58" y="9"/>
                  </a:lnTo>
                  <a:lnTo>
                    <a:pt x="58" y="9"/>
                  </a:lnTo>
                  <a:lnTo>
                    <a:pt x="54" y="5"/>
                  </a:lnTo>
                  <a:lnTo>
                    <a:pt x="49" y="2"/>
                  </a:lnTo>
                  <a:lnTo>
                    <a:pt x="38" y="0"/>
                  </a:lnTo>
                  <a:lnTo>
                    <a:pt x="27" y="2"/>
                  </a:lnTo>
                  <a:lnTo>
                    <a:pt x="23" y="5"/>
                  </a:lnTo>
                  <a:lnTo>
                    <a:pt x="18" y="9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5" y="24"/>
                  </a:lnTo>
                  <a:lnTo>
                    <a:pt x="3" y="27"/>
                  </a:lnTo>
                  <a:lnTo>
                    <a:pt x="0" y="38"/>
                  </a:lnTo>
                  <a:lnTo>
                    <a:pt x="3" y="49"/>
                  </a:lnTo>
                  <a:lnTo>
                    <a:pt x="5" y="53"/>
                  </a:lnTo>
                  <a:lnTo>
                    <a:pt x="9" y="58"/>
                  </a:lnTo>
                  <a:lnTo>
                    <a:pt x="83" y="132"/>
                  </a:lnTo>
                  <a:lnTo>
                    <a:pt x="9" y="205"/>
                  </a:lnTo>
                  <a:lnTo>
                    <a:pt x="9" y="205"/>
                  </a:lnTo>
                  <a:lnTo>
                    <a:pt x="5" y="210"/>
                  </a:lnTo>
                  <a:lnTo>
                    <a:pt x="3" y="214"/>
                  </a:lnTo>
                  <a:lnTo>
                    <a:pt x="0" y="225"/>
                  </a:lnTo>
                  <a:lnTo>
                    <a:pt x="3" y="236"/>
                  </a:lnTo>
                  <a:lnTo>
                    <a:pt x="5" y="241"/>
                  </a:lnTo>
                  <a:lnTo>
                    <a:pt x="9" y="245"/>
                  </a:lnTo>
                  <a:lnTo>
                    <a:pt x="18" y="254"/>
                  </a:lnTo>
                  <a:lnTo>
                    <a:pt x="18" y="254"/>
                  </a:lnTo>
                  <a:lnTo>
                    <a:pt x="23" y="257"/>
                  </a:lnTo>
                  <a:lnTo>
                    <a:pt x="27" y="261"/>
                  </a:lnTo>
                  <a:lnTo>
                    <a:pt x="38" y="263"/>
                  </a:lnTo>
                  <a:lnTo>
                    <a:pt x="49" y="261"/>
                  </a:lnTo>
                  <a:lnTo>
                    <a:pt x="54" y="257"/>
                  </a:lnTo>
                  <a:lnTo>
                    <a:pt x="58" y="254"/>
                  </a:lnTo>
                  <a:lnTo>
                    <a:pt x="132" y="181"/>
                  </a:lnTo>
                  <a:lnTo>
                    <a:pt x="204" y="254"/>
                  </a:lnTo>
                  <a:lnTo>
                    <a:pt x="204" y="254"/>
                  </a:lnTo>
                  <a:lnTo>
                    <a:pt x="210" y="257"/>
                  </a:lnTo>
                  <a:lnTo>
                    <a:pt x="214" y="261"/>
                  </a:lnTo>
                  <a:lnTo>
                    <a:pt x="224" y="263"/>
                  </a:lnTo>
                  <a:lnTo>
                    <a:pt x="235" y="261"/>
                  </a:lnTo>
                  <a:lnTo>
                    <a:pt x="241" y="257"/>
                  </a:lnTo>
                  <a:lnTo>
                    <a:pt x="244" y="254"/>
                  </a:lnTo>
                  <a:lnTo>
                    <a:pt x="255" y="245"/>
                  </a:lnTo>
                  <a:lnTo>
                    <a:pt x="255" y="245"/>
                  </a:lnTo>
                  <a:lnTo>
                    <a:pt x="257" y="241"/>
                  </a:lnTo>
                  <a:lnTo>
                    <a:pt x="261" y="236"/>
                  </a:lnTo>
                  <a:lnTo>
                    <a:pt x="262" y="225"/>
                  </a:lnTo>
                  <a:lnTo>
                    <a:pt x="261" y="214"/>
                  </a:lnTo>
                  <a:lnTo>
                    <a:pt x="257" y="210"/>
                  </a:lnTo>
                  <a:lnTo>
                    <a:pt x="255" y="205"/>
                  </a:lnTo>
                  <a:lnTo>
                    <a:pt x="181" y="13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4FFE0FAD-8E0D-429E-8930-B66C8E1DD498}"/>
              </a:ext>
            </a:extLst>
          </p:cNvPr>
          <p:cNvGrpSpPr/>
          <p:nvPr/>
        </p:nvGrpSpPr>
        <p:grpSpPr>
          <a:xfrm>
            <a:off x="6012610" y="3351621"/>
            <a:ext cx="287912" cy="287912"/>
            <a:chOff x="3085510" y="2447832"/>
            <a:chExt cx="287912" cy="287912"/>
          </a:xfrm>
        </p:grpSpPr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8A433447-CCC1-4378-9EFA-07B089D22B5D}"/>
                </a:ext>
              </a:extLst>
            </p:cNvPr>
            <p:cNvSpPr/>
            <p:nvPr/>
          </p:nvSpPr>
          <p:spPr>
            <a:xfrm>
              <a:off x="3085510" y="2447832"/>
              <a:ext cx="287912" cy="28791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11" name="Freeform 105">
              <a:extLst>
                <a:ext uri="{FF2B5EF4-FFF2-40B4-BE49-F238E27FC236}">
                  <a16:creationId xmlns:a16="http://schemas.microsoft.com/office/drawing/2014/main" id="{BB6D9A4F-43AD-413A-83B0-7B48797D7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7670" y="2529995"/>
              <a:ext cx="123586" cy="123586"/>
            </a:xfrm>
            <a:custGeom>
              <a:avLst/>
              <a:gdLst/>
              <a:ahLst/>
              <a:cxnLst>
                <a:cxn ang="0">
                  <a:pos x="255" y="58"/>
                </a:cxn>
                <a:cxn ang="0">
                  <a:pos x="257" y="53"/>
                </a:cxn>
                <a:cxn ang="0">
                  <a:pos x="262" y="38"/>
                </a:cxn>
                <a:cxn ang="0">
                  <a:pos x="257" y="24"/>
                </a:cxn>
                <a:cxn ang="0">
                  <a:pos x="244" y="9"/>
                </a:cxn>
                <a:cxn ang="0">
                  <a:pos x="241" y="5"/>
                </a:cxn>
                <a:cxn ang="0">
                  <a:pos x="224" y="0"/>
                </a:cxn>
                <a:cxn ang="0">
                  <a:pos x="210" y="5"/>
                </a:cxn>
                <a:cxn ang="0">
                  <a:pos x="132" y="82"/>
                </a:cxn>
                <a:cxn ang="0">
                  <a:pos x="58" y="9"/>
                </a:cxn>
                <a:cxn ang="0">
                  <a:pos x="49" y="2"/>
                </a:cxn>
                <a:cxn ang="0">
                  <a:pos x="27" y="2"/>
                </a:cxn>
                <a:cxn ang="0">
                  <a:pos x="18" y="9"/>
                </a:cxn>
                <a:cxn ang="0">
                  <a:pos x="9" y="18"/>
                </a:cxn>
                <a:cxn ang="0">
                  <a:pos x="3" y="27"/>
                </a:cxn>
                <a:cxn ang="0">
                  <a:pos x="3" y="49"/>
                </a:cxn>
                <a:cxn ang="0">
                  <a:pos x="9" y="58"/>
                </a:cxn>
                <a:cxn ang="0">
                  <a:pos x="9" y="205"/>
                </a:cxn>
                <a:cxn ang="0">
                  <a:pos x="5" y="210"/>
                </a:cxn>
                <a:cxn ang="0">
                  <a:pos x="0" y="225"/>
                </a:cxn>
                <a:cxn ang="0">
                  <a:pos x="5" y="241"/>
                </a:cxn>
                <a:cxn ang="0">
                  <a:pos x="18" y="254"/>
                </a:cxn>
                <a:cxn ang="0">
                  <a:pos x="23" y="257"/>
                </a:cxn>
                <a:cxn ang="0">
                  <a:pos x="38" y="263"/>
                </a:cxn>
                <a:cxn ang="0">
                  <a:pos x="54" y="257"/>
                </a:cxn>
                <a:cxn ang="0">
                  <a:pos x="132" y="181"/>
                </a:cxn>
                <a:cxn ang="0">
                  <a:pos x="204" y="254"/>
                </a:cxn>
                <a:cxn ang="0">
                  <a:pos x="214" y="261"/>
                </a:cxn>
                <a:cxn ang="0">
                  <a:pos x="235" y="261"/>
                </a:cxn>
                <a:cxn ang="0">
                  <a:pos x="244" y="254"/>
                </a:cxn>
                <a:cxn ang="0">
                  <a:pos x="255" y="245"/>
                </a:cxn>
                <a:cxn ang="0">
                  <a:pos x="261" y="236"/>
                </a:cxn>
                <a:cxn ang="0">
                  <a:pos x="261" y="214"/>
                </a:cxn>
                <a:cxn ang="0">
                  <a:pos x="255" y="205"/>
                </a:cxn>
              </a:cxnLst>
              <a:rect l="0" t="0" r="r" b="b"/>
              <a:pathLst>
                <a:path w="262" h="263">
                  <a:moveTo>
                    <a:pt x="181" y="132"/>
                  </a:moveTo>
                  <a:lnTo>
                    <a:pt x="255" y="58"/>
                  </a:lnTo>
                  <a:lnTo>
                    <a:pt x="255" y="58"/>
                  </a:lnTo>
                  <a:lnTo>
                    <a:pt x="257" y="53"/>
                  </a:lnTo>
                  <a:lnTo>
                    <a:pt x="261" y="49"/>
                  </a:lnTo>
                  <a:lnTo>
                    <a:pt x="262" y="38"/>
                  </a:lnTo>
                  <a:lnTo>
                    <a:pt x="261" y="27"/>
                  </a:lnTo>
                  <a:lnTo>
                    <a:pt x="257" y="24"/>
                  </a:lnTo>
                  <a:lnTo>
                    <a:pt x="255" y="18"/>
                  </a:lnTo>
                  <a:lnTo>
                    <a:pt x="244" y="9"/>
                  </a:lnTo>
                  <a:lnTo>
                    <a:pt x="244" y="9"/>
                  </a:lnTo>
                  <a:lnTo>
                    <a:pt x="241" y="5"/>
                  </a:lnTo>
                  <a:lnTo>
                    <a:pt x="235" y="2"/>
                  </a:lnTo>
                  <a:lnTo>
                    <a:pt x="224" y="0"/>
                  </a:lnTo>
                  <a:lnTo>
                    <a:pt x="214" y="2"/>
                  </a:lnTo>
                  <a:lnTo>
                    <a:pt x="210" y="5"/>
                  </a:lnTo>
                  <a:lnTo>
                    <a:pt x="204" y="9"/>
                  </a:lnTo>
                  <a:lnTo>
                    <a:pt x="132" y="82"/>
                  </a:lnTo>
                  <a:lnTo>
                    <a:pt x="58" y="9"/>
                  </a:lnTo>
                  <a:lnTo>
                    <a:pt x="58" y="9"/>
                  </a:lnTo>
                  <a:lnTo>
                    <a:pt x="54" y="5"/>
                  </a:lnTo>
                  <a:lnTo>
                    <a:pt x="49" y="2"/>
                  </a:lnTo>
                  <a:lnTo>
                    <a:pt x="38" y="0"/>
                  </a:lnTo>
                  <a:lnTo>
                    <a:pt x="27" y="2"/>
                  </a:lnTo>
                  <a:lnTo>
                    <a:pt x="23" y="5"/>
                  </a:lnTo>
                  <a:lnTo>
                    <a:pt x="18" y="9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5" y="24"/>
                  </a:lnTo>
                  <a:lnTo>
                    <a:pt x="3" y="27"/>
                  </a:lnTo>
                  <a:lnTo>
                    <a:pt x="0" y="38"/>
                  </a:lnTo>
                  <a:lnTo>
                    <a:pt x="3" y="49"/>
                  </a:lnTo>
                  <a:lnTo>
                    <a:pt x="5" y="53"/>
                  </a:lnTo>
                  <a:lnTo>
                    <a:pt x="9" y="58"/>
                  </a:lnTo>
                  <a:lnTo>
                    <a:pt x="83" y="132"/>
                  </a:lnTo>
                  <a:lnTo>
                    <a:pt x="9" y="205"/>
                  </a:lnTo>
                  <a:lnTo>
                    <a:pt x="9" y="205"/>
                  </a:lnTo>
                  <a:lnTo>
                    <a:pt x="5" y="210"/>
                  </a:lnTo>
                  <a:lnTo>
                    <a:pt x="3" y="214"/>
                  </a:lnTo>
                  <a:lnTo>
                    <a:pt x="0" y="225"/>
                  </a:lnTo>
                  <a:lnTo>
                    <a:pt x="3" y="236"/>
                  </a:lnTo>
                  <a:lnTo>
                    <a:pt x="5" y="241"/>
                  </a:lnTo>
                  <a:lnTo>
                    <a:pt x="9" y="245"/>
                  </a:lnTo>
                  <a:lnTo>
                    <a:pt x="18" y="254"/>
                  </a:lnTo>
                  <a:lnTo>
                    <a:pt x="18" y="254"/>
                  </a:lnTo>
                  <a:lnTo>
                    <a:pt x="23" y="257"/>
                  </a:lnTo>
                  <a:lnTo>
                    <a:pt x="27" y="261"/>
                  </a:lnTo>
                  <a:lnTo>
                    <a:pt x="38" y="263"/>
                  </a:lnTo>
                  <a:lnTo>
                    <a:pt x="49" y="261"/>
                  </a:lnTo>
                  <a:lnTo>
                    <a:pt x="54" y="257"/>
                  </a:lnTo>
                  <a:lnTo>
                    <a:pt x="58" y="254"/>
                  </a:lnTo>
                  <a:lnTo>
                    <a:pt x="132" y="181"/>
                  </a:lnTo>
                  <a:lnTo>
                    <a:pt x="204" y="254"/>
                  </a:lnTo>
                  <a:lnTo>
                    <a:pt x="204" y="254"/>
                  </a:lnTo>
                  <a:lnTo>
                    <a:pt x="210" y="257"/>
                  </a:lnTo>
                  <a:lnTo>
                    <a:pt x="214" y="261"/>
                  </a:lnTo>
                  <a:lnTo>
                    <a:pt x="224" y="263"/>
                  </a:lnTo>
                  <a:lnTo>
                    <a:pt x="235" y="261"/>
                  </a:lnTo>
                  <a:lnTo>
                    <a:pt x="241" y="257"/>
                  </a:lnTo>
                  <a:lnTo>
                    <a:pt x="244" y="254"/>
                  </a:lnTo>
                  <a:lnTo>
                    <a:pt x="255" y="245"/>
                  </a:lnTo>
                  <a:lnTo>
                    <a:pt x="255" y="245"/>
                  </a:lnTo>
                  <a:lnTo>
                    <a:pt x="257" y="241"/>
                  </a:lnTo>
                  <a:lnTo>
                    <a:pt x="261" y="236"/>
                  </a:lnTo>
                  <a:lnTo>
                    <a:pt x="262" y="225"/>
                  </a:lnTo>
                  <a:lnTo>
                    <a:pt x="261" y="214"/>
                  </a:lnTo>
                  <a:lnTo>
                    <a:pt x="257" y="210"/>
                  </a:lnTo>
                  <a:lnTo>
                    <a:pt x="255" y="205"/>
                  </a:lnTo>
                  <a:lnTo>
                    <a:pt x="181" y="13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0A8B63E0-39AD-4E87-9A8A-EC35FE9CD9A7}"/>
              </a:ext>
            </a:extLst>
          </p:cNvPr>
          <p:cNvGrpSpPr/>
          <p:nvPr/>
        </p:nvGrpSpPr>
        <p:grpSpPr>
          <a:xfrm>
            <a:off x="6984407" y="3351621"/>
            <a:ext cx="287912" cy="287912"/>
            <a:chOff x="3085510" y="2447832"/>
            <a:chExt cx="287912" cy="287912"/>
          </a:xfrm>
        </p:grpSpPr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D0BE0492-BBCE-46F9-B2BD-A2DD5F2B3C8B}"/>
                </a:ext>
              </a:extLst>
            </p:cNvPr>
            <p:cNvSpPr/>
            <p:nvPr/>
          </p:nvSpPr>
          <p:spPr>
            <a:xfrm>
              <a:off x="3085510" y="2447832"/>
              <a:ext cx="287912" cy="28791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14" name="Freeform 105">
              <a:extLst>
                <a:ext uri="{FF2B5EF4-FFF2-40B4-BE49-F238E27FC236}">
                  <a16:creationId xmlns:a16="http://schemas.microsoft.com/office/drawing/2014/main" id="{7924531A-BD50-46EA-A317-E2B458B4C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7670" y="2529995"/>
              <a:ext cx="123586" cy="123586"/>
            </a:xfrm>
            <a:custGeom>
              <a:avLst/>
              <a:gdLst/>
              <a:ahLst/>
              <a:cxnLst>
                <a:cxn ang="0">
                  <a:pos x="255" y="58"/>
                </a:cxn>
                <a:cxn ang="0">
                  <a:pos x="257" y="53"/>
                </a:cxn>
                <a:cxn ang="0">
                  <a:pos x="262" y="38"/>
                </a:cxn>
                <a:cxn ang="0">
                  <a:pos x="257" y="24"/>
                </a:cxn>
                <a:cxn ang="0">
                  <a:pos x="244" y="9"/>
                </a:cxn>
                <a:cxn ang="0">
                  <a:pos x="241" y="5"/>
                </a:cxn>
                <a:cxn ang="0">
                  <a:pos x="224" y="0"/>
                </a:cxn>
                <a:cxn ang="0">
                  <a:pos x="210" y="5"/>
                </a:cxn>
                <a:cxn ang="0">
                  <a:pos x="132" y="82"/>
                </a:cxn>
                <a:cxn ang="0">
                  <a:pos x="58" y="9"/>
                </a:cxn>
                <a:cxn ang="0">
                  <a:pos x="49" y="2"/>
                </a:cxn>
                <a:cxn ang="0">
                  <a:pos x="27" y="2"/>
                </a:cxn>
                <a:cxn ang="0">
                  <a:pos x="18" y="9"/>
                </a:cxn>
                <a:cxn ang="0">
                  <a:pos x="9" y="18"/>
                </a:cxn>
                <a:cxn ang="0">
                  <a:pos x="3" y="27"/>
                </a:cxn>
                <a:cxn ang="0">
                  <a:pos x="3" y="49"/>
                </a:cxn>
                <a:cxn ang="0">
                  <a:pos x="9" y="58"/>
                </a:cxn>
                <a:cxn ang="0">
                  <a:pos x="9" y="205"/>
                </a:cxn>
                <a:cxn ang="0">
                  <a:pos x="5" y="210"/>
                </a:cxn>
                <a:cxn ang="0">
                  <a:pos x="0" y="225"/>
                </a:cxn>
                <a:cxn ang="0">
                  <a:pos x="5" y="241"/>
                </a:cxn>
                <a:cxn ang="0">
                  <a:pos x="18" y="254"/>
                </a:cxn>
                <a:cxn ang="0">
                  <a:pos x="23" y="257"/>
                </a:cxn>
                <a:cxn ang="0">
                  <a:pos x="38" y="263"/>
                </a:cxn>
                <a:cxn ang="0">
                  <a:pos x="54" y="257"/>
                </a:cxn>
                <a:cxn ang="0">
                  <a:pos x="132" y="181"/>
                </a:cxn>
                <a:cxn ang="0">
                  <a:pos x="204" y="254"/>
                </a:cxn>
                <a:cxn ang="0">
                  <a:pos x="214" y="261"/>
                </a:cxn>
                <a:cxn ang="0">
                  <a:pos x="235" y="261"/>
                </a:cxn>
                <a:cxn ang="0">
                  <a:pos x="244" y="254"/>
                </a:cxn>
                <a:cxn ang="0">
                  <a:pos x="255" y="245"/>
                </a:cxn>
                <a:cxn ang="0">
                  <a:pos x="261" y="236"/>
                </a:cxn>
                <a:cxn ang="0">
                  <a:pos x="261" y="214"/>
                </a:cxn>
                <a:cxn ang="0">
                  <a:pos x="255" y="205"/>
                </a:cxn>
              </a:cxnLst>
              <a:rect l="0" t="0" r="r" b="b"/>
              <a:pathLst>
                <a:path w="262" h="263">
                  <a:moveTo>
                    <a:pt x="181" y="132"/>
                  </a:moveTo>
                  <a:lnTo>
                    <a:pt x="255" y="58"/>
                  </a:lnTo>
                  <a:lnTo>
                    <a:pt x="255" y="58"/>
                  </a:lnTo>
                  <a:lnTo>
                    <a:pt x="257" y="53"/>
                  </a:lnTo>
                  <a:lnTo>
                    <a:pt x="261" y="49"/>
                  </a:lnTo>
                  <a:lnTo>
                    <a:pt x="262" y="38"/>
                  </a:lnTo>
                  <a:lnTo>
                    <a:pt x="261" y="27"/>
                  </a:lnTo>
                  <a:lnTo>
                    <a:pt x="257" y="24"/>
                  </a:lnTo>
                  <a:lnTo>
                    <a:pt x="255" y="18"/>
                  </a:lnTo>
                  <a:lnTo>
                    <a:pt x="244" y="9"/>
                  </a:lnTo>
                  <a:lnTo>
                    <a:pt x="244" y="9"/>
                  </a:lnTo>
                  <a:lnTo>
                    <a:pt x="241" y="5"/>
                  </a:lnTo>
                  <a:lnTo>
                    <a:pt x="235" y="2"/>
                  </a:lnTo>
                  <a:lnTo>
                    <a:pt x="224" y="0"/>
                  </a:lnTo>
                  <a:lnTo>
                    <a:pt x="214" y="2"/>
                  </a:lnTo>
                  <a:lnTo>
                    <a:pt x="210" y="5"/>
                  </a:lnTo>
                  <a:lnTo>
                    <a:pt x="204" y="9"/>
                  </a:lnTo>
                  <a:lnTo>
                    <a:pt x="132" y="82"/>
                  </a:lnTo>
                  <a:lnTo>
                    <a:pt x="58" y="9"/>
                  </a:lnTo>
                  <a:lnTo>
                    <a:pt x="58" y="9"/>
                  </a:lnTo>
                  <a:lnTo>
                    <a:pt x="54" y="5"/>
                  </a:lnTo>
                  <a:lnTo>
                    <a:pt x="49" y="2"/>
                  </a:lnTo>
                  <a:lnTo>
                    <a:pt x="38" y="0"/>
                  </a:lnTo>
                  <a:lnTo>
                    <a:pt x="27" y="2"/>
                  </a:lnTo>
                  <a:lnTo>
                    <a:pt x="23" y="5"/>
                  </a:lnTo>
                  <a:lnTo>
                    <a:pt x="18" y="9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5" y="24"/>
                  </a:lnTo>
                  <a:lnTo>
                    <a:pt x="3" y="27"/>
                  </a:lnTo>
                  <a:lnTo>
                    <a:pt x="0" y="38"/>
                  </a:lnTo>
                  <a:lnTo>
                    <a:pt x="3" y="49"/>
                  </a:lnTo>
                  <a:lnTo>
                    <a:pt x="5" y="53"/>
                  </a:lnTo>
                  <a:lnTo>
                    <a:pt x="9" y="58"/>
                  </a:lnTo>
                  <a:lnTo>
                    <a:pt x="83" y="132"/>
                  </a:lnTo>
                  <a:lnTo>
                    <a:pt x="9" y="205"/>
                  </a:lnTo>
                  <a:lnTo>
                    <a:pt x="9" y="205"/>
                  </a:lnTo>
                  <a:lnTo>
                    <a:pt x="5" y="210"/>
                  </a:lnTo>
                  <a:lnTo>
                    <a:pt x="3" y="214"/>
                  </a:lnTo>
                  <a:lnTo>
                    <a:pt x="0" y="225"/>
                  </a:lnTo>
                  <a:lnTo>
                    <a:pt x="3" y="236"/>
                  </a:lnTo>
                  <a:lnTo>
                    <a:pt x="5" y="241"/>
                  </a:lnTo>
                  <a:lnTo>
                    <a:pt x="9" y="245"/>
                  </a:lnTo>
                  <a:lnTo>
                    <a:pt x="18" y="254"/>
                  </a:lnTo>
                  <a:lnTo>
                    <a:pt x="18" y="254"/>
                  </a:lnTo>
                  <a:lnTo>
                    <a:pt x="23" y="257"/>
                  </a:lnTo>
                  <a:lnTo>
                    <a:pt x="27" y="261"/>
                  </a:lnTo>
                  <a:lnTo>
                    <a:pt x="38" y="263"/>
                  </a:lnTo>
                  <a:lnTo>
                    <a:pt x="49" y="261"/>
                  </a:lnTo>
                  <a:lnTo>
                    <a:pt x="54" y="257"/>
                  </a:lnTo>
                  <a:lnTo>
                    <a:pt x="58" y="254"/>
                  </a:lnTo>
                  <a:lnTo>
                    <a:pt x="132" y="181"/>
                  </a:lnTo>
                  <a:lnTo>
                    <a:pt x="204" y="254"/>
                  </a:lnTo>
                  <a:lnTo>
                    <a:pt x="204" y="254"/>
                  </a:lnTo>
                  <a:lnTo>
                    <a:pt x="210" y="257"/>
                  </a:lnTo>
                  <a:lnTo>
                    <a:pt x="214" y="261"/>
                  </a:lnTo>
                  <a:lnTo>
                    <a:pt x="224" y="263"/>
                  </a:lnTo>
                  <a:lnTo>
                    <a:pt x="235" y="261"/>
                  </a:lnTo>
                  <a:lnTo>
                    <a:pt x="241" y="257"/>
                  </a:lnTo>
                  <a:lnTo>
                    <a:pt x="244" y="254"/>
                  </a:lnTo>
                  <a:lnTo>
                    <a:pt x="255" y="245"/>
                  </a:lnTo>
                  <a:lnTo>
                    <a:pt x="255" y="245"/>
                  </a:lnTo>
                  <a:lnTo>
                    <a:pt x="257" y="241"/>
                  </a:lnTo>
                  <a:lnTo>
                    <a:pt x="261" y="236"/>
                  </a:lnTo>
                  <a:lnTo>
                    <a:pt x="262" y="225"/>
                  </a:lnTo>
                  <a:lnTo>
                    <a:pt x="261" y="214"/>
                  </a:lnTo>
                  <a:lnTo>
                    <a:pt x="257" y="210"/>
                  </a:lnTo>
                  <a:lnTo>
                    <a:pt x="255" y="205"/>
                  </a:lnTo>
                  <a:lnTo>
                    <a:pt x="181" y="13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51F08C00-6083-4FEA-8D6A-CAAB933F7E76}"/>
              </a:ext>
            </a:extLst>
          </p:cNvPr>
          <p:cNvGrpSpPr/>
          <p:nvPr/>
        </p:nvGrpSpPr>
        <p:grpSpPr>
          <a:xfrm>
            <a:off x="8940548" y="3351876"/>
            <a:ext cx="287912" cy="287912"/>
            <a:chOff x="2509475" y="2880199"/>
            <a:chExt cx="287912" cy="287912"/>
          </a:xfrm>
        </p:grpSpPr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25C68EAC-C161-4B24-A6BF-C7EFB4841BED}"/>
                </a:ext>
              </a:extLst>
            </p:cNvPr>
            <p:cNvSpPr/>
            <p:nvPr/>
          </p:nvSpPr>
          <p:spPr>
            <a:xfrm>
              <a:off x="2509475" y="2880199"/>
              <a:ext cx="287912" cy="28791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17" name="Freeform 26">
              <a:extLst>
                <a:ext uri="{FF2B5EF4-FFF2-40B4-BE49-F238E27FC236}">
                  <a16:creationId xmlns:a16="http://schemas.microsoft.com/office/drawing/2014/main" id="{1CA6C004-0B37-4E60-87BA-3DF78822C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21" y="2967371"/>
              <a:ext cx="109014" cy="113058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D7C4E2E7-F034-42A9-9004-93C274734724}"/>
              </a:ext>
            </a:extLst>
          </p:cNvPr>
          <p:cNvGrpSpPr/>
          <p:nvPr/>
        </p:nvGrpSpPr>
        <p:grpSpPr>
          <a:xfrm>
            <a:off x="10921748" y="3351876"/>
            <a:ext cx="287912" cy="287912"/>
            <a:chOff x="2509475" y="2880199"/>
            <a:chExt cx="287912" cy="287912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008EB5A1-EB0F-4C19-9279-D93F96830AAB}"/>
                </a:ext>
              </a:extLst>
            </p:cNvPr>
            <p:cNvSpPr/>
            <p:nvPr/>
          </p:nvSpPr>
          <p:spPr>
            <a:xfrm>
              <a:off x="2509475" y="2880199"/>
              <a:ext cx="287912" cy="28791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20" name="Freeform 26">
              <a:extLst>
                <a:ext uri="{FF2B5EF4-FFF2-40B4-BE49-F238E27FC236}">
                  <a16:creationId xmlns:a16="http://schemas.microsoft.com/office/drawing/2014/main" id="{8A66BC7F-A278-44C3-A0F1-F4EB67318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21" y="2967371"/>
              <a:ext cx="109014" cy="113058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FB73553-7207-4D7E-A356-F4766D9EF71A}"/>
              </a:ext>
            </a:extLst>
          </p:cNvPr>
          <p:cNvGrpSpPr/>
          <p:nvPr/>
        </p:nvGrpSpPr>
        <p:grpSpPr>
          <a:xfrm>
            <a:off x="2069510" y="3948776"/>
            <a:ext cx="287912" cy="287912"/>
            <a:chOff x="2509475" y="2880199"/>
            <a:chExt cx="287912" cy="287912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4CC8ED18-2630-4C65-92A0-D18188E210B8}"/>
                </a:ext>
              </a:extLst>
            </p:cNvPr>
            <p:cNvSpPr/>
            <p:nvPr/>
          </p:nvSpPr>
          <p:spPr>
            <a:xfrm>
              <a:off x="2509475" y="2880199"/>
              <a:ext cx="287912" cy="28791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23" name="Freeform 26">
              <a:extLst>
                <a:ext uri="{FF2B5EF4-FFF2-40B4-BE49-F238E27FC236}">
                  <a16:creationId xmlns:a16="http://schemas.microsoft.com/office/drawing/2014/main" id="{041626C5-92D4-4EFF-BEA6-B5F6F8E337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21" y="2967371"/>
              <a:ext cx="109014" cy="113058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6DF8FCAC-E53E-4770-9DDF-0EE51209C91F}"/>
              </a:ext>
            </a:extLst>
          </p:cNvPr>
          <p:cNvGrpSpPr/>
          <p:nvPr/>
        </p:nvGrpSpPr>
        <p:grpSpPr>
          <a:xfrm>
            <a:off x="3047410" y="3948776"/>
            <a:ext cx="287912" cy="287912"/>
            <a:chOff x="3085510" y="2447832"/>
            <a:chExt cx="287912" cy="287912"/>
          </a:xfrm>
        </p:grpSpPr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20B248A9-0DC7-4A20-8D61-7F9C743C36B5}"/>
                </a:ext>
              </a:extLst>
            </p:cNvPr>
            <p:cNvSpPr/>
            <p:nvPr/>
          </p:nvSpPr>
          <p:spPr>
            <a:xfrm>
              <a:off x="3085510" y="2447832"/>
              <a:ext cx="287912" cy="28791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26" name="Freeform 105">
              <a:extLst>
                <a:ext uri="{FF2B5EF4-FFF2-40B4-BE49-F238E27FC236}">
                  <a16:creationId xmlns:a16="http://schemas.microsoft.com/office/drawing/2014/main" id="{823162D7-2BCE-40E6-8141-C23A221BC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7670" y="2529995"/>
              <a:ext cx="123586" cy="123586"/>
            </a:xfrm>
            <a:custGeom>
              <a:avLst/>
              <a:gdLst/>
              <a:ahLst/>
              <a:cxnLst>
                <a:cxn ang="0">
                  <a:pos x="255" y="58"/>
                </a:cxn>
                <a:cxn ang="0">
                  <a:pos x="257" y="53"/>
                </a:cxn>
                <a:cxn ang="0">
                  <a:pos x="262" y="38"/>
                </a:cxn>
                <a:cxn ang="0">
                  <a:pos x="257" y="24"/>
                </a:cxn>
                <a:cxn ang="0">
                  <a:pos x="244" y="9"/>
                </a:cxn>
                <a:cxn ang="0">
                  <a:pos x="241" y="5"/>
                </a:cxn>
                <a:cxn ang="0">
                  <a:pos x="224" y="0"/>
                </a:cxn>
                <a:cxn ang="0">
                  <a:pos x="210" y="5"/>
                </a:cxn>
                <a:cxn ang="0">
                  <a:pos x="132" y="82"/>
                </a:cxn>
                <a:cxn ang="0">
                  <a:pos x="58" y="9"/>
                </a:cxn>
                <a:cxn ang="0">
                  <a:pos x="49" y="2"/>
                </a:cxn>
                <a:cxn ang="0">
                  <a:pos x="27" y="2"/>
                </a:cxn>
                <a:cxn ang="0">
                  <a:pos x="18" y="9"/>
                </a:cxn>
                <a:cxn ang="0">
                  <a:pos x="9" y="18"/>
                </a:cxn>
                <a:cxn ang="0">
                  <a:pos x="3" y="27"/>
                </a:cxn>
                <a:cxn ang="0">
                  <a:pos x="3" y="49"/>
                </a:cxn>
                <a:cxn ang="0">
                  <a:pos x="9" y="58"/>
                </a:cxn>
                <a:cxn ang="0">
                  <a:pos x="9" y="205"/>
                </a:cxn>
                <a:cxn ang="0">
                  <a:pos x="5" y="210"/>
                </a:cxn>
                <a:cxn ang="0">
                  <a:pos x="0" y="225"/>
                </a:cxn>
                <a:cxn ang="0">
                  <a:pos x="5" y="241"/>
                </a:cxn>
                <a:cxn ang="0">
                  <a:pos x="18" y="254"/>
                </a:cxn>
                <a:cxn ang="0">
                  <a:pos x="23" y="257"/>
                </a:cxn>
                <a:cxn ang="0">
                  <a:pos x="38" y="263"/>
                </a:cxn>
                <a:cxn ang="0">
                  <a:pos x="54" y="257"/>
                </a:cxn>
                <a:cxn ang="0">
                  <a:pos x="132" y="181"/>
                </a:cxn>
                <a:cxn ang="0">
                  <a:pos x="204" y="254"/>
                </a:cxn>
                <a:cxn ang="0">
                  <a:pos x="214" y="261"/>
                </a:cxn>
                <a:cxn ang="0">
                  <a:pos x="235" y="261"/>
                </a:cxn>
                <a:cxn ang="0">
                  <a:pos x="244" y="254"/>
                </a:cxn>
                <a:cxn ang="0">
                  <a:pos x="255" y="245"/>
                </a:cxn>
                <a:cxn ang="0">
                  <a:pos x="261" y="236"/>
                </a:cxn>
                <a:cxn ang="0">
                  <a:pos x="261" y="214"/>
                </a:cxn>
                <a:cxn ang="0">
                  <a:pos x="255" y="205"/>
                </a:cxn>
              </a:cxnLst>
              <a:rect l="0" t="0" r="r" b="b"/>
              <a:pathLst>
                <a:path w="262" h="263">
                  <a:moveTo>
                    <a:pt x="181" y="132"/>
                  </a:moveTo>
                  <a:lnTo>
                    <a:pt x="255" y="58"/>
                  </a:lnTo>
                  <a:lnTo>
                    <a:pt x="255" y="58"/>
                  </a:lnTo>
                  <a:lnTo>
                    <a:pt x="257" y="53"/>
                  </a:lnTo>
                  <a:lnTo>
                    <a:pt x="261" y="49"/>
                  </a:lnTo>
                  <a:lnTo>
                    <a:pt x="262" y="38"/>
                  </a:lnTo>
                  <a:lnTo>
                    <a:pt x="261" y="27"/>
                  </a:lnTo>
                  <a:lnTo>
                    <a:pt x="257" y="24"/>
                  </a:lnTo>
                  <a:lnTo>
                    <a:pt x="255" y="18"/>
                  </a:lnTo>
                  <a:lnTo>
                    <a:pt x="244" y="9"/>
                  </a:lnTo>
                  <a:lnTo>
                    <a:pt x="244" y="9"/>
                  </a:lnTo>
                  <a:lnTo>
                    <a:pt x="241" y="5"/>
                  </a:lnTo>
                  <a:lnTo>
                    <a:pt x="235" y="2"/>
                  </a:lnTo>
                  <a:lnTo>
                    <a:pt x="224" y="0"/>
                  </a:lnTo>
                  <a:lnTo>
                    <a:pt x="214" y="2"/>
                  </a:lnTo>
                  <a:lnTo>
                    <a:pt x="210" y="5"/>
                  </a:lnTo>
                  <a:lnTo>
                    <a:pt x="204" y="9"/>
                  </a:lnTo>
                  <a:lnTo>
                    <a:pt x="132" y="82"/>
                  </a:lnTo>
                  <a:lnTo>
                    <a:pt x="58" y="9"/>
                  </a:lnTo>
                  <a:lnTo>
                    <a:pt x="58" y="9"/>
                  </a:lnTo>
                  <a:lnTo>
                    <a:pt x="54" y="5"/>
                  </a:lnTo>
                  <a:lnTo>
                    <a:pt x="49" y="2"/>
                  </a:lnTo>
                  <a:lnTo>
                    <a:pt x="38" y="0"/>
                  </a:lnTo>
                  <a:lnTo>
                    <a:pt x="27" y="2"/>
                  </a:lnTo>
                  <a:lnTo>
                    <a:pt x="23" y="5"/>
                  </a:lnTo>
                  <a:lnTo>
                    <a:pt x="18" y="9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5" y="24"/>
                  </a:lnTo>
                  <a:lnTo>
                    <a:pt x="3" y="27"/>
                  </a:lnTo>
                  <a:lnTo>
                    <a:pt x="0" y="38"/>
                  </a:lnTo>
                  <a:lnTo>
                    <a:pt x="3" y="49"/>
                  </a:lnTo>
                  <a:lnTo>
                    <a:pt x="5" y="53"/>
                  </a:lnTo>
                  <a:lnTo>
                    <a:pt x="9" y="58"/>
                  </a:lnTo>
                  <a:lnTo>
                    <a:pt x="83" y="132"/>
                  </a:lnTo>
                  <a:lnTo>
                    <a:pt x="9" y="205"/>
                  </a:lnTo>
                  <a:lnTo>
                    <a:pt x="9" y="205"/>
                  </a:lnTo>
                  <a:lnTo>
                    <a:pt x="5" y="210"/>
                  </a:lnTo>
                  <a:lnTo>
                    <a:pt x="3" y="214"/>
                  </a:lnTo>
                  <a:lnTo>
                    <a:pt x="0" y="225"/>
                  </a:lnTo>
                  <a:lnTo>
                    <a:pt x="3" y="236"/>
                  </a:lnTo>
                  <a:lnTo>
                    <a:pt x="5" y="241"/>
                  </a:lnTo>
                  <a:lnTo>
                    <a:pt x="9" y="245"/>
                  </a:lnTo>
                  <a:lnTo>
                    <a:pt x="18" y="254"/>
                  </a:lnTo>
                  <a:lnTo>
                    <a:pt x="18" y="254"/>
                  </a:lnTo>
                  <a:lnTo>
                    <a:pt x="23" y="257"/>
                  </a:lnTo>
                  <a:lnTo>
                    <a:pt x="27" y="261"/>
                  </a:lnTo>
                  <a:lnTo>
                    <a:pt x="38" y="263"/>
                  </a:lnTo>
                  <a:lnTo>
                    <a:pt x="49" y="261"/>
                  </a:lnTo>
                  <a:lnTo>
                    <a:pt x="54" y="257"/>
                  </a:lnTo>
                  <a:lnTo>
                    <a:pt x="58" y="254"/>
                  </a:lnTo>
                  <a:lnTo>
                    <a:pt x="132" y="181"/>
                  </a:lnTo>
                  <a:lnTo>
                    <a:pt x="204" y="254"/>
                  </a:lnTo>
                  <a:lnTo>
                    <a:pt x="204" y="254"/>
                  </a:lnTo>
                  <a:lnTo>
                    <a:pt x="210" y="257"/>
                  </a:lnTo>
                  <a:lnTo>
                    <a:pt x="214" y="261"/>
                  </a:lnTo>
                  <a:lnTo>
                    <a:pt x="224" y="263"/>
                  </a:lnTo>
                  <a:lnTo>
                    <a:pt x="235" y="261"/>
                  </a:lnTo>
                  <a:lnTo>
                    <a:pt x="241" y="257"/>
                  </a:lnTo>
                  <a:lnTo>
                    <a:pt x="244" y="254"/>
                  </a:lnTo>
                  <a:lnTo>
                    <a:pt x="255" y="245"/>
                  </a:lnTo>
                  <a:lnTo>
                    <a:pt x="255" y="245"/>
                  </a:lnTo>
                  <a:lnTo>
                    <a:pt x="257" y="241"/>
                  </a:lnTo>
                  <a:lnTo>
                    <a:pt x="261" y="236"/>
                  </a:lnTo>
                  <a:lnTo>
                    <a:pt x="262" y="225"/>
                  </a:lnTo>
                  <a:lnTo>
                    <a:pt x="261" y="214"/>
                  </a:lnTo>
                  <a:lnTo>
                    <a:pt x="257" y="210"/>
                  </a:lnTo>
                  <a:lnTo>
                    <a:pt x="255" y="205"/>
                  </a:lnTo>
                  <a:lnTo>
                    <a:pt x="181" y="13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FD98D53C-17AB-4A4A-A796-B9CD016B3BC2}"/>
              </a:ext>
            </a:extLst>
          </p:cNvPr>
          <p:cNvGrpSpPr/>
          <p:nvPr/>
        </p:nvGrpSpPr>
        <p:grpSpPr>
          <a:xfrm>
            <a:off x="5022257" y="3948776"/>
            <a:ext cx="287912" cy="287912"/>
            <a:chOff x="2509475" y="2880199"/>
            <a:chExt cx="287912" cy="287912"/>
          </a:xfrm>
        </p:grpSpPr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A440B6BB-1CBE-4B8F-B304-3352EAEB30AC}"/>
                </a:ext>
              </a:extLst>
            </p:cNvPr>
            <p:cNvSpPr/>
            <p:nvPr/>
          </p:nvSpPr>
          <p:spPr>
            <a:xfrm>
              <a:off x="2509475" y="2880199"/>
              <a:ext cx="287912" cy="28791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29" name="Freeform 26">
              <a:extLst>
                <a:ext uri="{FF2B5EF4-FFF2-40B4-BE49-F238E27FC236}">
                  <a16:creationId xmlns:a16="http://schemas.microsoft.com/office/drawing/2014/main" id="{AFA4396C-2F49-43B5-BC05-CF1200F76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21" y="2967371"/>
              <a:ext cx="109014" cy="113058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26A361C1-96D9-4CA8-8656-7B4E43DC735C}"/>
              </a:ext>
            </a:extLst>
          </p:cNvPr>
          <p:cNvGrpSpPr/>
          <p:nvPr/>
        </p:nvGrpSpPr>
        <p:grpSpPr>
          <a:xfrm>
            <a:off x="6008950" y="3948776"/>
            <a:ext cx="287912" cy="287912"/>
            <a:chOff x="2509475" y="2880199"/>
            <a:chExt cx="287912" cy="287912"/>
          </a:xfrm>
        </p:grpSpPr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475BEFAC-5381-404E-9EF1-7437AF53228A}"/>
                </a:ext>
              </a:extLst>
            </p:cNvPr>
            <p:cNvSpPr/>
            <p:nvPr/>
          </p:nvSpPr>
          <p:spPr>
            <a:xfrm>
              <a:off x="2509475" y="2880199"/>
              <a:ext cx="287912" cy="28791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32" name="Freeform 26">
              <a:extLst>
                <a:ext uri="{FF2B5EF4-FFF2-40B4-BE49-F238E27FC236}">
                  <a16:creationId xmlns:a16="http://schemas.microsoft.com/office/drawing/2014/main" id="{4CA1FBC5-0FB2-426D-8285-D0ABAFB7A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21" y="2967371"/>
              <a:ext cx="109014" cy="113058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D0F792BD-F8D6-4D92-97E8-F371A27436F2}"/>
              </a:ext>
            </a:extLst>
          </p:cNvPr>
          <p:cNvGrpSpPr/>
          <p:nvPr/>
        </p:nvGrpSpPr>
        <p:grpSpPr>
          <a:xfrm>
            <a:off x="7968094" y="3948776"/>
            <a:ext cx="287912" cy="287912"/>
            <a:chOff x="3085510" y="2447832"/>
            <a:chExt cx="287912" cy="287912"/>
          </a:xfrm>
        </p:grpSpPr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80C10306-BBAB-46A7-A8D2-AE0B57C40F54}"/>
                </a:ext>
              </a:extLst>
            </p:cNvPr>
            <p:cNvSpPr/>
            <p:nvPr/>
          </p:nvSpPr>
          <p:spPr>
            <a:xfrm>
              <a:off x="3085510" y="2447832"/>
              <a:ext cx="287912" cy="28791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35" name="Freeform 105">
              <a:extLst>
                <a:ext uri="{FF2B5EF4-FFF2-40B4-BE49-F238E27FC236}">
                  <a16:creationId xmlns:a16="http://schemas.microsoft.com/office/drawing/2014/main" id="{1E90D413-E7DB-4165-B956-0592CF3EB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7670" y="2529995"/>
              <a:ext cx="123586" cy="123586"/>
            </a:xfrm>
            <a:custGeom>
              <a:avLst/>
              <a:gdLst/>
              <a:ahLst/>
              <a:cxnLst>
                <a:cxn ang="0">
                  <a:pos x="255" y="58"/>
                </a:cxn>
                <a:cxn ang="0">
                  <a:pos x="257" y="53"/>
                </a:cxn>
                <a:cxn ang="0">
                  <a:pos x="262" y="38"/>
                </a:cxn>
                <a:cxn ang="0">
                  <a:pos x="257" y="24"/>
                </a:cxn>
                <a:cxn ang="0">
                  <a:pos x="244" y="9"/>
                </a:cxn>
                <a:cxn ang="0">
                  <a:pos x="241" y="5"/>
                </a:cxn>
                <a:cxn ang="0">
                  <a:pos x="224" y="0"/>
                </a:cxn>
                <a:cxn ang="0">
                  <a:pos x="210" y="5"/>
                </a:cxn>
                <a:cxn ang="0">
                  <a:pos x="132" y="82"/>
                </a:cxn>
                <a:cxn ang="0">
                  <a:pos x="58" y="9"/>
                </a:cxn>
                <a:cxn ang="0">
                  <a:pos x="49" y="2"/>
                </a:cxn>
                <a:cxn ang="0">
                  <a:pos x="27" y="2"/>
                </a:cxn>
                <a:cxn ang="0">
                  <a:pos x="18" y="9"/>
                </a:cxn>
                <a:cxn ang="0">
                  <a:pos x="9" y="18"/>
                </a:cxn>
                <a:cxn ang="0">
                  <a:pos x="3" y="27"/>
                </a:cxn>
                <a:cxn ang="0">
                  <a:pos x="3" y="49"/>
                </a:cxn>
                <a:cxn ang="0">
                  <a:pos x="9" y="58"/>
                </a:cxn>
                <a:cxn ang="0">
                  <a:pos x="9" y="205"/>
                </a:cxn>
                <a:cxn ang="0">
                  <a:pos x="5" y="210"/>
                </a:cxn>
                <a:cxn ang="0">
                  <a:pos x="0" y="225"/>
                </a:cxn>
                <a:cxn ang="0">
                  <a:pos x="5" y="241"/>
                </a:cxn>
                <a:cxn ang="0">
                  <a:pos x="18" y="254"/>
                </a:cxn>
                <a:cxn ang="0">
                  <a:pos x="23" y="257"/>
                </a:cxn>
                <a:cxn ang="0">
                  <a:pos x="38" y="263"/>
                </a:cxn>
                <a:cxn ang="0">
                  <a:pos x="54" y="257"/>
                </a:cxn>
                <a:cxn ang="0">
                  <a:pos x="132" y="181"/>
                </a:cxn>
                <a:cxn ang="0">
                  <a:pos x="204" y="254"/>
                </a:cxn>
                <a:cxn ang="0">
                  <a:pos x="214" y="261"/>
                </a:cxn>
                <a:cxn ang="0">
                  <a:pos x="235" y="261"/>
                </a:cxn>
                <a:cxn ang="0">
                  <a:pos x="244" y="254"/>
                </a:cxn>
                <a:cxn ang="0">
                  <a:pos x="255" y="245"/>
                </a:cxn>
                <a:cxn ang="0">
                  <a:pos x="261" y="236"/>
                </a:cxn>
                <a:cxn ang="0">
                  <a:pos x="261" y="214"/>
                </a:cxn>
                <a:cxn ang="0">
                  <a:pos x="255" y="205"/>
                </a:cxn>
              </a:cxnLst>
              <a:rect l="0" t="0" r="r" b="b"/>
              <a:pathLst>
                <a:path w="262" h="263">
                  <a:moveTo>
                    <a:pt x="181" y="132"/>
                  </a:moveTo>
                  <a:lnTo>
                    <a:pt x="255" y="58"/>
                  </a:lnTo>
                  <a:lnTo>
                    <a:pt x="255" y="58"/>
                  </a:lnTo>
                  <a:lnTo>
                    <a:pt x="257" y="53"/>
                  </a:lnTo>
                  <a:lnTo>
                    <a:pt x="261" y="49"/>
                  </a:lnTo>
                  <a:lnTo>
                    <a:pt x="262" y="38"/>
                  </a:lnTo>
                  <a:lnTo>
                    <a:pt x="261" y="27"/>
                  </a:lnTo>
                  <a:lnTo>
                    <a:pt x="257" y="24"/>
                  </a:lnTo>
                  <a:lnTo>
                    <a:pt x="255" y="18"/>
                  </a:lnTo>
                  <a:lnTo>
                    <a:pt x="244" y="9"/>
                  </a:lnTo>
                  <a:lnTo>
                    <a:pt x="244" y="9"/>
                  </a:lnTo>
                  <a:lnTo>
                    <a:pt x="241" y="5"/>
                  </a:lnTo>
                  <a:lnTo>
                    <a:pt x="235" y="2"/>
                  </a:lnTo>
                  <a:lnTo>
                    <a:pt x="224" y="0"/>
                  </a:lnTo>
                  <a:lnTo>
                    <a:pt x="214" y="2"/>
                  </a:lnTo>
                  <a:lnTo>
                    <a:pt x="210" y="5"/>
                  </a:lnTo>
                  <a:lnTo>
                    <a:pt x="204" y="9"/>
                  </a:lnTo>
                  <a:lnTo>
                    <a:pt x="132" y="82"/>
                  </a:lnTo>
                  <a:lnTo>
                    <a:pt x="58" y="9"/>
                  </a:lnTo>
                  <a:lnTo>
                    <a:pt x="58" y="9"/>
                  </a:lnTo>
                  <a:lnTo>
                    <a:pt x="54" y="5"/>
                  </a:lnTo>
                  <a:lnTo>
                    <a:pt x="49" y="2"/>
                  </a:lnTo>
                  <a:lnTo>
                    <a:pt x="38" y="0"/>
                  </a:lnTo>
                  <a:lnTo>
                    <a:pt x="27" y="2"/>
                  </a:lnTo>
                  <a:lnTo>
                    <a:pt x="23" y="5"/>
                  </a:lnTo>
                  <a:lnTo>
                    <a:pt x="18" y="9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5" y="24"/>
                  </a:lnTo>
                  <a:lnTo>
                    <a:pt x="3" y="27"/>
                  </a:lnTo>
                  <a:lnTo>
                    <a:pt x="0" y="38"/>
                  </a:lnTo>
                  <a:lnTo>
                    <a:pt x="3" y="49"/>
                  </a:lnTo>
                  <a:lnTo>
                    <a:pt x="5" y="53"/>
                  </a:lnTo>
                  <a:lnTo>
                    <a:pt x="9" y="58"/>
                  </a:lnTo>
                  <a:lnTo>
                    <a:pt x="83" y="132"/>
                  </a:lnTo>
                  <a:lnTo>
                    <a:pt x="9" y="205"/>
                  </a:lnTo>
                  <a:lnTo>
                    <a:pt x="9" y="205"/>
                  </a:lnTo>
                  <a:lnTo>
                    <a:pt x="5" y="210"/>
                  </a:lnTo>
                  <a:lnTo>
                    <a:pt x="3" y="214"/>
                  </a:lnTo>
                  <a:lnTo>
                    <a:pt x="0" y="225"/>
                  </a:lnTo>
                  <a:lnTo>
                    <a:pt x="3" y="236"/>
                  </a:lnTo>
                  <a:lnTo>
                    <a:pt x="5" y="241"/>
                  </a:lnTo>
                  <a:lnTo>
                    <a:pt x="9" y="245"/>
                  </a:lnTo>
                  <a:lnTo>
                    <a:pt x="18" y="254"/>
                  </a:lnTo>
                  <a:lnTo>
                    <a:pt x="18" y="254"/>
                  </a:lnTo>
                  <a:lnTo>
                    <a:pt x="23" y="257"/>
                  </a:lnTo>
                  <a:lnTo>
                    <a:pt x="27" y="261"/>
                  </a:lnTo>
                  <a:lnTo>
                    <a:pt x="38" y="263"/>
                  </a:lnTo>
                  <a:lnTo>
                    <a:pt x="49" y="261"/>
                  </a:lnTo>
                  <a:lnTo>
                    <a:pt x="54" y="257"/>
                  </a:lnTo>
                  <a:lnTo>
                    <a:pt x="58" y="254"/>
                  </a:lnTo>
                  <a:lnTo>
                    <a:pt x="132" y="181"/>
                  </a:lnTo>
                  <a:lnTo>
                    <a:pt x="204" y="254"/>
                  </a:lnTo>
                  <a:lnTo>
                    <a:pt x="204" y="254"/>
                  </a:lnTo>
                  <a:lnTo>
                    <a:pt x="210" y="257"/>
                  </a:lnTo>
                  <a:lnTo>
                    <a:pt x="214" y="261"/>
                  </a:lnTo>
                  <a:lnTo>
                    <a:pt x="224" y="263"/>
                  </a:lnTo>
                  <a:lnTo>
                    <a:pt x="235" y="261"/>
                  </a:lnTo>
                  <a:lnTo>
                    <a:pt x="241" y="257"/>
                  </a:lnTo>
                  <a:lnTo>
                    <a:pt x="244" y="254"/>
                  </a:lnTo>
                  <a:lnTo>
                    <a:pt x="255" y="245"/>
                  </a:lnTo>
                  <a:lnTo>
                    <a:pt x="255" y="245"/>
                  </a:lnTo>
                  <a:lnTo>
                    <a:pt x="257" y="241"/>
                  </a:lnTo>
                  <a:lnTo>
                    <a:pt x="261" y="236"/>
                  </a:lnTo>
                  <a:lnTo>
                    <a:pt x="262" y="225"/>
                  </a:lnTo>
                  <a:lnTo>
                    <a:pt x="261" y="214"/>
                  </a:lnTo>
                  <a:lnTo>
                    <a:pt x="257" y="210"/>
                  </a:lnTo>
                  <a:lnTo>
                    <a:pt x="255" y="205"/>
                  </a:lnTo>
                  <a:lnTo>
                    <a:pt x="181" y="13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112B92BA-991E-47EC-9EB6-43975654CAC4}"/>
              </a:ext>
            </a:extLst>
          </p:cNvPr>
          <p:cNvGrpSpPr/>
          <p:nvPr/>
        </p:nvGrpSpPr>
        <p:grpSpPr>
          <a:xfrm>
            <a:off x="8940548" y="3948776"/>
            <a:ext cx="287912" cy="287912"/>
            <a:chOff x="3085510" y="2447832"/>
            <a:chExt cx="287912" cy="287912"/>
          </a:xfrm>
        </p:grpSpPr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1198F4B9-597B-4992-8B2D-248BCA4AE0FA}"/>
                </a:ext>
              </a:extLst>
            </p:cNvPr>
            <p:cNvSpPr/>
            <p:nvPr/>
          </p:nvSpPr>
          <p:spPr>
            <a:xfrm>
              <a:off x="3085510" y="2447832"/>
              <a:ext cx="287912" cy="28791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38" name="Freeform 105">
              <a:extLst>
                <a:ext uri="{FF2B5EF4-FFF2-40B4-BE49-F238E27FC236}">
                  <a16:creationId xmlns:a16="http://schemas.microsoft.com/office/drawing/2014/main" id="{8B32D9E2-D72F-4442-AEB9-222477DA0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7670" y="2529995"/>
              <a:ext cx="123586" cy="123586"/>
            </a:xfrm>
            <a:custGeom>
              <a:avLst/>
              <a:gdLst/>
              <a:ahLst/>
              <a:cxnLst>
                <a:cxn ang="0">
                  <a:pos x="255" y="58"/>
                </a:cxn>
                <a:cxn ang="0">
                  <a:pos x="257" y="53"/>
                </a:cxn>
                <a:cxn ang="0">
                  <a:pos x="262" y="38"/>
                </a:cxn>
                <a:cxn ang="0">
                  <a:pos x="257" y="24"/>
                </a:cxn>
                <a:cxn ang="0">
                  <a:pos x="244" y="9"/>
                </a:cxn>
                <a:cxn ang="0">
                  <a:pos x="241" y="5"/>
                </a:cxn>
                <a:cxn ang="0">
                  <a:pos x="224" y="0"/>
                </a:cxn>
                <a:cxn ang="0">
                  <a:pos x="210" y="5"/>
                </a:cxn>
                <a:cxn ang="0">
                  <a:pos x="132" y="82"/>
                </a:cxn>
                <a:cxn ang="0">
                  <a:pos x="58" y="9"/>
                </a:cxn>
                <a:cxn ang="0">
                  <a:pos x="49" y="2"/>
                </a:cxn>
                <a:cxn ang="0">
                  <a:pos x="27" y="2"/>
                </a:cxn>
                <a:cxn ang="0">
                  <a:pos x="18" y="9"/>
                </a:cxn>
                <a:cxn ang="0">
                  <a:pos x="9" y="18"/>
                </a:cxn>
                <a:cxn ang="0">
                  <a:pos x="3" y="27"/>
                </a:cxn>
                <a:cxn ang="0">
                  <a:pos x="3" y="49"/>
                </a:cxn>
                <a:cxn ang="0">
                  <a:pos x="9" y="58"/>
                </a:cxn>
                <a:cxn ang="0">
                  <a:pos x="9" y="205"/>
                </a:cxn>
                <a:cxn ang="0">
                  <a:pos x="5" y="210"/>
                </a:cxn>
                <a:cxn ang="0">
                  <a:pos x="0" y="225"/>
                </a:cxn>
                <a:cxn ang="0">
                  <a:pos x="5" y="241"/>
                </a:cxn>
                <a:cxn ang="0">
                  <a:pos x="18" y="254"/>
                </a:cxn>
                <a:cxn ang="0">
                  <a:pos x="23" y="257"/>
                </a:cxn>
                <a:cxn ang="0">
                  <a:pos x="38" y="263"/>
                </a:cxn>
                <a:cxn ang="0">
                  <a:pos x="54" y="257"/>
                </a:cxn>
                <a:cxn ang="0">
                  <a:pos x="132" y="181"/>
                </a:cxn>
                <a:cxn ang="0">
                  <a:pos x="204" y="254"/>
                </a:cxn>
                <a:cxn ang="0">
                  <a:pos x="214" y="261"/>
                </a:cxn>
                <a:cxn ang="0">
                  <a:pos x="235" y="261"/>
                </a:cxn>
                <a:cxn ang="0">
                  <a:pos x="244" y="254"/>
                </a:cxn>
                <a:cxn ang="0">
                  <a:pos x="255" y="245"/>
                </a:cxn>
                <a:cxn ang="0">
                  <a:pos x="261" y="236"/>
                </a:cxn>
                <a:cxn ang="0">
                  <a:pos x="261" y="214"/>
                </a:cxn>
                <a:cxn ang="0">
                  <a:pos x="255" y="205"/>
                </a:cxn>
              </a:cxnLst>
              <a:rect l="0" t="0" r="r" b="b"/>
              <a:pathLst>
                <a:path w="262" h="263">
                  <a:moveTo>
                    <a:pt x="181" y="132"/>
                  </a:moveTo>
                  <a:lnTo>
                    <a:pt x="255" y="58"/>
                  </a:lnTo>
                  <a:lnTo>
                    <a:pt x="255" y="58"/>
                  </a:lnTo>
                  <a:lnTo>
                    <a:pt x="257" y="53"/>
                  </a:lnTo>
                  <a:lnTo>
                    <a:pt x="261" y="49"/>
                  </a:lnTo>
                  <a:lnTo>
                    <a:pt x="262" y="38"/>
                  </a:lnTo>
                  <a:lnTo>
                    <a:pt x="261" y="27"/>
                  </a:lnTo>
                  <a:lnTo>
                    <a:pt x="257" y="24"/>
                  </a:lnTo>
                  <a:lnTo>
                    <a:pt x="255" y="18"/>
                  </a:lnTo>
                  <a:lnTo>
                    <a:pt x="244" y="9"/>
                  </a:lnTo>
                  <a:lnTo>
                    <a:pt x="244" y="9"/>
                  </a:lnTo>
                  <a:lnTo>
                    <a:pt x="241" y="5"/>
                  </a:lnTo>
                  <a:lnTo>
                    <a:pt x="235" y="2"/>
                  </a:lnTo>
                  <a:lnTo>
                    <a:pt x="224" y="0"/>
                  </a:lnTo>
                  <a:lnTo>
                    <a:pt x="214" y="2"/>
                  </a:lnTo>
                  <a:lnTo>
                    <a:pt x="210" y="5"/>
                  </a:lnTo>
                  <a:lnTo>
                    <a:pt x="204" y="9"/>
                  </a:lnTo>
                  <a:lnTo>
                    <a:pt x="132" y="82"/>
                  </a:lnTo>
                  <a:lnTo>
                    <a:pt x="58" y="9"/>
                  </a:lnTo>
                  <a:lnTo>
                    <a:pt x="58" y="9"/>
                  </a:lnTo>
                  <a:lnTo>
                    <a:pt x="54" y="5"/>
                  </a:lnTo>
                  <a:lnTo>
                    <a:pt x="49" y="2"/>
                  </a:lnTo>
                  <a:lnTo>
                    <a:pt x="38" y="0"/>
                  </a:lnTo>
                  <a:lnTo>
                    <a:pt x="27" y="2"/>
                  </a:lnTo>
                  <a:lnTo>
                    <a:pt x="23" y="5"/>
                  </a:lnTo>
                  <a:lnTo>
                    <a:pt x="18" y="9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5" y="24"/>
                  </a:lnTo>
                  <a:lnTo>
                    <a:pt x="3" y="27"/>
                  </a:lnTo>
                  <a:lnTo>
                    <a:pt x="0" y="38"/>
                  </a:lnTo>
                  <a:lnTo>
                    <a:pt x="3" y="49"/>
                  </a:lnTo>
                  <a:lnTo>
                    <a:pt x="5" y="53"/>
                  </a:lnTo>
                  <a:lnTo>
                    <a:pt x="9" y="58"/>
                  </a:lnTo>
                  <a:lnTo>
                    <a:pt x="83" y="132"/>
                  </a:lnTo>
                  <a:lnTo>
                    <a:pt x="9" y="205"/>
                  </a:lnTo>
                  <a:lnTo>
                    <a:pt x="9" y="205"/>
                  </a:lnTo>
                  <a:lnTo>
                    <a:pt x="5" y="210"/>
                  </a:lnTo>
                  <a:lnTo>
                    <a:pt x="3" y="214"/>
                  </a:lnTo>
                  <a:lnTo>
                    <a:pt x="0" y="225"/>
                  </a:lnTo>
                  <a:lnTo>
                    <a:pt x="3" y="236"/>
                  </a:lnTo>
                  <a:lnTo>
                    <a:pt x="5" y="241"/>
                  </a:lnTo>
                  <a:lnTo>
                    <a:pt x="9" y="245"/>
                  </a:lnTo>
                  <a:lnTo>
                    <a:pt x="18" y="254"/>
                  </a:lnTo>
                  <a:lnTo>
                    <a:pt x="18" y="254"/>
                  </a:lnTo>
                  <a:lnTo>
                    <a:pt x="23" y="257"/>
                  </a:lnTo>
                  <a:lnTo>
                    <a:pt x="27" y="261"/>
                  </a:lnTo>
                  <a:lnTo>
                    <a:pt x="38" y="263"/>
                  </a:lnTo>
                  <a:lnTo>
                    <a:pt x="49" y="261"/>
                  </a:lnTo>
                  <a:lnTo>
                    <a:pt x="54" y="257"/>
                  </a:lnTo>
                  <a:lnTo>
                    <a:pt x="58" y="254"/>
                  </a:lnTo>
                  <a:lnTo>
                    <a:pt x="132" y="181"/>
                  </a:lnTo>
                  <a:lnTo>
                    <a:pt x="204" y="254"/>
                  </a:lnTo>
                  <a:lnTo>
                    <a:pt x="204" y="254"/>
                  </a:lnTo>
                  <a:lnTo>
                    <a:pt x="210" y="257"/>
                  </a:lnTo>
                  <a:lnTo>
                    <a:pt x="214" y="261"/>
                  </a:lnTo>
                  <a:lnTo>
                    <a:pt x="224" y="263"/>
                  </a:lnTo>
                  <a:lnTo>
                    <a:pt x="235" y="261"/>
                  </a:lnTo>
                  <a:lnTo>
                    <a:pt x="241" y="257"/>
                  </a:lnTo>
                  <a:lnTo>
                    <a:pt x="244" y="254"/>
                  </a:lnTo>
                  <a:lnTo>
                    <a:pt x="255" y="245"/>
                  </a:lnTo>
                  <a:lnTo>
                    <a:pt x="255" y="245"/>
                  </a:lnTo>
                  <a:lnTo>
                    <a:pt x="257" y="241"/>
                  </a:lnTo>
                  <a:lnTo>
                    <a:pt x="261" y="236"/>
                  </a:lnTo>
                  <a:lnTo>
                    <a:pt x="262" y="225"/>
                  </a:lnTo>
                  <a:lnTo>
                    <a:pt x="261" y="214"/>
                  </a:lnTo>
                  <a:lnTo>
                    <a:pt x="257" y="210"/>
                  </a:lnTo>
                  <a:lnTo>
                    <a:pt x="255" y="205"/>
                  </a:lnTo>
                  <a:lnTo>
                    <a:pt x="181" y="13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267A7040-2564-49AD-B957-37FFB6FC1F9D}"/>
              </a:ext>
            </a:extLst>
          </p:cNvPr>
          <p:cNvGrpSpPr/>
          <p:nvPr/>
        </p:nvGrpSpPr>
        <p:grpSpPr>
          <a:xfrm>
            <a:off x="9919114" y="3948776"/>
            <a:ext cx="287912" cy="287912"/>
            <a:chOff x="2509475" y="2880199"/>
            <a:chExt cx="287912" cy="287912"/>
          </a:xfrm>
        </p:grpSpPr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E63FF8B1-0701-447C-AA0E-0F8FA6D44842}"/>
                </a:ext>
              </a:extLst>
            </p:cNvPr>
            <p:cNvSpPr/>
            <p:nvPr/>
          </p:nvSpPr>
          <p:spPr>
            <a:xfrm>
              <a:off x="2509475" y="2880199"/>
              <a:ext cx="287912" cy="28791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41" name="Freeform 26">
              <a:extLst>
                <a:ext uri="{FF2B5EF4-FFF2-40B4-BE49-F238E27FC236}">
                  <a16:creationId xmlns:a16="http://schemas.microsoft.com/office/drawing/2014/main" id="{C03715B0-9CE0-4F7B-8701-3BDBF9219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21" y="2967371"/>
              <a:ext cx="109014" cy="113058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E5873DF3-4C1C-45A0-A448-3ABB616FADEE}"/>
              </a:ext>
            </a:extLst>
          </p:cNvPr>
          <p:cNvGrpSpPr/>
          <p:nvPr/>
        </p:nvGrpSpPr>
        <p:grpSpPr>
          <a:xfrm>
            <a:off x="3047407" y="4500618"/>
            <a:ext cx="287912" cy="287912"/>
            <a:chOff x="2509475" y="2880199"/>
            <a:chExt cx="287912" cy="287912"/>
          </a:xfrm>
        </p:grpSpPr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C4C84CDA-5E71-48AD-BA8E-234C5358473B}"/>
                </a:ext>
              </a:extLst>
            </p:cNvPr>
            <p:cNvSpPr/>
            <p:nvPr/>
          </p:nvSpPr>
          <p:spPr>
            <a:xfrm>
              <a:off x="2509475" y="2880199"/>
              <a:ext cx="287912" cy="28791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44" name="Freeform 26">
              <a:extLst>
                <a:ext uri="{FF2B5EF4-FFF2-40B4-BE49-F238E27FC236}">
                  <a16:creationId xmlns:a16="http://schemas.microsoft.com/office/drawing/2014/main" id="{6D72CACB-DBB5-4E9D-8311-03C43498F2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21" y="2967371"/>
              <a:ext cx="109014" cy="113058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49461623-43F5-439B-8F16-AF4F16F994AA}"/>
              </a:ext>
            </a:extLst>
          </p:cNvPr>
          <p:cNvGrpSpPr/>
          <p:nvPr/>
        </p:nvGrpSpPr>
        <p:grpSpPr>
          <a:xfrm>
            <a:off x="6008950" y="4500618"/>
            <a:ext cx="287912" cy="287912"/>
            <a:chOff x="3085510" y="2447832"/>
            <a:chExt cx="287912" cy="287912"/>
          </a:xfrm>
        </p:grpSpPr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C765AFC6-F64E-40F4-86DF-2B5BCE50C3DB}"/>
                </a:ext>
              </a:extLst>
            </p:cNvPr>
            <p:cNvSpPr/>
            <p:nvPr/>
          </p:nvSpPr>
          <p:spPr>
            <a:xfrm>
              <a:off x="3085510" y="2447832"/>
              <a:ext cx="287912" cy="28791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47" name="Freeform 105">
              <a:extLst>
                <a:ext uri="{FF2B5EF4-FFF2-40B4-BE49-F238E27FC236}">
                  <a16:creationId xmlns:a16="http://schemas.microsoft.com/office/drawing/2014/main" id="{9AC6C3BF-9479-4F40-9FE0-916F9D065C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7670" y="2529995"/>
              <a:ext cx="123586" cy="123586"/>
            </a:xfrm>
            <a:custGeom>
              <a:avLst/>
              <a:gdLst/>
              <a:ahLst/>
              <a:cxnLst>
                <a:cxn ang="0">
                  <a:pos x="255" y="58"/>
                </a:cxn>
                <a:cxn ang="0">
                  <a:pos x="257" y="53"/>
                </a:cxn>
                <a:cxn ang="0">
                  <a:pos x="262" y="38"/>
                </a:cxn>
                <a:cxn ang="0">
                  <a:pos x="257" y="24"/>
                </a:cxn>
                <a:cxn ang="0">
                  <a:pos x="244" y="9"/>
                </a:cxn>
                <a:cxn ang="0">
                  <a:pos x="241" y="5"/>
                </a:cxn>
                <a:cxn ang="0">
                  <a:pos x="224" y="0"/>
                </a:cxn>
                <a:cxn ang="0">
                  <a:pos x="210" y="5"/>
                </a:cxn>
                <a:cxn ang="0">
                  <a:pos x="132" y="82"/>
                </a:cxn>
                <a:cxn ang="0">
                  <a:pos x="58" y="9"/>
                </a:cxn>
                <a:cxn ang="0">
                  <a:pos x="49" y="2"/>
                </a:cxn>
                <a:cxn ang="0">
                  <a:pos x="27" y="2"/>
                </a:cxn>
                <a:cxn ang="0">
                  <a:pos x="18" y="9"/>
                </a:cxn>
                <a:cxn ang="0">
                  <a:pos x="9" y="18"/>
                </a:cxn>
                <a:cxn ang="0">
                  <a:pos x="3" y="27"/>
                </a:cxn>
                <a:cxn ang="0">
                  <a:pos x="3" y="49"/>
                </a:cxn>
                <a:cxn ang="0">
                  <a:pos x="9" y="58"/>
                </a:cxn>
                <a:cxn ang="0">
                  <a:pos x="9" y="205"/>
                </a:cxn>
                <a:cxn ang="0">
                  <a:pos x="5" y="210"/>
                </a:cxn>
                <a:cxn ang="0">
                  <a:pos x="0" y="225"/>
                </a:cxn>
                <a:cxn ang="0">
                  <a:pos x="5" y="241"/>
                </a:cxn>
                <a:cxn ang="0">
                  <a:pos x="18" y="254"/>
                </a:cxn>
                <a:cxn ang="0">
                  <a:pos x="23" y="257"/>
                </a:cxn>
                <a:cxn ang="0">
                  <a:pos x="38" y="263"/>
                </a:cxn>
                <a:cxn ang="0">
                  <a:pos x="54" y="257"/>
                </a:cxn>
                <a:cxn ang="0">
                  <a:pos x="132" y="181"/>
                </a:cxn>
                <a:cxn ang="0">
                  <a:pos x="204" y="254"/>
                </a:cxn>
                <a:cxn ang="0">
                  <a:pos x="214" y="261"/>
                </a:cxn>
                <a:cxn ang="0">
                  <a:pos x="235" y="261"/>
                </a:cxn>
                <a:cxn ang="0">
                  <a:pos x="244" y="254"/>
                </a:cxn>
                <a:cxn ang="0">
                  <a:pos x="255" y="245"/>
                </a:cxn>
                <a:cxn ang="0">
                  <a:pos x="261" y="236"/>
                </a:cxn>
                <a:cxn ang="0">
                  <a:pos x="261" y="214"/>
                </a:cxn>
                <a:cxn ang="0">
                  <a:pos x="255" y="205"/>
                </a:cxn>
              </a:cxnLst>
              <a:rect l="0" t="0" r="r" b="b"/>
              <a:pathLst>
                <a:path w="262" h="263">
                  <a:moveTo>
                    <a:pt x="181" y="132"/>
                  </a:moveTo>
                  <a:lnTo>
                    <a:pt x="255" y="58"/>
                  </a:lnTo>
                  <a:lnTo>
                    <a:pt x="255" y="58"/>
                  </a:lnTo>
                  <a:lnTo>
                    <a:pt x="257" y="53"/>
                  </a:lnTo>
                  <a:lnTo>
                    <a:pt x="261" y="49"/>
                  </a:lnTo>
                  <a:lnTo>
                    <a:pt x="262" y="38"/>
                  </a:lnTo>
                  <a:lnTo>
                    <a:pt x="261" y="27"/>
                  </a:lnTo>
                  <a:lnTo>
                    <a:pt x="257" y="24"/>
                  </a:lnTo>
                  <a:lnTo>
                    <a:pt x="255" y="18"/>
                  </a:lnTo>
                  <a:lnTo>
                    <a:pt x="244" y="9"/>
                  </a:lnTo>
                  <a:lnTo>
                    <a:pt x="244" y="9"/>
                  </a:lnTo>
                  <a:lnTo>
                    <a:pt x="241" y="5"/>
                  </a:lnTo>
                  <a:lnTo>
                    <a:pt x="235" y="2"/>
                  </a:lnTo>
                  <a:lnTo>
                    <a:pt x="224" y="0"/>
                  </a:lnTo>
                  <a:lnTo>
                    <a:pt x="214" y="2"/>
                  </a:lnTo>
                  <a:lnTo>
                    <a:pt x="210" y="5"/>
                  </a:lnTo>
                  <a:lnTo>
                    <a:pt x="204" y="9"/>
                  </a:lnTo>
                  <a:lnTo>
                    <a:pt x="132" y="82"/>
                  </a:lnTo>
                  <a:lnTo>
                    <a:pt x="58" y="9"/>
                  </a:lnTo>
                  <a:lnTo>
                    <a:pt x="58" y="9"/>
                  </a:lnTo>
                  <a:lnTo>
                    <a:pt x="54" y="5"/>
                  </a:lnTo>
                  <a:lnTo>
                    <a:pt x="49" y="2"/>
                  </a:lnTo>
                  <a:lnTo>
                    <a:pt x="38" y="0"/>
                  </a:lnTo>
                  <a:lnTo>
                    <a:pt x="27" y="2"/>
                  </a:lnTo>
                  <a:lnTo>
                    <a:pt x="23" y="5"/>
                  </a:lnTo>
                  <a:lnTo>
                    <a:pt x="18" y="9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5" y="24"/>
                  </a:lnTo>
                  <a:lnTo>
                    <a:pt x="3" y="27"/>
                  </a:lnTo>
                  <a:lnTo>
                    <a:pt x="0" y="38"/>
                  </a:lnTo>
                  <a:lnTo>
                    <a:pt x="3" y="49"/>
                  </a:lnTo>
                  <a:lnTo>
                    <a:pt x="5" y="53"/>
                  </a:lnTo>
                  <a:lnTo>
                    <a:pt x="9" y="58"/>
                  </a:lnTo>
                  <a:lnTo>
                    <a:pt x="83" y="132"/>
                  </a:lnTo>
                  <a:lnTo>
                    <a:pt x="9" y="205"/>
                  </a:lnTo>
                  <a:lnTo>
                    <a:pt x="9" y="205"/>
                  </a:lnTo>
                  <a:lnTo>
                    <a:pt x="5" y="210"/>
                  </a:lnTo>
                  <a:lnTo>
                    <a:pt x="3" y="214"/>
                  </a:lnTo>
                  <a:lnTo>
                    <a:pt x="0" y="225"/>
                  </a:lnTo>
                  <a:lnTo>
                    <a:pt x="3" y="236"/>
                  </a:lnTo>
                  <a:lnTo>
                    <a:pt x="5" y="241"/>
                  </a:lnTo>
                  <a:lnTo>
                    <a:pt x="9" y="245"/>
                  </a:lnTo>
                  <a:lnTo>
                    <a:pt x="18" y="254"/>
                  </a:lnTo>
                  <a:lnTo>
                    <a:pt x="18" y="254"/>
                  </a:lnTo>
                  <a:lnTo>
                    <a:pt x="23" y="257"/>
                  </a:lnTo>
                  <a:lnTo>
                    <a:pt x="27" y="261"/>
                  </a:lnTo>
                  <a:lnTo>
                    <a:pt x="38" y="263"/>
                  </a:lnTo>
                  <a:lnTo>
                    <a:pt x="49" y="261"/>
                  </a:lnTo>
                  <a:lnTo>
                    <a:pt x="54" y="257"/>
                  </a:lnTo>
                  <a:lnTo>
                    <a:pt x="58" y="254"/>
                  </a:lnTo>
                  <a:lnTo>
                    <a:pt x="132" y="181"/>
                  </a:lnTo>
                  <a:lnTo>
                    <a:pt x="204" y="254"/>
                  </a:lnTo>
                  <a:lnTo>
                    <a:pt x="204" y="254"/>
                  </a:lnTo>
                  <a:lnTo>
                    <a:pt x="210" y="257"/>
                  </a:lnTo>
                  <a:lnTo>
                    <a:pt x="214" y="261"/>
                  </a:lnTo>
                  <a:lnTo>
                    <a:pt x="224" y="263"/>
                  </a:lnTo>
                  <a:lnTo>
                    <a:pt x="235" y="261"/>
                  </a:lnTo>
                  <a:lnTo>
                    <a:pt x="241" y="257"/>
                  </a:lnTo>
                  <a:lnTo>
                    <a:pt x="244" y="254"/>
                  </a:lnTo>
                  <a:lnTo>
                    <a:pt x="255" y="245"/>
                  </a:lnTo>
                  <a:lnTo>
                    <a:pt x="255" y="245"/>
                  </a:lnTo>
                  <a:lnTo>
                    <a:pt x="257" y="241"/>
                  </a:lnTo>
                  <a:lnTo>
                    <a:pt x="261" y="236"/>
                  </a:lnTo>
                  <a:lnTo>
                    <a:pt x="262" y="225"/>
                  </a:lnTo>
                  <a:lnTo>
                    <a:pt x="261" y="214"/>
                  </a:lnTo>
                  <a:lnTo>
                    <a:pt x="257" y="210"/>
                  </a:lnTo>
                  <a:lnTo>
                    <a:pt x="255" y="205"/>
                  </a:lnTo>
                  <a:lnTo>
                    <a:pt x="181" y="13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FA4BDE1B-4A62-4B28-9428-BCE488B8D5F0}"/>
              </a:ext>
            </a:extLst>
          </p:cNvPr>
          <p:cNvGrpSpPr/>
          <p:nvPr/>
        </p:nvGrpSpPr>
        <p:grpSpPr>
          <a:xfrm>
            <a:off x="4038004" y="4500618"/>
            <a:ext cx="287912" cy="287912"/>
            <a:chOff x="2509475" y="2880199"/>
            <a:chExt cx="287912" cy="287912"/>
          </a:xfrm>
        </p:grpSpPr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30705C16-86AF-485C-9874-9C8C0E9317D1}"/>
                </a:ext>
              </a:extLst>
            </p:cNvPr>
            <p:cNvSpPr/>
            <p:nvPr/>
          </p:nvSpPr>
          <p:spPr>
            <a:xfrm>
              <a:off x="2509475" y="2880199"/>
              <a:ext cx="287912" cy="28791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50" name="Freeform 26">
              <a:extLst>
                <a:ext uri="{FF2B5EF4-FFF2-40B4-BE49-F238E27FC236}">
                  <a16:creationId xmlns:a16="http://schemas.microsoft.com/office/drawing/2014/main" id="{F1F385BA-B885-4990-B959-A84D1EA02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21" y="2967371"/>
              <a:ext cx="109014" cy="113058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A422417B-375D-4B6D-9859-DD90C3F01E10}"/>
              </a:ext>
            </a:extLst>
          </p:cNvPr>
          <p:cNvGrpSpPr/>
          <p:nvPr/>
        </p:nvGrpSpPr>
        <p:grpSpPr>
          <a:xfrm>
            <a:off x="6984404" y="4500618"/>
            <a:ext cx="287912" cy="287912"/>
            <a:chOff x="2509475" y="2880199"/>
            <a:chExt cx="287912" cy="287912"/>
          </a:xfrm>
        </p:grpSpPr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23177931-8464-4D7F-B19B-F0DAA8CF7722}"/>
                </a:ext>
              </a:extLst>
            </p:cNvPr>
            <p:cNvSpPr/>
            <p:nvPr/>
          </p:nvSpPr>
          <p:spPr>
            <a:xfrm>
              <a:off x="2509475" y="2880199"/>
              <a:ext cx="287912" cy="28791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56" name="Freeform 26">
              <a:extLst>
                <a:ext uri="{FF2B5EF4-FFF2-40B4-BE49-F238E27FC236}">
                  <a16:creationId xmlns:a16="http://schemas.microsoft.com/office/drawing/2014/main" id="{9F2C9697-7998-4AF4-94D8-4CD8B99D7F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21" y="2967371"/>
              <a:ext cx="109014" cy="113058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C4D031B5-7070-4F6E-B807-D1EDAFD7EDDB}"/>
              </a:ext>
            </a:extLst>
          </p:cNvPr>
          <p:cNvGrpSpPr/>
          <p:nvPr/>
        </p:nvGrpSpPr>
        <p:grpSpPr>
          <a:xfrm>
            <a:off x="8940548" y="4500618"/>
            <a:ext cx="287912" cy="287912"/>
            <a:chOff x="2509475" y="2880199"/>
            <a:chExt cx="287912" cy="287912"/>
          </a:xfrm>
        </p:grpSpPr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DC787FD1-428F-4EE9-BB12-F4086D74EE45}"/>
                </a:ext>
              </a:extLst>
            </p:cNvPr>
            <p:cNvSpPr/>
            <p:nvPr/>
          </p:nvSpPr>
          <p:spPr>
            <a:xfrm>
              <a:off x="2509475" y="2880199"/>
              <a:ext cx="287912" cy="28791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59" name="Freeform 26">
              <a:extLst>
                <a:ext uri="{FF2B5EF4-FFF2-40B4-BE49-F238E27FC236}">
                  <a16:creationId xmlns:a16="http://schemas.microsoft.com/office/drawing/2014/main" id="{ACFA3C62-AC21-4F64-AC50-1D879C930F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21" y="2967371"/>
              <a:ext cx="109014" cy="113058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06890883-4F50-4F4C-B601-B35499E6FB94}"/>
              </a:ext>
            </a:extLst>
          </p:cNvPr>
          <p:cNvGrpSpPr/>
          <p:nvPr/>
        </p:nvGrpSpPr>
        <p:grpSpPr>
          <a:xfrm>
            <a:off x="2069510" y="5091325"/>
            <a:ext cx="287912" cy="287912"/>
            <a:chOff x="2509475" y="2880199"/>
            <a:chExt cx="287912" cy="287912"/>
          </a:xfrm>
        </p:grpSpPr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F1F6A323-3093-4407-B591-FE08870ACF77}"/>
                </a:ext>
              </a:extLst>
            </p:cNvPr>
            <p:cNvSpPr/>
            <p:nvPr/>
          </p:nvSpPr>
          <p:spPr>
            <a:xfrm>
              <a:off x="2509475" y="2880199"/>
              <a:ext cx="287912" cy="28791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62" name="Freeform 26">
              <a:extLst>
                <a:ext uri="{FF2B5EF4-FFF2-40B4-BE49-F238E27FC236}">
                  <a16:creationId xmlns:a16="http://schemas.microsoft.com/office/drawing/2014/main" id="{659535F1-4D0C-42DC-AFE5-FC314022C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21" y="2967371"/>
              <a:ext cx="109014" cy="113058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F2F89CC9-22BB-40CB-A8F2-93D8DF0F09B4}"/>
              </a:ext>
            </a:extLst>
          </p:cNvPr>
          <p:cNvGrpSpPr/>
          <p:nvPr/>
        </p:nvGrpSpPr>
        <p:grpSpPr>
          <a:xfrm>
            <a:off x="4038007" y="5091070"/>
            <a:ext cx="287912" cy="287912"/>
            <a:chOff x="3085510" y="2447832"/>
            <a:chExt cx="287912" cy="287912"/>
          </a:xfrm>
        </p:grpSpPr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22556294-87D7-4CD5-A41A-C78CD68AED7B}"/>
                </a:ext>
              </a:extLst>
            </p:cNvPr>
            <p:cNvSpPr/>
            <p:nvPr/>
          </p:nvSpPr>
          <p:spPr>
            <a:xfrm>
              <a:off x="3085510" y="2447832"/>
              <a:ext cx="287912" cy="28791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65" name="Freeform 105">
              <a:extLst>
                <a:ext uri="{FF2B5EF4-FFF2-40B4-BE49-F238E27FC236}">
                  <a16:creationId xmlns:a16="http://schemas.microsoft.com/office/drawing/2014/main" id="{37A5DCEA-7EAF-4C0B-BC38-55FDF6D33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7670" y="2529995"/>
              <a:ext cx="123586" cy="123586"/>
            </a:xfrm>
            <a:custGeom>
              <a:avLst/>
              <a:gdLst/>
              <a:ahLst/>
              <a:cxnLst>
                <a:cxn ang="0">
                  <a:pos x="255" y="58"/>
                </a:cxn>
                <a:cxn ang="0">
                  <a:pos x="257" y="53"/>
                </a:cxn>
                <a:cxn ang="0">
                  <a:pos x="262" y="38"/>
                </a:cxn>
                <a:cxn ang="0">
                  <a:pos x="257" y="24"/>
                </a:cxn>
                <a:cxn ang="0">
                  <a:pos x="244" y="9"/>
                </a:cxn>
                <a:cxn ang="0">
                  <a:pos x="241" y="5"/>
                </a:cxn>
                <a:cxn ang="0">
                  <a:pos x="224" y="0"/>
                </a:cxn>
                <a:cxn ang="0">
                  <a:pos x="210" y="5"/>
                </a:cxn>
                <a:cxn ang="0">
                  <a:pos x="132" y="82"/>
                </a:cxn>
                <a:cxn ang="0">
                  <a:pos x="58" y="9"/>
                </a:cxn>
                <a:cxn ang="0">
                  <a:pos x="49" y="2"/>
                </a:cxn>
                <a:cxn ang="0">
                  <a:pos x="27" y="2"/>
                </a:cxn>
                <a:cxn ang="0">
                  <a:pos x="18" y="9"/>
                </a:cxn>
                <a:cxn ang="0">
                  <a:pos x="9" y="18"/>
                </a:cxn>
                <a:cxn ang="0">
                  <a:pos x="3" y="27"/>
                </a:cxn>
                <a:cxn ang="0">
                  <a:pos x="3" y="49"/>
                </a:cxn>
                <a:cxn ang="0">
                  <a:pos x="9" y="58"/>
                </a:cxn>
                <a:cxn ang="0">
                  <a:pos x="9" y="205"/>
                </a:cxn>
                <a:cxn ang="0">
                  <a:pos x="5" y="210"/>
                </a:cxn>
                <a:cxn ang="0">
                  <a:pos x="0" y="225"/>
                </a:cxn>
                <a:cxn ang="0">
                  <a:pos x="5" y="241"/>
                </a:cxn>
                <a:cxn ang="0">
                  <a:pos x="18" y="254"/>
                </a:cxn>
                <a:cxn ang="0">
                  <a:pos x="23" y="257"/>
                </a:cxn>
                <a:cxn ang="0">
                  <a:pos x="38" y="263"/>
                </a:cxn>
                <a:cxn ang="0">
                  <a:pos x="54" y="257"/>
                </a:cxn>
                <a:cxn ang="0">
                  <a:pos x="132" y="181"/>
                </a:cxn>
                <a:cxn ang="0">
                  <a:pos x="204" y="254"/>
                </a:cxn>
                <a:cxn ang="0">
                  <a:pos x="214" y="261"/>
                </a:cxn>
                <a:cxn ang="0">
                  <a:pos x="235" y="261"/>
                </a:cxn>
                <a:cxn ang="0">
                  <a:pos x="244" y="254"/>
                </a:cxn>
                <a:cxn ang="0">
                  <a:pos x="255" y="245"/>
                </a:cxn>
                <a:cxn ang="0">
                  <a:pos x="261" y="236"/>
                </a:cxn>
                <a:cxn ang="0">
                  <a:pos x="261" y="214"/>
                </a:cxn>
                <a:cxn ang="0">
                  <a:pos x="255" y="205"/>
                </a:cxn>
              </a:cxnLst>
              <a:rect l="0" t="0" r="r" b="b"/>
              <a:pathLst>
                <a:path w="262" h="263">
                  <a:moveTo>
                    <a:pt x="181" y="132"/>
                  </a:moveTo>
                  <a:lnTo>
                    <a:pt x="255" y="58"/>
                  </a:lnTo>
                  <a:lnTo>
                    <a:pt x="255" y="58"/>
                  </a:lnTo>
                  <a:lnTo>
                    <a:pt x="257" y="53"/>
                  </a:lnTo>
                  <a:lnTo>
                    <a:pt x="261" y="49"/>
                  </a:lnTo>
                  <a:lnTo>
                    <a:pt x="262" y="38"/>
                  </a:lnTo>
                  <a:lnTo>
                    <a:pt x="261" y="27"/>
                  </a:lnTo>
                  <a:lnTo>
                    <a:pt x="257" y="24"/>
                  </a:lnTo>
                  <a:lnTo>
                    <a:pt x="255" y="18"/>
                  </a:lnTo>
                  <a:lnTo>
                    <a:pt x="244" y="9"/>
                  </a:lnTo>
                  <a:lnTo>
                    <a:pt x="244" y="9"/>
                  </a:lnTo>
                  <a:lnTo>
                    <a:pt x="241" y="5"/>
                  </a:lnTo>
                  <a:lnTo>
                    <a:pt x="235" y="2"/>
                  </a:lnTo>
                  <a:lnTo>
                    <a:pt x="224" y="0"/>
                  </a:lnTo>
                  <a:lnTo>
                    <a:pt x="214" y="2"/>
                  </a:lnTo>
                  <a:lnTo>
                    <a:pt x="210" y="5"/>
                  </a:lnTo>
                  <a:lnTo>
                    <a:pt x="204" y="9"/>
                  </a:lnTo>
                  <a:lnTo>
                    <a:pt x="132" y="82"/>
                  </a:lnTo>
                  <a:lnTo>
                    <a:pt x="58" y="9"/>
                  </a:lnTo>
                  <a:lnTo>
                    <a:pt x="58" y="9"/>
                  </a:lnTo>
                  <a:lnTo>
                    <a:pt x="54" y="5"/>
                  </a:lnTo>
                  <a:lnTo>
                    <a:pt x="49" y="2"/>
                  </a:lnTo>
                  <a:lnTo>
                    <a:pt x="38" y="0"/>
                  </a:lnTo>
                  <a:lnTo>
                    <a:pt x="27" y="2"/>
                  </a:lnTo>
                  <a:lnTo>
                    <a:pt x="23" y="5"/>
                  </a:lnTo>
                  <a:lnTo>
                    <a:pt x="18" y="9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5" y="24"/>
                  </a:lnTo>
                  <a:lnTo>
                    <a:pt x="3" y="27"/>
                  </a:lnTo>
                  <a:lnTo>
                    <a:pt x="0" y="38"/>
                  </a:lnTo>
                  <a:lnTo>
                    <a:pt x="3" y="49"/>
                  </a:lnTo>
                  <a:lnTo>
                    <a:pt x="5" y="53"/>
                  </a:lnTo>
                  <a:lnTo>
                    <a:pt x="9" y="58"/>
                  </a:lnTo>
                  <a:lnTo>
                    <a:pt x="83" y="132"/>
                  </a:lnTo>
                  <a:lnTo>
                    <a:pt x="9" y="205"/>
                  </a:lnTo>
                  <a:lnTo>
                    <a:pt x="9" y="205"/>
                  </a:lnTo>
                  <a:lnTo>
                    <a:pt x="5" y="210"/>
                  </a:lnTo>
                  <a:lnTo>
                    <a:pt x="3" y="214"/>
                  </a:lnTo>
                  <a:lnTo>
                    <a:pt x="0" y="225"/>
                  </a:lnTo>
                  <a:lnTo>
                    <a:pt x="3" y="236"/>
                  </a:lnTo>
                  <a:lnTo>
                    <a:pt x="5" y="241"/>
                  </a:lnTo>
                  <a:lnTo>
                    <a:pt x="9" y="245"/>
                  </a:lnTo>
                  <a:lnTo>
                    <a:pt x="18" y="254"/>
                  </a:lnTo>
                  <a:lnTo>
                    <a:pt x="18" y="254"/>
                  </a:lnTo>
                  <a:lnTo>
                    <a:pt x="23" y="257"/>
                  </a:lnTo>
                  <a:lnTo>
                    <a:pt x="27" y="261"/>
                  </a:lnTo>
                  <a:lnTo>
                    <a:pt x="38" y="263"/>
                  </a:lnTo>
                  <a:lnTo>
                    <a:pt x="49" y="261"/>
                  </a:lnTo>
                  <a:lnTo>
                    <a:pt x="54" y="257"/>
                  </a:lnTo>
                  <a:lnTo>
                    <a:pt x="58" y="254"/>
                  </a:lnTo>
                  <a:lnTo>
                    <a:pt x="132" y="181"/>
                  </a:lnTo>
                  <a:lnTo>
                    <a:pt x="204" y="254"/>
                  </a:lnTo>
                  <a:lnTo>
                    <a:pt x="204" y="254"/>
                  </a:lnTo>
                  <a:lnTo>
                    <a:pt x="210" y="257"/>
                  </a:lnTo>
                  <a:lnTo>
                    <a:pt x="214" y="261"/>
                  </a:lnTo>
                  <a:lnTo>
                    <a:pt x="224" y="263"/>
                  </a:lnTo>
                  <a:lnTo>
                    <a:pt x="235" y="261"/>
                  </a:lnTo>
                  <a:lnTo>
                    <a:pt x="241" y="257"/>
                  </a:lnTo>
                  <a:lnTo>
                    <a:pt x="244" y="254"/>
                  </a:lnTo>
                  <a:lnTo>
                    <a:pt x="255" y="245"/>
                  </a:lnTo>
                  <a:lnTo>
                    <a:pt x="255" y="245"/>
                  </a:lnTo>
                  <a:lnTo>
                    <a:pt x="257" y="241"/>
                  </a:lnTo>
                  <a:lnTo>
                    <a:pt x="261" y="236"/>
                  </a:lnTo>
                  <a:lnTo>
                    <a:pt x="262" y="225"/>
                  </a:lnTo>
                  <a:lnTo>
                    <a:pt x="261" y="214"/>
                  </a:lnTo>
                  <a:lnTo>
                    <a:pt x="257" y="210"/>
                  </a:lnTo>
                  <a:lnTo>
                    <a:pt x="255" y="205"/>
                  </a:lnTo>
                  <a:lnTo>
                    <a:pt x="181" y="13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7B513C40-9990-4E77-8744-7DF408A6C01A}"/>
              </a:ext>
            </a:extLst>
          </p:cNvPr>
          <p:cNvGrpSpPr/>
          <p:nvPr/>
        </p:nvGrpSpPr>
        <p:grpSpPr>
          <a:xfrm>
            <a:off x="3047407" y="5091325"/>
            <a:ext cx="287912" cy="287912"/>
            <a:chOff x="2509475" y="2880199"/>
            <a:chExt cx="287912" cy="287912"/>
          </a:xfrm>
        </p:grpSpPr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DDD669EF-8466-4A87-BC59-BC104E32ED9E}"/>
                </a:ext>
              </a:extLst>
            </p:cNvPr>
            <p:cNvSpPr/>
            <p:nvPr/>
          </p:nvSpPr>
          <p:spPr>
            <a:xfrm>
              <a:off x="2509475" y="2880199"/>
              <a:ext cx="287912" cy="28791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68" name="Freeform 26">
              <a:extLst>
                <a:ext uri="{FF2B5EF4-FFF2-40B4-BE49-F238E27FC236}">
                  <a16:creationId xmlns:a16="http://schemas.microsoft.com/office/drawing/2014/main" id="{65FA0737-91B4-487D-B4C6-6BF3C9777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21" y="2967371"/>
              <a:ext cx="109014" cy="113058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8BAD6783-AF85-4F01-A756-3AB3DBBC5A60}"/>
              </a:ext>
            </a:extLst>
          </p:cNvPr>
          <p:cNvGrpSpPr/>
          <p:nvPr/>
        </p:nvGrpSpPr>
        <p:grpSpPr>
          <a:xfrm>
            <a:off x="6012607" y="5091070"/>
            <a:ext cx="287912" cy="287912"/>
            <a:chOff x="3085510" y="2447832"/>
            <a:chExt cx="287912" cy="287912"/>
          </a:xfrm>
        </p:grpSpPr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C9FBCA5A-136B-4088-9246-41356CEF5772}"/>
                </a:ext>
              </a:extLst>
            </p:cNvPr>
            <p:cNvSpPr/>
            <p:nvPr/>
          </p:nvSpPr>
          <p:spPr>
            <a:xfrm>
              <a:off x="3085510" y="2447832"/>
              <a:ext cx="287912" cy="28791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71" name="Freeform 105">
              <a:extLst>
                <a:ext uri="{FF2B5EF4-FFF2-40B4-BE49-F238E27FC236}">
                  <a16:creationId xmlns:a16="http://schemas.microsoft.com/office/drawing/2014/main" id="{FB24B3E0-4A93-45CE-BAFD-2C847F16EA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7670" y="2529995"/>
              <a:ext cx="123586" cy="123586"/>
            </a:xfrm>
            <a:custGeom>
              <a:avLst/>
              <a:gdLst/>
              <a:ahLst/>
              <a:cxnLst>
                <a:cxn ang="0">
                  <a:pos x="255" y="58"/>
                </a:cxn>
                <a:cxn ang="0">
                  <a:pos x="257" y="53"/>
                </a:cxn>
                <a:cxn ang="0">
                  <a:pos x="262" y="38"/>
                </a:cxn>
                <a:cxn ang="0">
                  <a:pos x="257" y="24"/>
                </a:cxn>
                <a:cxn ang="0">
                  <a:pos x="244" y="9"/>
                </a:cxn>
                <a:cxn ang="0">
                  <a:pos x="241" y="5"/>
                </a:cxn>
                <a:cxn ang="0">
                  <a:pos x="224" y="0"/>
                </a:cxn>
                <a:cxn ang="0">
                  <a:pos x="210" y="5"/>
                </a:cxn>
                <a:cxn ang="0">
                  <a:pos x="132" y="82"/>
                </a:cxn>
                <a:cxn ang="0">
                  <a:pos x="58" y="9"/>
                </a:cxn>
                <a:cxn ang="0">
                  <a:pos x="49" y="2"/>
                </a:cxn>
                <a:cxn ang="0">
                  <a:pos x="27" y="2"/>
                </a:cxn>
                <a:cxn ang="0">
                  <a:pos x="18" y="9"/>
                </a:cxn>
                <a:cxn ang="0">
                  <a:pos x="9" y="18"/>
                </a:cxn>
                <a:cxn ang="0">
                  <a:pos x="3" y="27"/>
                </a:cxn>
                <a:cxn ang="0">
                  <a:pos x="3" y="49"/>
                </a:cxn>
                <a:cxn ang="0">
                  <a:pos x="9" y="58"/>
                </a:cxn>
                <a:cxn ang="0">
                  <a:pos x="9" y="205"/>
                </a:cxn>
                <a:cxn ang="0">
                  <a:pos x="5" y="210"/>
                </a:cxn>
                <a:cxn ang="0">
                  <a:pos x="0" y="225"/>
                </a:cxn>
                <a:cxn ang="0">
                  <a:pos x="5" y="241"/>
                </a:cxn>
                <a:cxn ang="0">
                  <a:pos x="18" y="254"/>
                </a:cxn>
                <a:cxn ang="0">
                  <a:pos x="23" y="257"/>
                </a:cxn>
                <a:cxn ang="0">
                  <a:pos x="38" y="263"/>
                </a:cxn>
                <a:cxn ang="0">
                  <a:pos x="54" y="257"/>
                </a:cxn>
                <a:cxn ang="0">
                  <a:pos x="132" y="181"/>
                </a:cxn>
                <a:cxn ang="0">
                  <a:pos x="204" y="254"/>
                </a:cxn>
                <a:cxn ang="0">
                  <a:pos x="214" y="261"/>
                </a:cxn>
                <a:cxn ang="0">
                  <a:pos x="235" y="261"/>
                </a:cxn>
                <a:cxn ang="0">
                  <a:pos x="244" y="254"/>
                </a:cxn>
                <a:cxn ang="0">
                  <a:pos x="255" y="245"/>
                </a:cxn>
                <a:cxn ang="0">
                  <a:pos x="261" y="236"/>
                </a:cxn>
                <a:cxn ang="0">
                  <a:pos x="261" y="214"/>
                </a:cxn>
                <a:cxn ang="0">
                  <a:pos x="255" y="205"/>
                </a:cxn>
              </a:cxnLst>
              <a:rect l="0" t="0" r="r" b="b"/>
              <a:pathLst>
                <a:path w="262" h="263">
                  <a:moveTo>
                    <a:pt x="181" y="132"/>
                  </a:moveTo>
                  <a:lnTo>
                    <a:pt x="255" y="58"/>
                  </a:lnTo>
                  <a:lnTo>
                    <a:pt x="255" y="58"/>
                  </a:lnTo>
                  <a:lnTo>
                    <a:pt x="257" y="53"/>
                  </a:lnTo>
                  <a:lnTo>
                    <a:pt x="261" y="49"/>
                  </a:lnTo>
                  <a:lnTo>
                    <a:pt x="262" y="38"/>
                  </a:lnTo>
                  <a:lnTo>
                    <a:pt x="261" y="27"/>
                  </a:lnTo>
                  <a:lnTo>
                    <a:pt x="257" y="24"/>
                  </a:lnTo>
                  <a:lnTo>
                    <a:pt x="255" y="18"/>
                  </a:lnTo>
                  <a:lnTo>
                    <a:pt x="244" y="9"/>
                  </a:lnTo>
                  <a:lnTo>
                    <a:pt x="244" y="9"/>
                  </a:lnTo>
                  <a:lnTo>
                    <a:pt x="241" y="5"/>
                  </a:lnTo>
                  <a:lnTo>
                    <a:pt x="235" y="2"/>
                  </a:lnTo>
                  <a:lnTo>
                    <a:pt x="224" y="0"/>
                  </a:lnTo>
                  <a:lnTo>
                    <a:pt x="214" y="2"/>
                  </a:lnTo>
                  <a:lnTo>
                    <a:pt x="210" y="5"/>
                  </a:lnTo>
                  <a:lnTo>
                    <a:pt x="204" y="9"/>
                  </a:lnTo>
                  <a:lnTo>
                    <a:pt x="132" y="82"/>
                  </a:lnTo>
                  <a:lnTo>
                    <a:pt x="58" y="9"/>
                  </a:lnTo>
                  <a:lnTo>
                    <a:pt x="58" y="9"/>
                  </a:lnTo>
                  <a:lnTo>
                    <a:pt x="54" y="5"/>
                  </a:lnTo>
                  <a:lnTo>
                    <a:pt x="49" y="2"/>
                  </a:lnTo>
                  <a:lnTo>
                    <a:pt x="38" y="0"/>
                  </a:lnTo>
                  <a:lnTo>
                    <a:pt x="27" y="2"/>
                  </a:lnTo>
                  <a:lnTo>
                    <a:pt x="23" y="5"/>
                  </a:lnTo>
                  <a:lnTo>
                    <a:pt x="18" y="9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5" y="24"/>
                  </a:lnTo>
                  <a:lnTo>
                    <a:pt x="3" y="27"/>
                  </a:lnTo>
                  <a:lnTo>
                    <a:pt x="0" y="38"/>
                  </a:lnTo>
                  <a:lnTo>
                    <a:pt x="3" y="49"/>
                  </a:lnTo>
                  <a:lnTo>
                    <a:pt x="5" y="53"/>
                  </a:lnTo>
                  <a:lnTo>
                    <a:pt x="9" y="58"/>
                  </a:lnTo>
                  <a:lnTo>
                    <a:pt x="83" y="132"/>
                  </a:lnTo>
                  <a:lnTo>
                    <a:pt x="9" y="205"/>
                  </a:lnTo>
                  <a:lnTo>
                    <a:pt x="9" y="205"/>
                  </a:lnTo>
                  <a:lnTo>
                    <a:pt x="5" y="210"/>
                  </a:lnTo>
                  <a:lnTo>
                    <a:pt x="3" y="214"/>
                  </a:lnTo>
                  <a:lnTo>
                    <a:pt x="0" y="225"/>
                  </a:lnTo>
                  <a:lnTo>
                    <a:pt x="3" y="236"/>
                  </a:lnTo>
                  <a:lnTo>
                    <a:pt x="5" y="241"/>
                  </a:lnTo>
                  <a:lnTo>
                    <a:pt x="9" y="245"/>
                  </a:lnTo>
                  <a:lnTo>
                    <a:pt x="18" y="254"/>
                  </a:lnTo>
                  <a:lnTo>
                    <a:pt x="18" y="254"/>
                  </a:lnTo>
                  <a:lnTo>
                    <a:pt x="23" y="257"/>
                  </a:lnTo>
                  <a:lnTo>
                    <a:pt x="27" y="261"/>
                  </a:lnTo>
                  <a:lnTo>
                    <a:pt x="38" y="263"/>
                  </a:lnTo>
                  <a:lnTo>
                    <a:pt x="49" y="261"/>
                  </a:lnTo>
                  <a:lnTo>
                    <a:pt x="54" y="257"/>
                  </a:lnTo>
                  <a:lnTo>
                    <a:pt x="58" y="254"/>
                  </a:lnTo>
                  <a:lnTo>
                    <a:pt x="132" y="181"/>
                  </a:lnTo>
                  <a:lnTo>
                    <a:pt x="204" y="254"/>
                  </a:lnTo>
                  <a:lnTo>
                    <a:pt x="204" y="254"/>
                  </a:lnTo>
                  <a:lnTo>
                    <a:pt x="210" y="257"/>
                  </a:lnTo>
                  <a:lnTo>
                    <a:pt x="214" y="261"/>
                  </a:lnTo>
                  <a:lnTo>
                    <a:pt x="224" y="263"/>
                  </a:lnTo>
                  <a:lnTo>
                    <a:pt x="235" y="261"/>
                  </a:lnTo>
                  <a:lnTo>
                    <a:pt x="241" y="257"/>
                  </a:lnTo>
                  <a:lnTo>
                    <a:pt x="244" y="254"/>
                  </a:lnTo>
                  <a:lnTo>
                    <a:pt x="255" y="245"/>
                  </a:lnTo>
                  <a:lnTo>
                    <a:pt x="255" y="245"/>
                  </a:lnTo>
                  <a:lnTo>
                    <a:pt x="257" y="241"/>
                  </a:lnTo>
                  <a:lnTo>
                    <a:pt x="261" y="236"/>
                  </a:lnTo>
                  <a:lnTo>
                    <a:pt x="262" y="225"/>
                  </a:lnTo>
                  <a:lnTo>
                    <a:pt x="261" y="214"/>
                  </a:lnTo>
                  <a:lnTo>
                    <a:pt x="257" y="210"/>
                  </a:lnTo>
                  <a:lnTo>
                    <a:pt x="255" y="205"/>
                  </a:lnTo>
                  <a:lnTo>
                    <a:pt x="181" y="13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FEE6F27E-1EEC-40D3-967E-399D70159291}"/>
              </a:ext>
            </a:extLst>
          </p:cNvPr>
          <p:cNvGrpSpPr/>
          <p:nvPr/>
        </p:nvGrpSpPr>
        <p:grpSpPr>
          <a:xfrm>
            <a:off x="6990507" y="5091070"/>
            <a:ext cx="287912" cy="287912"/>
            <a:chOff x="3085510" y="2447832"/>
            <a:chExt cx="287912" cy="287912"/>
          </a:xfrm>
        </p:grpSpPr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03E551C1-B174-47B0-927F-F5B9991D7612}"/>
                </a:ext>
              </a:extLst>
            </p:cNvPr>
            <p:cNvSpPr/>
            <p:nvPr/>
          </p:nvSpPr>
          <p:spPr>
            <a:xfrm>
              <a:off x="3085510" y="2447832"/>
              <a:ext cx="287912" cy="28791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74" name="Freeform 105">
              <a:extLst>
                <a:ext uri="{FF2B5EF4-FFF2-40B4-BE49-F238E27FC236}">
                  <a16:creationId xmlns:a16="http://schemas.microsoft.com/office/drawing/2014/main" id="{D408B2D4-71BE-4F6C-8767-9E0B8867CF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7670" y="2529995"/>
              <a:ext cx="123586" cy="123586"/>
            </a:xfrm>
            <a:custGeom>
              <a:avLst/>
              <a:gdLst/>
              <a:ahLst/>
              <a:cxnLst>
                <a:cxn ang="0">
                  <a:pos x="255" y="58"/>
                </a:cxn>
                <a:cxn ang="0">
                  <a:pos x="257" y="53"/>
                </a:cxn>
                <a:cxn ang="0">
                  <a:pos x="262" y="38"/>
                </a:cxn>
                <a:cxn ang="0">
                  <a:pos x="257" y="24"/>
                </a:cxn>
                <a:cxn ang="0">
                  <a:pos x="244" y="9"/>
                </a:cxn>
                <a:cxn ang="0">
                  <a:pos x="241" y="5"/>
                </a:cxn>
                <a:cxn ang="0">
                  <a:pos x="224" y="0"/>
                </a:cxn>
                <a:cxn ang="0">
                  <a:pos x="210" y="5"/>
                </a:cxn>
                <a:cxn ang="0">
                  <a:pos x="132" y="82"/>
                </a:cxn>
                <a:cxn ang="0">
                  <a:pos x="58" y="9"/>
                </a:cxn>
                <a:cxn ang="0">
                  <a:pos x="49" y="2"/>
                </a:cxn>
                <a:cxn ang="0">
                  <a:pos x="27" y="2"/>
                </a:cxn>
                <a:cxn ang="0">
                  <a:pos x="18" y="9"/>
                </a:cxn>
                <a:cxn ang="0">
                  <a:pos x="9" y="18"/>
                </a:cxn>
                <a:cxn ang="0">
                  <a:pos x="3" y="27"/>
                </a:cxn>
                <a:cxn ang="0">
                  <a:pos x="3" y="49"/>
                </a:cxn>
                <a:cxn ang="0">
                  <a:pos x="9" y="58"/>
                </a:cxn>
                <a:cxn ang="0">
                  <a:pos x="9" y="205"/>
                </a:cxn>
                <a:cxn ang="0">
                  <a:pos x="5" y="210"/>
                </a:cxn>
                <a:cxn ang="0">
                  <a:pos x="0" y="225"/>
                </a:cxn>
                <a:cxn ang="0">
                  <a:pos x="5" y="241"/>
                </a:cxn>
                <a:cxn ang="0">
                  <a:pos x="18" y="254"/>
                </a:cxn>
                <a:cxn ang="0">
                  <a:pos x="23" y="257"/>
                </a:cxn>
                <a:cxn ang="0">
                  <a:pos x="38" y="263"/>
                </a:cxn>
                <a:cxn ang="0">
                  <a:pos x="54" y="257"/>
                </a:cxn>
                <a:cxn ang="0">
                  <a:pos x="132" y="181"/>
                </a:cxn>
                <a:cxn ang="0">
                  <a:pos x="204" y="254"/>
                </a:cxn>
                <a:cxn ang="0">
                  <a:pos x="214" y="261"/>
                </a:cxn>
                <a:cxn ang="0">
                  <a:pos x="235" y="261"/>
                </a:cxn>
                <a:cxn ang="0">
                  <a:pos x="244" y="254"/>
                </a:cxn>
                <a:cxn ang="0">
                  <a:pos x="255" y="245"/>
                </a:cxn>
                <a:cxn ang="0">
                  <a:pos x="261" y="236"/>
                </a:cxn>
                <a:cxn ang="0">
                  <a:pos x="261" y="214"/>
                </a:cxn>
                <a:cxn ang="0">
                  <a:pos x="255" y="205"/>
                </a:cxn>
              </a:cxnLst>
              <a:rect l="0" t="0" r="r" b="b"/>
              <a:pathLst>
                <a:path w="262" h="263">
                  <a:moveTo>
                    <a:pt x="181" y="132"/>
                  </a:moveTo>
                  <a:lnTo>
                    <a:pt x="255" y="58"/>
                  </a:lnTo>
                  <a:lnTo>
                    <a:pt x="255" y="58"/>
                  </a:lnTo>
                  <a:lnTo>
                    <a:pt x="257" y="53"/>
                  </a:lnTo>
                  <a:lnTo>
                    <a:pt x="261" y="49"/>
                  </a:lnTo>
                  <a:lnTo>
                    <a:pt x="262" y="38"/>
                  </a:lnTo>
                  <a:lnTo>
                    <a:pt x="261" y="27"/>
                  </a:lnTo>
                  <a:lnTo>
                    <a:pt x="257" y="24"/>
                  </a:lnTo>
                  <a:lnTo>
                    <a:pt x="255" y="18"/>
                  </a:lnTo>
                  <a:lnTo>
                    <a:pt x="244" y="9"/>
                  </a:lnTo>
                  <a:lnTo>
                    <a:pt x="244" y="9"/>
                  </a:lnTo>
                  <a:lnTo>
                    <a:pt x="241" y="5"/>
                  </a:lnTo>
                  <a:lnTo>
                    <a:pt x="235" y="2"/>
                  </a:lnTo>
                  <a:lnTo>
                    <a:pt x="224" y="0"/>
                  </a:lnTo>
                  <a:lnTo>
                    <a:pt x="214" y="2"/>
                  </a:lnTo>
                  <a:lnTo>
                    <a:pt x="210" y="5"/>
                  </a:lnTo>
                  <a:lnTo>
                    <a:pt x="204" y="9"/>
                  </a:lnTo>
                  <a:lnTo>
                    <a:pt x="132" y="82"/>
                  </a:lnTo>
                  <a:lnTo>
                    <a:pt x="58" y="9"/>
                  </a:lnTo>
                  <a:lnTo>
                    <a:pt x="58" y="9"/>
                  </a:lnTo>
                  <a:lnTo>
                    <a:pt x="54" y="5"/>
                  </a:lnTo>
                  <a:lnTo>
                    <a:pt x="49" y="2"/>
                  </a:lnTo>
                  <a:lnTo>
                    <a:pt x="38" y="0"/>
                  </a:lnTo>
                  <a:lnTo>
                    <a:pt x="27" y="2"/>
                  </a:lnTo>
                  <a:lnTo>
                    <a:pt x="23" y="5"/>
                  </a:lnTo>
                  <a:lnTo>
                    <a:pt x="18" y="9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5" y="24"/>
                  </a:lnTo>
                  <a:lnTo>
                    <a:pt x="3" y="27"/>
                  </a:lnTo>
                  <a:lnTo>
                    <a:pt x="0" y="38"/>
                  </a:lnTo>
                  <a:lnTo>
                    <a:pt x="3" y="49"/>
                  </a:lnTo>
                  <a:lnTo>
                    <a:pt x="5" y="53"/>
                  </a:lnTo>
                  <a:lnTo>
                    <a:pt x="9" y="58"/>
                  </a:lnTo>
                  <a:lnTo>
                    <a:pt x="83" y="132"/>
                  </a:lnTo>
                  <a:lnTo>
                    <a:pt x="9" y="205"/>
                  </a:lnTo>
                  <a:lnTo>
                    <a:pt x="9" y="205"/>
                  </a:lnTo>
                  <a:lnTo>
                    <a:pt x="5" y="210"/>
                  </a:lnTo>
                  <a:lnTo>
                    <a:pt x="3" y="214"/>
                  </a:lnTo>
                  <a:lnTo>
                    <a:pt x="0" y="225"/>
                  </a:lnTo>
                  <a:lnTo>
                    <a:pt x="3" y="236"/>
                  </a:lnTo>
                  <a:lnTo>
                    <a:pt x="5" y="241"/>
                  </a:lnTo>
                  <a:lnTo>
                    <a:pt x="9" y="245"/>
                  </a:lnTo>
                  <a:lnTo>
                    <a:pt x="18" y="254"/>
                  </a:lnTo>
                  <a:lnTo>
                    <a:pt x="18" y="254"/>
                  </a:lnTo>
                  <a:lnTo>
                    <a:pt x="23" y="257"/>
                  </a:lnTo>
                  <a:lnTo>
                    <a:pt x="27" y="261"/>
                  </a:lnTo>
                  <a:lnTo>
                    <a:pt x="38" y="263"/>
                  </a:lnTo>
                  <a:lnTo>
                    <a:pt x="49" y="261"/>
                  </a:lnTo>
                  <a:lnTo>
                    <a:pt x="54" y="257"/>
                  </a:lnTo>
                  <a:lnTo>
                    <a:pt x="58" y="254"/>
                  </a:lnTo>
                  <a:lnTo>
                    <a:pt x="132" y="181"/>
                  </a:lnTo>
                  <a:lnTo>
                    <a:pt x="204" y="254"/>
                  </a:lnTo>
                  <a:lnTo>
                    <a:pt x="204" y="254"/>
                  </a:lnTo>
                  <a:lnTo>
                    <a:pt x="210" y="257"/>
                  </a:lnTo>
                  <a:lnTo>
                    <a:pt x="214" y="261"/>
                  </a:lnTo>
                  <a:lnTo>
                    <a:pt x="224" y="263"/>
                  </a:lnTo>
                  <a:lnTo>
                    <a:pt x="235" y="261"/>
                  </a:lnTo>
                  <a:lnTo>
                    <a:pt x="241" y="257"/>
                  </a:lnTo>
                  <a:lnTo>
                    <a:pt x="244" y="254"/>
                  </a:lnTo>
                  <a:lnTo>
                    <a:pt x="255" y="245"/>
                  </a:lnTo>
                  <a:lnTo>
                    <a:pt x="255" y="245"/>
                  </a:lnTo>
                  <a:lnTo>
                    <a:pt x="257" y="241"/>
                  </a:lnTo>
                  <a:lnTo>
                    <a:pt x="261" y="236"/>
                  </a:lnTo>
                  <a:lnTo>
                    <a:pt x="262" y="225"/>
                  </a:lnTo>
                  <a:lnTo>
                    <a:pt x="261" y="214"/>
                  </a:lnTo>
                  <a:lnTo>
                    <a:pt x="257" y="210"/>
                  </a:lnTo>
                  <a:lnTo>
                    <a:pt x="255" y="205"/>
                  </a:lnTo>
                  <a:lnTo>
                    <a:pt x="181" y="13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D4B6F546-A8F0-4CAC-92EE-FE73F98F5CBA}"/>
              </a:ext>
            </a:extLst>
          </p:cNvPr>
          <p:cNvGrpSpPr/>
          <p:nvPr/>
        </p:nvGrpSpPr>
        <p:grpSpPr>
          <a:xfrm>
            <a:off x="8940545" y="5091325"/>
            <a:ext cx="287912" cy="287912"/>
            <a:chOff x="2509475" y="2880199"/>
            <a:chExt cx="287912" cy="287912"/>
          </a:xfrm>
        </p:grpSpPr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3A8CBAB6-7B56-485C-B5A2-007532EB6C22}"/>
                </a:ext>
              </a:extLst>
            </p:cNvPr>
            <p:cNvSpPr/>
            <p:nvPr/>
          </p:nvSpPr>
          <p:spPr>
            <a:xfrm>
              <a:off x="2509475" y="2880199"/>
              <a:ext cx="287912" cy="28791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77" name="Freeform 26">
              <a:extLst>
                <a:ext uri="{FF2B5EF4-FFF2-40B4-BE49-F238E27FC236}">
                  <a16:creationId xmlns:a16="http://schemas.microsoft.com/office/drawing/2014/main" id="{4330C2DC-CCE1-4032-877E-F48257B72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21" y="2967371"/>
              <a:ext cx="109014" cy="113058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B4F17979-F2DE-40CB-AB08-1157C30E3FA4}"/>
              </a:ext>
            </a:extLst>
          </p:cNvPr>
          <p:cNvGrpSpPr/>
          <p:nvPr/>
        </p:nvGrpSpPr>
        <p:grpSpPr>
          <a:xfrm>
            <a:off x="10921745" y="5091325"/>
            <a:ext cx="287912" cy="287912"/>
            <a:chOff x="2509475" y="2880199"/>
            <a:chExt cx="287912" cy="287912"/>
          </a:xfrm>
        </p:grpSpPr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CC784494-81EB-4B7E-AA8B-ECAF220D0A55}"/>
                </a:ext>
              </a:extLst>
            </p:cNvPr>
            <p:cNvSpPr/>
            <p:nvPr/>
          </p:nvSpPr>
          <p:spPr>
            <a:xfrm>
              <a:off x="2509475" y="2880199"/>
              <a:ext cx="287912" cy="28791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US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80" name="Freeform 26">
              <a:extLst>
                <a:ext uri="{FF2B5EF4-FFF2-40B4-BE49-F238E27FC236}">
                  <a16:creationId xmlns:a16="http://schemas.microsoft.com/office/drawing/2014/main" id="{7E50B461-9F5C-483C-910B-5DB2AE2D4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921" y="2967371"/>
              <a:ext cx="109014" cy="113058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sp>
        <p:nvSpPr>
          <p:cNvPr id="181" name="TextBox 180">
            <a:extLst>
              <a:ext uri="{FF2B5EF4-FFF2-40B4-BE49-F238E27FC236}">
                <a16:creationId xmlns:a16="http://schemas.microsoft.com/office/drawing/2014/main" id="{A3BA543B-F11A-4992-B1EE-5C87ACA09C2C}"/>
              </a:ext>
            </a:extLst>
          </p:cNvPr>
          <p:cNvSpPr txBox="1"/>
          <p:nvPr/>
        </p:nvSpPr>
        <p:spPr>
          <a:xfrm>
            <a:off x="2973049" y="453612"/>
            <a:ext cx="6245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+mj-lt"/>
                <a:cs typeface="Sora SemiBold" pitchFamily="2" charset="0"/>
              </a:rPr>
              <a:t>Gant Chart</a:t>
            </a:r>
            <a:r>
              <a:rPr lang="en-US" sz="4000" b="1" dirty="0">
                <a:solidFill>
                  <a:schemeClr val="accent2"/>
                </a:solidFill>
                <a:latin typeface="+mj-lt"/>
                <a:cs typeface="Sora SemiBold" pitchFamily="2" charset="0"/>
              </a:rPr>
              <a:t>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SemiBold" pitchFamily="2" charset="0"/>
              </a:rPr>
              <a:t>Infographic</a:t>
            </a:r>
          </a:p>
        </p:txBody>
      </p:sp>
    </p:spTree>
    <p:extLst>
      <p:ext uri="{BB962C8B-B14F-4D97-AF65-F5344CB8AC3E}">
        <p14:creationId xmlns:p14="http://schemas.microsoft.com/office/powerpoint/2010/main" val="26112129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1" name="Table 150">
            <a:extLst>
              <a:ext uri="{FF2B5EF4-FFF2-40B4-BE49-F238E27FC236}">
                <a16:creationId xmlns:a16="http://schemas.microsoft.com/office/drawing/2014/main" id="{0A6A0157-1F5C-420B-AF31-7A107EDBFB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395366"/>
              </p:ext>
            </p:extLst>
          </p:nvPr>
        </p:nvGraphicFramePr>
        <p:xfrm>
          <a:off x="562208" y="1514886"/>
          <a:ext cx="11063769" cy="38733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9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6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4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68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49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42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75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4169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n w="38100" cap="flat" cmpd="sng">
                            <a:noFill/>
                          </a:ln>
                          <a:solidFill>
                            <a:schemeClr val="bg1"/>
                          </a:solidFill>
                          <a:latin typeface="+mj-lt"/>
                        </a:rPr>
                        <a:t>Task</a:t>
                      </a:r>
                      <a:endParaRPr lang="pl-PL" sz="1400" b="1" dirty="0">
                        <a:ln w="38100" cap="flat" cmpd="sng">
                          <a:noFill/>
                        </a:ln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15690" marR="115690" marT="57844" marB="57844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38100" cap="flat" cmpd="sng">
                            <a:noFill/>
                          </a:ln>
                          <a:solidFill>
                            <a:schemeClr val="bg1"/>
                          </a:solidFill>
                          <a:latin typeface="+mj-lt"/>
                        </a:rPr>
                        <a:t>January</a:t>
                      </a:r>
                      <a:endParaRPr lang="pl-PL" sz="1400" b="1" dirty="0">
                        <a:ln w="38100" cap="flat" cmpd="sng">
                          <a:noFill/>
                        </a:ln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15690" marR="115690" marT="57844" marB="578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38100" cap="flat" cmpd="sng">
                            <a:noFill/>
                          </a:ln>
                          <a:solidFill>
                            <a:schemeClr val="bg1"/>
                          </a:solidFill>
                          <a:latin typeface="+mj-lt"/>
                        </a:rPr>
                        <a:t>February</a:t>
                      </a:r>
                      <a:endParaRPr lang="pl-PL" sz="1400" b="1" dirty="0">
                        <a:ln w="38100" cap="flat" cmpd="sng">
                          <a:noFill/>
                        </a:ln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15690" marR="115690" marT="57844" marB="578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38100" cap="flat" cmpd="sng">
                            <a:noFill/>
                          </a:ln>
                          <a:solidFill>
                            <a:schemeClr val="bg1"/>
                          </a:solidFill>
                          <a:latin typeface="+mj-lt"/>
                        </a:rPr>
                        <a:t>March</a:t>
                      </a:r>
                      <a:endParaRPr lang="pl-PL" sz="1400" b="1" dirty="0">
                        <a:ln w="38100" cap="flat" cmpd="sng">
                          <a:noFill/>
                        </a:ln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15690" marR="115690" marT="57844" marB="578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38100" cap="flat" cmpd="sng">
                            <a:noFill/>
                          </a:ln>
                          <a:solidFill>
                            <a:schemeClr val="bg1"/>
                          </a:solidFill>
                          <a:latin typeface="+mj-lt"/>
                        </a:rPr>
                        <a:t>April</a:t>
                      </a:r>
                      <a:endParaRPr lang="pl-PL" sz="1400" b="1" dirty="0">
                        <a:ln w="38100" cap="flat" cmpd="sng">
                          <a:noFill/>
                        </a:ln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15690" marR="115690" marT="57844" marB="578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38100" cap="flat" cmpd="sng">
                            <a:noFill/>
                          </a:ln>
                          <a:solidFill>
                            <a:schemeClr val="bg1"/>
                          </a:solidFill>
                          <a:latin typeface="+mj-lt"/>
                        </a:rPr>
                        <a:t>May</a:t>
                      </a:r>
                      <a:endParaRPr lang="pl-PL" sz="1400" b="1" dirty="0">
                        <a:ln w="38100" cap="flat" cmpd="sng">
                          <a:noFill/>
                        </a:ln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15690" marR="115690" marT="57844" marB="578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n w="38100" cap="flat" cmpd="sng">
                            <a:noFill/>
                          </a:ln>
                          <a:solidFill>
                            <a:schemeClr val="bg1"/>
                          </a:solidFill>
                          <a:latin typeface="+mj-lt"/>
                        </a:rPr>
                        <a:t>June</a:t>
                      </a:r>
                      <a:endParaRPr lang="pl-PL" sz="1400" b="1" dirty="0">
                        <a:ln w="38100" cap="flat" cmpd="sng">
                          <a:noFill/>
                        </a:ln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115690" marR="115690" marT="57844" marB="57844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239048"/>
                  </a:ext>
                </a:extLst>
              </a:tr>
              <a:tr h="484169">
                <a:tc>
                  <a:txBody>
                    <a:bodyPr/>
                    <a:lstStyle/>
                    <a:p>
                      <a:pPr algn="l"/>
                      <a:r>
                        <a:rPr 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Title</a:t>
                      </a:r>
                      <a:r>
                        <a:rPr lang="pl-PL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One</a:t>
                      </a:r>
                      <a:endParaRPr lang="pl-PL" sz="12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15690" marR="115690" marT="57844" marB="5784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169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Title</a:t>
                      </a:r>
                      <a:r>
                        <a:rPr lang="pl-PL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Two</a:t>
                      </a:r>
                      <a:endParaRPr lang="pl-PL" sz="12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15690" marR="115690" marT="57844" marB="5784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169">
                <a:tc>
                  <a:txBody>
                    <a:bodyPr/>
                    <a:lstStyle/>
                    <a:p>
                      <a:pPr algn="l"/>
                      <a:r>
                        <a:rPr lang="pl-PL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Title Three</a:t>
                      </a:r>
                      <a:endParaRPr lang="pl-PL" sz="12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15690" marR="115690" marT="57844" marB="5784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169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Title Four</a:t>
                      </a:r>
                      <a:endParaRPr lang="pl-PL" sz="12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15690" marR="115690" marT="57844" marB="5784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169">
                <a:tc>
                  <a:txBody>
                    <a:bodyPr/>
                    <a:lstStyle/>
                    <a:p>
                      <a:pPr algn="l"/>
                      <a:r>
                        <a:rPr lang="pl-PL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Title Five</a:t>
                      </a:r>
                      <a:endParaRPr lang="pl-PL" sz="12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15690" marR="115690" marT="57844" marB="5784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169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Title Six</a:t>
                      </a:r>
                      <a:endParaRPr lang="pl-PL" sz="12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15690" marR="115690" marT="57844" marB="5784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2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169">
                <a:tc>
                  <a:txBody>
                    <a:bodyPr/>
                    <a:lstStyle/>
                    <a:p>
                      <a:pPr algn="l"/>
                      <a:r>
                        <a:rPr lang="pl-PL" sz="12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Title Seven</a:t>
                      </a:r>
                      <a:endParaRPr lang="pl-PL" sz="1200" dirty="0">
                        <a:ln w="38100" cap="flat" cmpd="sng">
                          <a:solidFill>
                            <a:schemeClr val="bg1"/>
                          </a:solidFill>
                        </a:ln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15690" marR="115690" marT="57844" marB="5784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l-PL" sz="900" dirty="0">
                        <a:ln w="38100" cmpd="sng">
                          <a:solidFill>
                            <a:schemeClr val="bg1"/>
                          </a:solidFill>
                        </a:ln>
                        <a:latin typeface="Poppins" panose="00000500000000000000" pitchFamily="2" charset="0"/>
                      </a:endParaRPr>
                    </a:p>
                  </a:txBody>
                  <a:tcPr marL="115690" marR="115690" marT="57844" marB="57844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2" name="TextBox 151">
            <a:extLst>
              <a:ext uri="{FF2B5EF4-FFF2-40B4-BE49-F238E27FC236}">
                <a16:creationId xmlns:a16="http://schemas.microsoft.com/office/drawing/2014/main" id="{00F25CA3-C345-40C7-8A15-30C28FBDBEF7}"/>
              </a:ext>
            </a:extLst>
          </p:cNvPr>
          <p:cNvSpPr txBox="1"/>
          <p:nvPr/>
        </p:nvSpPr>
        <p:spPr>
          <a:xfrm>
            <a:off x="3958008" y="5713777"/>
            <a:ext cx="9573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9194"/>
            <a:r>
              <a:rPr lang="id-ID" sz="1000" dirty="0">
                <a:solidFill>
                  <a:srgbClr val="000000"/>
                </a:solidFill>
              </a:rPr>
              <a:t>Description</a:t>
            </a:r>
            <a:endParaRPr lang="id-ID" sz="1000" b="1" dirty="0">
              <a:solidFill>
                <a:srgbClr val="000000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7646896A-9B12-48DE-8A94-35943B761E9B}"/>
              </a:ext>
            </a:extLst>
          </p:cNvPr>
          <p:cNvSpPr txBox="1"/>
          <p:nvPr/>
        </p:nvSpPr>
        <p:spPr>
          <a:xfrm>
            <a:off x="5067421" y="5713777"/>
            <a:ext cx="9573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9194"/>
            <a:r>
              <a:rPr lang="id-ID" sz="1000" dirty="0">
                <a:solidFill>
                  <a:srgbClr val="000000"/>
                </a:solidFill>
              </a:rPr>
              <a:t>Description</a:t>
            </a:r>
            <a:endParaRPr lang="id-ID" sz="1000" b="1" dirty="0">
              <a:solidFill>
                <a:srgbClr val="000000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84EADC9D-1DE0-4A38-B253-933530352B70}"/>
              </a:ext>
            </a:extLst>
          </p:cNvPr>
          <p:cNvSpPr txBox="1"/>
          <p:nvPr/>
        </p:nvSpPr>
        <p:spPr>
          <a:xfrm>
            <a:off x="6199326" y="5713777"/>
            <a:ext cx="9573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9194"/>
            <a:r>
              <a:rPr lang="id-ID" sz="1000" dirty="0">
                <a:solidFill>
                  <a:srgbClr val="000000"/>
                </a:solidFill>
              </a:rPr>
              <a:t>Description</a:t>
            </a:r>
            <a:endParaRPr lang="id-ID" sz="1000" b="1" dirty="0">
              <a:solidFill>
                <a:srgbClr val="000000"/>
              </a:solidFill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12AB2ACB-3093-4469-81AE-12055D7EE486}"/>
              </a:ext>
            </a:extLst>
          </p:cNvPr>
          <p:cNvSpPr txBox="1"/>
          <p:nvPr/>
        </p:nvSpPr>
        <p:spPr>
          <a:xfrm>
            <a:off x="7349108" y="5713777"/>
            <a:ext cx="9573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9194"/>
            <a:r>
              <a:rPr lang="id-ID" sz="1000" dirty="0">
                <a:solidFill>
                  <a:srgbClr val="000000"/>
                </a:solidFill>
              </a:rPr>
              <a:t>Description</a:t>
            </a:r>
            <a:endParaRPr lang="id-ID" sz="1000" b="1" dirty="0">
              <a:solidFill>
                <a:srgbClr val="000000"/>
              </a:solidFill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C953ADEA-2261-4395-8E85-A336EE08CD36}"/>
              </a:ext>
            </a:extLst>
          </p:cNvPr>
          <p:cNvSpPr/>
          <p:nvPr/>
        </p:nvSpPr>
        <p:spPr>
          <a:xfrm>
            <a:off x="4357054" y="5554229"/>
            <a:ext cx="159221" cy="1592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id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8708434C-2306-47F1-A811-AD8203E841B4}"/>
              </a:ext>
            </a:extLst>
          </p:cNvPr>
          <p:cNvSpPr/>
          <p:nvPr/>
        </p:nvSpPr>
        <p:spPr>
          <a:xfrm>
            <a:off x="5466467" y="5554229"/>
            <a:ext cx="159221" cy="1592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id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21015042-0A7A-47B4-B3A9-3229250E220E}"/>
              </a:ext>
            </a:extLst>
          </p:cNvPr>
          <p:cNvSpPr/>
          <p:nvPr/>
        </p:nvSpPr>
        <p:spPr>
          <a:xfrm>
            <a:off x="6598371" y="5554229"/>
            <a:ext cx="159221" cy="1592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id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288FE24A-7FDF-4D54-A315-5C5DEEA5093B}"/>
              </a:ext>
            </a:extLst>
          </p:cNvPr>
          <p:cNvSpPr/>
          <p:nvPr/>
        </p:nvSpPr>
        <p:spPr>
          <a:xfrm>
            <a:off x="7748154" y="5554229"/>
            <a:ext cx="159221" cy="1592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id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88" name="Pentagon 12">
            <a:extLst>
              <a:ext uri="{FF2B5EF4-FFF2-40B4-BE49-F238E27FC236}">
                <a16:creationId xmlns:a16="http://schemas.microsoft.com/office/drawing/2014/main" id="{A3871110-0104-46BE-9F61-41E4E4A0AA6D}"/>
              </a:ext>
            </a:extLst>
          </p:cNvPr>
          <p:cNvSpPr/>
          <p:nvPr/>
        </p:nvSpPr>
        <p:spPr>
          <a:xfrm>
            <a:off x="1976967" y="2056137"/>
            <a:ext cx="2861045" cy="323716"/>
          </a:xfrm>
          <a:prstGeom prst="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r>
              <a:rPr lang="en-US" sz="1200" b="1" dirty="0">
                <a:solidFill>
                  <a:schemeClr val="bg1"/>
                </a:solidFill>
                <a:latin typeface="+mj-lt"/>
              </a:rPr>
              <a:t>Title Here</a:t>
            </a:r>
            <a:endParaRPr lang="id-ID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89" name="Pentagon 13">
            <a:extLst>
              <a:ext uri="{FF2B5EF4-FFF2-40B4-BE49-F238E27FC236}">
                <a16:creationId xmlns:a16="http://schemas.microsoft.com/office/drawing/2014/main" id="{B6B7F098-4E76-4BAB-BC3A-50C86347C2F7}"/>
              </a:ext>
            </a:extLst>
          </p:cNvPr>
          <p:cNvSpPr/>
          <p:nvPr/>
        </p:nvSpPr>
        <p:spPr>
          <a:xfrm>
            <a:off x="3416301" y="2539681"/>
            <a:ext cx="3299466" cy="32371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r>
              <a:rPr lang="en-US" sz="1200" b="1" dirty="0">
                <a:solidFill>
                  <a:schemeClr val="bg1"/>
                </a:solidFill>
                <a:latin typeface="+mj-lt"/>
              </a:rPr>
              <a:t>Title Here</a:t>
            </a:r>
            <a:endParaRPr lang="id-ID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0" name="Pentagon 14">
            <a:extLst>
              <a:ext uri="{FF2B5EF4-FFF2-40B4-BE49-F238E27FC236}">
                <a16:creationId xmlns:a16="http://schemas.microsoft.com/office/drawing/2014/main" id="{FB900C9E-8BF7-4DB6-905F-817F5B0AE59C}"/>
              </a:ext>
            </a:extLst>
          </p:cNvPr>
          <p:cNvSpPr/>
          <p:nvPr/>
        </p:nvSpPr>
        <p:spPr>
          <a:xfrm>
            <a:off x="5052500" y="3055213"/>
            <a:ext cx="4984201" cy="323716"/>
          </a:xfrm>
          <a:prstGeom prst="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r>
              <a:rPr lang="en-US" sz="1200" b="1" dirty="0">
                <a:solidFill>
                  <a:schemeClr val="bg1"/>
                </a:solidFill>
                <a:latin typeface="+mj-lt"/>
              </a:rPr>
              <a:t>Title Here</a:t>
            </a:r>
            <a:endParaRPr lang="id-ID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1" name="Pentagon 15">
            <a:extLst>
              <a:ext uri="{FF2B5EF4-FFF2-40B4-BE49-F238E27FC236}">
                <a16:creationId xmlns:a16="http://schemas.microsoft.com/office/drawing/2014/main" id="{1D3DC188-66C0-456A-BB13-3AB41676A5BE}"/>
              </a:ext>
            </a:extLst>
          </p:cNvPr>
          <p:cNvSpPr/>
          <p:nvPr/>
        </p:nvSpPr>
        <p:spPr>
          <a:xfrm>
            <a:off x="1976967" y="3523846"/>
            <a:ext cx="4749707" cy="323716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r>
              <a:rPr lang="en-US" sz="1200" b="1" dirty="0">
                <a:solidFill>
                  <a:schemeClr val="bg1"/>
                </a:solidFill>
                <a:latin typeface="+mj-lt"/>
              </a:rPr>
              <a:t>Title Here</a:t>
            </a:r>
            <a:endParaRPr lang="id-ID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2" name="Pentagon 16">
            <a:extLst>
              <a:ext uri="{FF2B5EF4-FFF2-40B4-BE49-F238E27FC236}">
                <a16:creationId xmlns:a16="http://schemas.microsoft.com/office/drawing/2014/main" id="{E349E540-0A30-4F6D-8366-A3A07E6AC2CC}"/>
              </a:ext>
            </a:extLst>
          </p:cNvPr>
          <p:cNvSpPr/>
          <p:nvPr/>
        </p:nvSpPr>
        <p:spPr>
          <a:xfrm>
            <a:off x="6715767" y="4011766"/>
            <a:ext cx="1640348" cy="323716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r>
              <a:rPr lang="en-US" sz="1200" b="1" dirty="0">
                <a:solidFill>
                  <a:schemeClr val="bg1"/>
                </a:solidFill>
                <a:latin typeface="+mj-lt"/>
              </a:rPr>
              <a:t>Title Here</a:t>
            </a:r>
            <a:endParaRPr lang="id-ID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3" name="Pentagon 17">
            <a:extLst>
              <a:ext uri="{FF2B5EF4-FFF2-40B4-BE49-F238E27FC236}">
                <a16:creationId xmlns:a16="http://schemas.microsoft.com/office/drawing/2014/main" id="{03D6FB6C-690E-41AA-803D-733FAAA60185}"/>
              </a:ext>
            </a:extLst>
          </p:cNvPr>
          <p:cNvSpPr/>
          <p:nvPr/>
        </p:nvSpPr>
        <p:spPr>
          <a:xfrm>
            <a:off x="3407489" y="4499838"/>
            <a:ext cx="1645011" cy="32371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r>
              <a:rPr lang="en-US" sz="1200" b="1" dirty="0">
                <a:solidFill>
                  <a:schemeClr val="bg1"/>
                </a:solidFill>
                <a:latin typeface="+mj-lt"/>
              </a:rPr>
              <a:t>Title Here</a:t>
            </a:r>
            <a:endParaRPr lang="id-ID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4" name="Pentagon 18">
            <a:extLst>
              <a:ext uri="{FF2B5EF4-FFF2-40B4-BE49-F238E27FC236}">
                <a16:creationId xmlns:a16="http://schemas.microsoft.com/office/drawing/2014/main" id="{54A3DAE0-AA35-4617-9E9B-29E85AB9CA41}"/>
              </a:ext>
            </a:extLst>
          </p:cNvPr>
          <p:cNvSpPr/>
          <p:nvPr/>
        </p:nvSpPr>
        <p:spPr>
          <a:xfrm>
            <a:off x="10036701" y="4970052"/>
            <a:ext cx="1589275" cy="323716"/>
          </a:xfrm>
          <a:prstGeom prst="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r>
              <a:rPr lang="en-US" sz="1200" b="1" dirty="0">
                <a:solidFill>
                  <a:schemeClr val="bg1"/>
                </a:solidFill>
                <a:latin typeface="+mj-lt"/>
              </a:rPr>
              <a:t>Title Here</a:t>
            </a:r>
            <a:endParaRPr lang="id-ID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5" name="Venn diagram">
            <a:extLst>
              <a:ext uri="{FF2B5EF4-FFF2-40B4-BE49-F238E27FC236}">
                <a16:creationId xmlns:a16="http://schemas.microsoft.com/office/drawing/2014/main" id="{1185FCCD-2299-4217-99E9-AA1C48903466}"/>
              </a:ext>
            </a:extLst>
          </p:cNvPr>
          <p:cNvSpPr txBox="1"/>
          <p:nvPr/>
        </p:nvSpPr>
        <p:spPr>
          <a:xfrm>
            <a:off x="10036701" y="1022677"/>
            <a:ext cx="1559149" cy="359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68" tIns="25468" rIns="25468" bIns="25468">
            <a:spAutoFit/>
          </a:bodyPr>
          <a:lstStyle/>
          <a:p>
            <a:pPr algn="r" defTabSz="229194">
              <a:defRPr sz="4600">
                <a:latin typeface="Barlow Bold"/>
                <a:ea typeface="Barlow Bold"/>
                <a:cs typeface="Barlow Bold"/>
                <a:sym typeface="Barlow Bold"/>
              </a:defRPr>
            </a:pPr>
            <a:r>
              <a:rPr lang="en-US" sz="2000" b="1" dirty="0">
                <a:solidFill>
                  <a:srgbClr val="000000"/>
                </a:solidFill>
                <a:latin typeface="+mj-lt"/>
                <a:cs typeface="Poppins" panose="00000500000000000000" pitchFamily="2" charset="0"/>
                <a:sym typeface="Barlow Bold"/>
              </a:rPr>
              <a:t>6 months</a:t>
            </a:r>
            <a:endParaRPr lang="en-US" sz="2000" b="1" dirty="0">
              <a:solidFill>
                <a:srgbClr val="000000"/>
              </a:solidFill>
              <a:latin typeface="+mj-lt"/>
              <a:ea typeface="Barlow SemiBold"/>
              <a:cs typeface="Poppins" panose="00000500000000000000" pitchFamily="2" charset="0"/>
              <a:sym typeface="Barlow SemiBold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22A84084-E52C-42F1-B8FB-2111B14FDDC9}"/>
              </a:ext>
            </a:extLst>
          </p:cNvPr>
          <p:cNvSpPr txBox="1"/>
          <p:nvPr/>
        </p:nvSpPr>
        <p:spPr>
          <a:xfrm>
            <a:off x="2973049" y="529812"/>
            <a:ext cx="6245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+mj-lt"/>
                <a:cs typeface="Sora SemiBold" pitchFamily="2" charset="0"/>
              </a:rPr>
              <a:t>Gant Chart</a:t>
            </a:r>
            <a:r>
              <a:rPr lang="en-US" sz="4000" b="1" dirty="0">
                <a:solidFill>
                  <a:schemeClr val="accent2"/>
                </a:solidFill>
                <a:latin typeface="+mj-lt"/>
                <a:cs typeface="Sora SemiBold" pitchFamily="2" charset="0"/>
              </a:rPr>
              <a:t>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SemiBold" pitchFamily="2" charset="0"/>
              </a:rPr>
              <a:t>Infographic</a:t>
            </a:r>
          </a:p>
        </p:txBody>
      </p:sp>
    </p:spTree>
    <p:extLst>
      <p:ext uri="{BB962C8B-B14F-4D97-AF65-F5344CB8AC3E}">
        <p14:creationId xmlns:p14="http://schemas.microsoft.com/office/powerpoint/2010/main" val="1376065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5CC2A99B-2C28-4D8C-9A3D-0D98553C7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430539"/>
              </p:ext>
            </p:extLst>
          </p:nvPr>
        </p:nvGraphicFramePr>
        <p:xfrm>
          <a:off x="864760" y="1832664"/>
          <a:ext cx="10172702" cy="408119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774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9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99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99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99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99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991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4991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4991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4991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4991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4991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4991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4991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49918">
                  <a:extLst>
                    <a:ext uri="{9D8B030D-6E8A-4147-A177-3AD203B41FA5}">
                      <a16:colId xmlns:a16="http://schemas.microsoft.com/office/drawing/2014/main" val="1975156436"/>
                    </a:ext>
                  </a:extLst>
                </a:gridCol>
                <a:gridCol w="349918">
                  <a:extLst>
                    <a:ext uri="{9D8B030D-6E8A-4147-A177-3AD203B41FA5}">
                      <a16:colId xmlns:a16="http://schemas.microsoft.com/office/drawing/2014/main" val="1374709460"/>
                    </a:ext>
                  </a:extLst>
                </a:gridCol>
                <a:gridCol w="349918">
                  <a:extLst>
                    <a:ext uri="{9D8B030D-6E8A-4147-A177-3AD203B41FA5}">
                      <a16:colId xmlns:a16="http://schemas.microsoft.com/office/drawing/2014/main" val="630598767"/>
                    </a:ext>
                  </a:extLst>
                </a:gridCol>
                <a:gridCol w="349918">
                  <a:extLst>
                    <a:ext uri="{9D8B030D-6E8A-4147-A177-3AD203B41FA5}">
                      <a16:colId xmlns:a16="http://schemas.microsoft.com/office/drawing/2014/main" val="3492047086"/>
                    </a:ext>
                  </a:extLst>
                </a:gridCol>
                <a:gridCol w="349918">
                  <a:extLst>
                    <a:ext uri="{9D8B030D-6E8A-4147-A177-3AD203B41FA5}">
                      <a16:colId xmlns:a16="http://schemas.microsoft.com/office/drawing/2014/main" val="195335691"/>
                    </a:ext>
                  </a:extLst>
                </a:gridCol>
                <a:gridCol w="349918">
                  <a:extLst>
                    <a:ext uri="{9D8B030D-6E8A-4147-A177-3AD203B41FA5}">
                      <a16:colId xmlns:a16="http://schemas.microsoft.com/office/drawing/2014/main" val="1706623159"/>
                    </a:ext>
                  </a:extLst>
                </a:gridCol>
                <a:gridCol w="349918">
                  <a:extLst>
                    <a:ext uri="{9D8B030D-6E8A-4147-A177-3AD203B41FA5}">
                      <a16:colId xmlns:a16="http://schemas.microsoft.com/office/drawing/2014/main" val="2767622869"/>
                    </a:ext>
                  </a:extLst>
                </a:gridCol>
                <a:gridCol w="349918">
                  <a:extLst>
                    <a:ext uri="{9D8B030D-6E8A-4147-A177-3AD203B41FA5}">
                      <a16:colId xmlns:a16="http://schemas.microsoft.com/office/drawing/2014/main" val="2965436192"/>
                    </a:ext>
                  </a:extLst>
                </a:gridCol>
                <a:gridCol w="349918">
                  <a:extLst>
                    <a:ext uri="{9D8B030D-6E8A-4147-A177-3AD203B41FA5}">
                      <a16:colId xmlns:a16="http://schemas.microsoft.com/office/drawing/2014/main" val="1672317705"/>
                    </a:ext>
                  </a:extLst>
                </a:gridCol>
              </a:tblGrid>
              <a:tr h="45346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j-lt"/>
                          <a:cs typeface="Poppins" panose="00000500000000000000" pitchFamily="2" charset="0"/>
                        </a:rPr>
                        <a:t>Project</a:t>
                      </a:r>
                    </a:p>
                  </a:txBody>
                  <a:tcPr marL="120893" marR="120893" marT="60462" marB="6046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+mj-lt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0" marR="0" marT="60462" marB="6046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+mj-lt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marL="0" marR="0" marT="60462" marB="6046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+mj-lt"/>
                          <a:cs typeface="Poppins" panose="00000500000000000000" pitchFamily="2" charset="0"/>
                        </a:rPr>
                        <a:t>3</a:t>
                      </a:r>
                    </a:p>
                  </a:txBody>
                  <a:tcPr marL="0" marR="0" marT="60462" marB="6046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+mj-lt"/>
                          <a:cs typeface="Poppins" panose="00000500000000000000" pitchFamily="2" charset="0"/>
                        </a:rPr>
                        <a:t>4</a:t>
                      </a:r>
                    </a:p>
                  </a:txBody>
                  <a:tcPr marL="0" marR="0" marT="60462" marB="6046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+mj-lt"/>
                          <a:cs typeface="Poppins" panose="00000500000000000000" pitchFamily="2" charset="0"/>
                        </a:rPr>
                        <a:t>5</a:t>
                      </a:r>
                    </a:p>
                  </a:txBody>
                  <a:tcPr marL="0" marR="0" marT="60462" marB="6046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+mj-lt"/>
                          <a:cs typeface="Poppins" panose="00000500000000000000" pitchFamily="2" charset="0"/>
                        </a:rPr>
                        <a:t>6</a:t>
                      </a:r>
                    </a:p>
                  </a:txBody>
                  <a:tcPr marL="0" marR="0" marT="60462" marB="6046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+mj-lt"/>
                          <a:cs typeface="Poppins" panose="00000500000000000000" pitchFamily="2" charset="0"/>
                        </a:rPr>
                        <a:t>7</a:t>
                      </a:r>
                    </a:p>
                  </a:txBody>
                  <a:tcPr marL="0" marR="0" marT="60462" marB="6046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+mj-lt"/>
                          <a:cs typeface="Poppins" panose="00000500000000000000" pitchFamily="2" charset="0"/>
                        </a:rPr>
                        <a:t>8</a:t>
                      </a:r>
                    </a:p>
                  </a:txBody>
                  <a:tcPr marL="0" marR="0" marT="60462" marB="6046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+mj-lt"/>
                          <a:cs typeface="Poppins" panose="00000500000000000000" pitchFamily="2" charset="0"/>
                        </a:rPr>
                        <a:t>9</a:t>
                      </a:r>
                    </a:p>
                  </a:txBody>
                  <a:tcPr marL="0" marR="0" marT="60462" marB="6046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+mj-lt"/>
                          <a:cs typeface="Poppins" panose="00000500000000000000" pitchFamily="2" charset="0"/>
                        </a:rPr>
                        <a:t>10</a:t>
                      </a:r>
                    </a:p>
                  </a:txBody>
                  <a:tcPr marL="0" marR="0" marT="60462" marB="6046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+mj-lt"/>
                          <a:cs typeface="Poppins" panose="00000500000000000000" pitchFamily="2" charset="0"/>
                        </a:rPr>
                        <a:t>11</a:t>
                      </a:r>
                    </a:p>
                  </a:txBody>
                  <a:tcPr marL="0" marR="0" marT="60462" marB="6046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+mj-lt"/>
                          <a:cs typeface="Poppins" panose="00000500000000000000" pitchFamily="2" charset="0"/>
                        </a:rPr>
                        <a:t>12</a:t>
                      </a:r>
                    </a:p>
                  </a:txBody>
                  <a:tcPr marL="0" marR="0" marT="60462" marB="6046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+mj-lt"/>
                          <a:cs typeface="Poppins" panose="00000500000000000000" pitchFamily="2" charset="0"/>
                        </a:rPr>
                        <a:t>13</a:t>
                      </a:r>
                    </a:p>
                  </a:txBody>
                  <a:tcPr marL="0" marR="0" marT="60462" marB="6046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+mj-lt"/>
                          <a:cs typeface="Poppins" panose="00000500000000000000" pitchFamily="2" charset="0"/>
                        </a:rPr>
                        <a:t>14</a:t>
                      </a:r>
                    </a:p>
                  </a:txBody>
                  <a:tcPr marL="0" marR="0" marT="60462" marB="6046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+mj-lt"/>
                          <a:cs typeface="Poppins" panose="00000500000000000000" pitchFamily="2" charset="0"/>
                        </a:rPr>
                        <a:t>15</a:t>
                      </a:r>
                    </a:p>
                  </a:txBody>
                  <a:tcPr marL="0" marR="0" marT="60462" marB="6046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Poppins" panose="00000500000000000000" pitchFamily="2" charset="0"/>
                        </a:rPr>
                        <a:t>16</a:t>
                      </a:r>
                    </a:p>
                  </a:txBody>
                  <a:tcPr marL="0" marR="0" marT="60462" marB="6046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Poppins" panose="00000500000000000000" pitchFamily="2" charset="0"/>
                        </a:rPr>
                        <a:t>17</a:t>
                      </a:r>
                    </a:p>
                  </a:txBody>
                  <a:tcPr marL="0" marR="0" marT="60462" marB="6046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Poppins" panose="00000500000000000000" pitchFamily="2" charset="0"/>
                        </a:rPr>
                        <a:t>18</a:t>
                      </a:r>
                    </a:p>
                  </a:txBody>
                  <a:tcPr marL="0" marR="0" marT="60462" marB="6046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Poppins" panose="00000500000000000000" pitchFamily="2" charset="0"/>
                        </a:rPr>
                        <a:t>19</a:t>
                      </a:r>
                    </a:p>
                  </a:txBody>
                  <a:tcPr marL="0" marR="0" marT="60462" marB="6046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Poppins" panose="00000500000000000000" pitchFamily="2" charset="0"/>
                        </a:rPr>
                        <a:t>20</a:t>
                      </a:r>
                    </a:p>
                  </a:txBody>
                  <a:tcPr marL="0" marR="0" marT="60462" marB="6046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Poppins" panose="00000500000000000000" pitchFamily="2" charset="0"/>
                        </a:rPr>
                        <a:t>21</a:t>
                      </a:r>
                    </a:p>
                  </a:txBody>
                  <a:tcPr marL="0" marR="0" marT="60462" marB="6046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Poppins" panose="00000500000000000000" pitchFamily="2" charset="0"/>
                        </a:rPr>
                        <a:t>22</a:t>
                      </a:r>
                    </a:p>
                  </a:txBody>
                  <a:tcPr marL="0" marR="0" marT="60462" marB="6046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Poppins" panose="00000500000000000000" pitchFamily="2" charset="0"/>
                        </a:rPr>
                        <a:t>23</a:t>
                      </a:r>
                    </a:p>
                  </a:txBody>
                  <a:tcPr marL="0" marR="0" marT="60462" marB="6046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Poppins" panose="00000500000000000000" pitchFamily="2" charset="0"/>
                        </a:rPr>
                        <a:t>24</a:t>
                      </a:r>
                    </a:p>
                  </a:txBody>
                  <a:tcPr marL="0" marR="0" marT="60462" marB="6046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466">
                <a:tc rowSpan="2">
                  <a:txBody>
                    <a:bodyPr/>
                    <a:lstStyle/>
                    <a:p>
                      <a:pPr algn="l"/>
                      <a:endParaRPr lang="en-US" sz="1000" b="1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466">
                <a:tc vMerge="1">
                  <a:txBody>
                    <a:bodyPr/>
                    <a:lstStyle/>
                    <a:p>
                      <a:pPr algn="l"/>
                      <a:endParaRPr lang="en-US" sz="1000" b="1" dirty="0">
                        <a:solidFill>
                          <a:schemeClr val="bg1"/>
                        </a:solidFill>
                        <a:latin typeface="Lato Regular"/>
                        <a:cs typeface="Lato Regular"/>
                      </a:endParaRPr>
                    </a:p>
                  </a:txBody>
                  <a:tcPr marL="121889" marR="121889" marT="60960" marB="6096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466">
                <a:tc rowSpan="2">
                  <a:txBody>
                    <a:bodyPr/>
                    <a:lstStyle/>
                    <a:p>
                      <a:pPr algn="l"/>
                      <a:endParaRPr lang="en-US" sz="1000" b="1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466">
                <a:tc vMerge="1">
                  <a:txBody>
                    <a:bodyPr/>
                    <a:lstStyle/>
                    <a:p>
                      <a:pPr algn="l"/>
                      <a:endParaRPr lang="en-US" sz="1000" b="1" dirty="0">
                        <a:solidFill>
                          <a:schemeClr val="bg1"/>
                        </a:solidFill>
                        <a:latin typeface="Lato Regular"/>
                        <a:cs typeface="Lato Regular"/>
                      </a:endParaRPr>
                    </a:p>
                  </a:txBody>
                  <a:tcPr marL="121889" marR="121889" marT="60960" marB="6096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3466">
                <a:tc rowSpan="2">
                  <a:txBody>
                    <a:bodyPr/>
                    <a:lstStyle/>
                    <a:p>
                      <a:pPr algn="l"/>
                      <a:endParaRPr lang="en-US" sz="1000" b="1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3466">
                <a:tc vMerge="1">
                  <a:txBody>
                    <a:bodyPr/>
                    <a:lstStyle/>
                    <a:p>
                      <a:pPr algn="l"/>
                      <a:endParaRPr lang="en-US" sz="1000" b="1" dirty="0">
                        <a:solidFill>
                          <a:schemeClr val="bg1"/>
                        </a:solidFill>
                        <a:latin typeface="Lato Regular"/>
                        <a:cs typeface="Lato Regular"/>
                      </a:endParaRPr>
                    </a:p>
                  </a:txBody>
                  <a:tcPr marL="121889" marR="121889" marT="60960" marB="6096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3466">
                <a:tc rowSpan="2">
                  <a:txBody>
                    <a:bodyPr/>
                    <a:lstStyle/>
                    <a:p>
                      <a:pPr algn="l"/>
                      <a:endParaRPr lang="en-US" sz="1000" b="1" dirty="0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3466">
                <a:tc vMerge="1">
                  <a:txBody>
                    <a:bodyPr/>
                    <a:lstStyle/>
                    <a:p>
                      <a:pPr algn="l"/>
                      <a:endParaRPr lang="en-US" sz="1000" b="1" dirty="0">
                        <a:solidFill>
                          <a:schemeClr val="bg1"/>
                        </a:solidFill>
                        <a:latin typeface="Lato Regular"/>
                        <a:cs typeface="Lato Regular"/>
                      </a:endParaRPr>
                    </a:p>
                  </a:txBody>
                  <a:tcPr marL="121889" marR="121889" marT="60960" marB="6096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chemeClr val="bg2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893" marR="120893" marT="60462" marB="6046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B102019-4527-437F-BAD7-4F60AF49DEC9}"/>
              </a:ext>
            </a:extLst>
          </p:cNvPr>
          <p:cNvSpPr/>
          <p:nvPr/>
        </p:nvSpPr>
        <p:spPr>
          <a:xfrm>
            <a:off x="2617381" y="2366572"/>
            <a:ext cx="2727196" cy="733293"/>
          </a:xfrm>
          <a:prstGeom prst="roundRect">
            <a:avLst>
              <a:gd name="adj" fmla="val 990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96CA887-ECF7-47F8-B5CB-C820E2CE091B}"/>
              </a:ext>
            </a:extLst>
          </p:cNvPr>
          <p:cNvSpPr/>
          <p:nvPr/>
        </p:nvSpPr>
        <p:spPr>
          <a:xfrm>
            <a:off x="5403800" y="3253346"/>
            <a:ext cx="2727196" cy="733293"/>
          </a:xfrm>
          <a:prstGeom prst="roundRect">
            <a:avLst>
              <a:gd name="adj" fmla="val 990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6945D46-F3E2-494A-8F7C-6372BEF06846}"/>
              </a:ext>
            </a:extLst>
          </p:cNvPr>
          <p:cNvSpPr/>
          <p:nvPr/>
        </p:nvSpPr>
        <p:spPr>
          <a:xfrm>
            <a:off x="6884801" y="4144321"/>
            <a:ext cx="2727196" cy="733293"/>
          </a:xfrm>
          <a:prstGeom prst="roundRect">
            <a:avLst>
              <a:gd name="adj" fmla="val 990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3E6B18A-97F8-4B1D-ADE3-BCF1D638B887}"/>
              </a:ext>
            </a:extLst>
          </p:cNvPr>
          <p:cNvSpPr/>
          <p:nvPr/>
        </p:nvSpPr>
        <p:spPr>
          <a:xfrm>
            <a:off x="8356526" y="5048555"/>
            <a:ext cx="2727196" cy="733293"/>
          </a:xfrm>
          <a:prstGeom prst="roundRect">
            <a:avLst>
              <a:gd name="adj" fmla="val 990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6EB9C0-42E5-4E00-B2B6-B8CD3C208815}"/>
              </a:ext>
            </a:extLst>
          </p:cNvPr>
          <p:cNvSpPr txBox="1"/>
          <p:nvPr/>
        </p:nvSpPr>
        <p:spPr>
          <a:xfrm>
            <a:off x="1098106" y="2819348"/>
            <a:ext cx="12859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9194"/>
            <a:r>
              <a:rPr lang="en-US" sz="1400" b="1" dirty="0">
                <a:solidFill>
                  <a:schemeClr val="accent1"/>
                </a:solidFill>
                <a:latin typeface="+mj-lt"/>
              </a:rPr>
              <a:t>Project One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7195360-1D03-4052-9A05-F034DAFFF39A}"/>
              </a:ext>
            </a:extLst>
          </p:cNvPr>
          <p:cNvSpPr txBox="1"/>
          <p:nvPr/>
        </p:nvSpPr>
        <p:spPr>
          <a:xfrm>
            <a:off x="1117973" y="3684326"/>
            <a:ext cx="12875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9194"/>
            <a:r>
              <a:rPr lang="en-US" sz="1400" b="1" dirty="0">
                <a:solidFill>
                  <a:schemeClr val="accent2"/>
                </a:solidFill>
                <a:latin typeface="+mj-lt"/>
              </a:rPr>
              <a:t>Project Two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5A93B3-9C38-4E03-93CE-E5DFF659C253}"/>
              </a:ext>
            </a:extLst>
          </p:cNvPr>
          <p:cNvSpPr txBox="1"/>
          <p:nvPr/>
        </p:nvSpPr>
        <p:spPr>
          <a:xfrm>
            <a:off x="1046640" y="4581912"/>
            <a:ext cx="1430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9194"/>
            <a:r>
              <a:rPr lang="en-US" sz="1400" b="1" dirty="0">
                <a:solidFill>
                  <a:schemeClr val="accent3"/>
                </a:solidFill>
                <a:latin typeface="+mj-lt"/>
              </a:rPr>
              <a:t>Project Three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4CCAE1E-62D7-44B8-B129-ED8FBEF28D17}"/>
              </a:ext>
            </a:extLst>
          </p:cNvPr>
          <p:cNvSpPr txBox="1"/>
          <p:nvPr/>
        </p:nvSpPr>
        <p:spPr>
          <a:xfrm>
            <a:off x="1108278" y="5485074"/>
            <a:ext cx="13260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9194"/>
            <a:r>
              <a:rPr lang="en-US" sz="1400" b="1" dirty="0">
                <a:solidFill>
                  <a:schemeClr val="accent4"/>
                </a:solidFill>
                <a:latin typeface="+mj-lt"/>
              </a:rPr>
              <a:t>Project Four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4B9F789-FABE-4C88-8C35-1D3891C9B195}"/>
              </a:ext>
            </a:extLst>
          </p:cNvPr>
          <p:cNvSpPr txBox="1"/>
          <p:nvPr/>
        </p:nvSpPr>
        <p:spPr>
          <a:xfrm>
            <a:off x="4098383" y="2745803"/>
            <a:ext cx="652709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229194"/>
            <a:r>
              <a:rPr lang="en-ID" sz="1203" dirty="0">
                <a:solidFill>
                  <a:srgbClr val="FFFFFF"/>
                </a:solidFill>
              </a:rPr>
              <a:t>100%</a:t>
            </a:r>
            <a:endParaRPr lang="id-ID" sz="1203" dirty="0">
              <a:solidFill>
                <a:srgbClr val="FFFFFF"/>
              </a:solidFill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06C50FE-9703-4CC9-BF41-6FC7E760BF3F}"/>
              </a:ext>
            </a:extLst>
          </p:cNvPr>
          <p:cNvCxnSpPr/>
          <p:nvPr/>
        </p:nvCxnSpPr>
        <p:spPr>
          <a:xfrm>
            <a:off x="4751092" y="2777186"/>
            <a:ext cx="0" cy="21677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E3FC4832-3F8C-424C-BDEA-4D041C687CEA}"/>
              </a:ext>
            </a:extLst>
          </p:cNvPr>
          <p:cNvSpPr txBox="1"/>
          <p:nvPr/>
        </p:nvSpPr>
        <p:spPr>
          <a:xfrm>
            <a:off x="4751091" y="2745804"/>
            <a:ext cx="652709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ID" sz="1203" dirty="0">
                <a:solidFill>
                  <a:srgbClr val="FFFFFF"/>
                </a:solidFill>
              </a:rPr>
              <a:t>6d</a:t>
            </a:r>
            <a:endParaRPr lang="id-ID" sz="1203" dirty="0">
              <a:solidFill>
                <a:srgbClr val="FFFFFF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B7E8185-1093-40B9-88C7-D066E5F54583}"/>
              </a:ext>
            </a:extLst>
          </p:cNvPr>
          <p:cNvSpPr txBox="1"/>
          <p:nvPr/>
        </p:nvSpPr>
        <p:spPr>
          <a:xfrm>
            <a:off x="4194492" y="2440322"/>
            <a:ext cx="1113197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ID" sz="1203" dirty="0">
                <a:solidFill>
                  <a:srgbClr val="FFFFFF"/>
                </a:solidFill>
              </a:rPr>
              <a:t>Progress :</a:t>
            </a:r>
            <a:endParaRPr lang="id-ID" sz="1203" dirty="0">
              <a:solidFill>
                <a:srgbClr val="FFFFFF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A02A4CA-A9E6-472B-AAF7-6FDCE1CB809E}"/>
              </a:ext>
            </a:extLst>
          </p:cNvPr>
          <p:cNvSpPr txBox="1"/>
          <p:nvPr/>
        </p:nvSpPr>
        <p:spPr>
          <a:xfrm>
            <a:off x="6884801" y="3632578"/>
            <a:ext cx="652709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229194"/>
            <a:r>
              <a:rPr lang="en-ID" sz="1203" dirty="0">
                <a:solidFill>
                  <a:srgbClr val="FFFFFF"/>
                </a:solidFill>
              </a:rPr>
              <a:t>75%</a:t>
            </a:r>
            <a:endParaRPr lang="id-ID" sz="1203" dirty="0">
              <a:solidFill>
                <a:srgbClr val="FFFFFF"/>
              </a:solidFill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3626DED-6095-4E25-A969-662118EDA555}"/>
              </a:ext>
            </a:extLst>
          </p:cNvPr>
          <p:cNvCxnSpPr/>
          <p:nvPr/>
        </p:nvCxnSpPr>
        <p:spPr>
          <a:xfrm>
            <a:off x="7537510" y="3663961"/>
            <a:ext cx="0" cy="21677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986F823-C230-4E9E-B67D-976C8EB17896}"/>
              </a:ext>
            </a:extLst>
          </p:cNvPr>
          <p:cNvSpPr txBox="1"/>
          <p:nvPr/>
        </p:nvSpPr>
        <p:spPr>
          <a:xfrm>
            <a:off x="7537510" y="3632578"/>
            <a:ext cx="652709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ID" sz="1203" dirty="0">
                <a:solidFill>
                  <a:srgbClr val="FFFFFF"/>
                </a:solidFill>
              </a:rPr>
              <a:t>6d</a:t>
            </a:r>
            <a:endParaRPr lang="id-ID" sz="1203" dirty="0">
              <a:solidFill>
                <a:srgbClr val="FFFFFF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82E9217-3513-4598-B2DC-B0EBEB6F7F9F}"/>
              </a:ext>
            </a:extLst>
          </p:cNvPr>
          <p:cNvSpPr txBox="1"/>
          <p:nvPr/>
        </p:nvSpPr>
        <p:spPr>
          <a:xfrm>
            <a:off x="7047410" y="3327096"/>
            <a:ext cx="1113197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ID" sz="1203" dirty="0">
                <a:solidFill>
                  <a:srgbClr val="FFFFFF"/>
                </a:solidFill>
              </a:rPr>
              <a:t>Progress :</a:t>
            </a:r>
            <a:endParaRPr lang="id-ID" sz="1203" dirty="0">
              <a:solidFill>
                <a:srgbClr val="FFFFFF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DC924BD-98BD-4ABF-BB0D-FF62DACD12B1}"/>
              </a:ext>
            </a:extLst>
          </p:cNvPr>
          <p:cNvSpPr txBox="1"/>
          <p:nvPr/>
        </p:nvSpPr>
        <p:spPr>
          <a:xfrm>
            <a:off x="8365802" y="4523552"/>
            <a:ext cx="652709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229194"/>
            <a:r>
              <a:rPr lang="en-ID" sz="1203" dirty="0">
                <a:solidFill>
                  <a:srgbClr val="FFFFFF"/>
                </a:solidFill>
              </a:rPr>
              <a:t>55%</a:t>
            </a:r>
            <a:endParaRPr lang="id-ID" sz="1203" dirty="0">
              <a:solidFill>
                <a:srgbClr val="FFFFFF"/>
              </a:solidFill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0949E8A-AB62-4904-AB24-BA908808315F}"/>
              </a:ext>
            </a:extLst>
          </p:cNvPr>
          <p:cNvCxnSpPr/>
          <p:nvPr/>
        </p:nvCxnSpPr>
        <p:spPr>
          <a:xfrm>
            <a:off x="9018511" y="4554935"/>
            <a:ext cx="0" cy="21677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D621248D-9AB5-477F-A49E-F40AD9EE2FA5}"/>
              </a:ext>
            </a:extLst>
          </p:cNvPr>
          <p:cNvSpPr txBox="1"/>
          <p:nvPr/>
        </p:nvSpPr>
        <p:spPr>
          <a:xfrm>
            <a:off x="9018510" y="4523552"/>
            <a:ext cx="652709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ID" sz="1203" dirty="0">
                <a:solidFill>
                  <a:srgbClr val="FFFFFF"/>
                </a:solidFill>
              </a:rPr>
              <a:t>6d</a:t>
            </a:r>
            <a:endParaRPr lang="id-ID" sz="1203" dirty="0">
              <a:solidFill>
                <a:srgbClr val="FFFFFF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3F5BF95-E765-417B-BEA2-76D4868FB9B0}"/>
              </a:ext>
            </a:extLst>
          </p:cNvPr>
          <p:cNvSpPr txBox="1"/>
          <p:nvPr/>
        </p:nvSpPr>
        <p:spPr>
          <a:xfrm>
            <a:off x="8528411" y="4218070"/>
            <a:ext cx="1113197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ID" sz="1203" dirty="0">
                <a:solidFill>
                  <a:srgbClr val="FFFFFF"/>
                </a:solidFill>
              </a:rPr>
              <a:t>Progress :</a:t>
            </a:r>
            <a:endParaRPr lang="id-ID" sz="1203" dirty="0">
              <a:solidFill>
                <a:srgbClr val="FFFFFF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EF5CB8B-DFC5-45B5-9B7F-FCBDC98A920B}"/>
              </a:ext>
            </a:extLst>
          </p:cNvPr>
          <p:cNvSpPr txBox="1"/>
          <p:nvPr/>
        </p:nvSpPr>
        <p:spPr>
          <a:xfrm>
            <a:off x="9837527" y="5427787"/>
            <a:ext cx="652709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229194"/>
            <a:r>
              <a:rPr lang="en-ID" sz="1203" dirty="0">
                <a:solidFill>
                  <a:srgbClr val="FFFFFF"/>
                </a:solidFill>
              </a:rPr>
              <a:t>35%</a:t>
            </a:r>
            <a:endParaRPr lang="id-ID" sz="1203" dirty="0">
              <a:solidFill>
                <a:srgbClr val="FFFFFF"/>
              </a:solidFill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7631C61-3C23-4615-99C6-C2FB61DE400F}"/>
              </a:ext>
            </a:extLst>
          </p:cNvPr>
          <p:cNvCxnSpPr/>
          <p:nvPr/>
        </p:nvCxnSpPr>
        <p:spPr>
          <a:xfrm>
            <a:off x="10490236" y="5459169"/>
            <a:ext cx="0" cy="21677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041D720E-8471-46EF-A3F7-D5C4A62262B3}"/>
              </a:ext>
            </a:extLst>
          </p:cNvPr>
          <p:cNvSpPr txBox="1"/>
          <p:nvPr/>
        </p:nvSpPr>
        <p:spPr>
          <a:xfrm>
            <a:off x="10490235" y="5427787"/>
            <a:ext cx="652709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ID" sz="1203" dirty="0">
                <a:solidFill>
                  <a:srgbClr val="FFFFFF"/>
                </a:solidFill>
              </a:rPr>
              <a:t>6d</a:t>
            </a:r>
            <a:endParaRPr lang="id-ID" sz="1203" dirty="0">
              <a:solidFill>
                <a:srgbClr val="FFFFFF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FFB1356-B9A0-40B1-856D-2F137ECA0721}"/>
              </a:ext>
            </a:extLst>
          </p:cNvPr>
          <p:cNvSpPr txBox="1"/>
          <p:nvPr/>
        </p:nvSpPr>
        <p:spPr>
          <a:xfrm>
            <a:off x="9980421" y="5122305"/>
            <a:ext cx="1113197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ID" sz="1203" dirty="0">
                <a:solidFill>
                  <a:srgbClr val="FFFFFF"/>
                </a:solidFill>
              </a:rPr>
              <a:t>Progress :</a:t>
            </a:r>
            <a:endParaRPr lang="id-ID" sz="1203" dirty="0">
              <a:solidFill>
                <a:srgbClr val="FFFFFF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BC0CBE5-A754-46D7-9559-5D7DBF1D735B}"/>
              </a:ext>
            </a:extLst>
          </p:cNvPr>
          <p:cNvSpPr txBox="1"/>
          <p:nvPr/>
        </p:nvSpPr>
        <p:spPr>
          <a:xfrm>
            <a:off x="2973049" y="548862"/>
            <a:ext cx="6245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+mj-lt"/>
                <a:cs typeface="Sora SemiBold" pitchFamily="2" charset="0"/>
              </a:rPr>
              <a:t>Gant Chart</a:t>
            </a:r>
            <a:r>
              <a:rPr lang="en-US" sz="4000" b="1" dirty="0">
                <a:solidFill>
                  <a:schemeClr val="accent2"/>
                </a:solidFill>
                <a:latin typeface="+mj-lt"/>
                <a:cs typeface="Sora SemiBold" pitchFamily="2" charset="0"/>
              </a:rPr>
              <a:t>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SemiBold" pitchFamily="2" charset="0"/>
              </a:rPr>
              <a:t>Infographic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3ED83FB-3748-4063-951F-1B2E309A91F4}"/>
              </a:ext>
            </a:extLst>
          </p:cNvPr>
          <p:cNvGrpSpPr/>
          <p:nvPr/>
        </p:nvGrpSpPr>
        <p:grpSpPr>
          <a:xfrm>
            <a:off x="1649398" y="5182695"/>
            <a:ext cx="201894" cy="230680"/>
            <a:chOff x="9162373" y="3045147"/>
            <a:chExt cx="406400" cy="464344"/>
          </a:xfrm>
          <a:solidFill>
            <a:schemeClr val="accent4"/>
          </a:solidFill>
        </p:grpSpPr>
        <p:sp>
          <p:nvSpPr>
            <p:cNvPr id="72" name="AutoShape 48">
              <a:extLst>
                <a:ext uri="{FF2B5EF4-FFF2-40B4-BE49-F238E27FC236}">
                  <a16:creationId xmlns:a16="http://schemas.microsoft.com/office/drawing/2014/main" id="{E92FF1E6-4BC7-4A78-9B85-FAEE7D221AB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2373" y="3045147"/>
              <a:ext cx="406400" cy="46434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7425"/>
                  </a:moveTo>
                  <a:cubicBezTo>
                    <a:pt x="5687" y="7425"/>
                    <a:pt x="1542" y="6064"/>
                    <a:pt x="1542" y="4387"/>
                  </a:cubicBezTo>
                  <a:cubicBezTo>
                    <a:pt x="1542" y="2709"/>
                    <a:pt x="5687" y="1350"/>
                    <a:pt x="10800" y="1350"/>
                  </a:cubicBezTo>
                  <a:cubicBezTo>
                    <a:pt x="15912" y="1350"/>
                    <a:pt x="20057" y="2709"/>
                    <a:pt x="20057" y="4387"/>
                  </a:cubicBezTo>
                  <a:cubicBezTo>
                    <a:pt x="20057" y="6064"/>
                    <a:pt x="15912" y="7425"/>
                    <a:pt x="10800" y="7425"/>
                  </a:cubicBezTo>
                  <a:moveTo>
                    <a:pt x="20057" y="9112"/>
                  </a:moveTo>
                  <a:lnTo>
                    <a:pt x="20054" y="9112"/>
                  </a:lnTo>
                  <a:cubicBezTo>
                    <a:pt x="20054" y="9119"/>
                    <a:pt x="20057" y="9127"/>
                    <a:pt x="20057" y="9133"/>
                  </a:cubicBezTo>
                  <a:cubicBezTo>
                    <a:pt x="20057" y="10800"/>
                    <a:pt x="15912" y="12150"/>
                    <a:pt x="10800" y="12150"/>
                  </a:cubicBezTo>
                  <a:cubicBezTo>
                    <a:pt x="5687" y="12150"/>
                    <a:pt x="1542" y="10800"/>
                    <a:pt x="1542" y="9133"/>
                  </a:cubicBezTo>
                  <a:cubicBezTo>
                    <a:pt x="1542" y="9127"/>
                    <a:pt x="1545" y="9119"/>
                    <a:pt x="1545" y="9112"/>
                  </a:cubicBezTo>
                  <a:lnTo>
                    <a:pt x="1542" y="9112"/>
                  </a:lnTo>
                  <a:lnTo>
                    <a:pt x="1542" y="6793"/>
                  </a:lnTo>
                  <a:cubicBezTo>
                    <a:pt x="3564" y="8140"/>
                    <a:pt x="7271" y="8774"/>
                    <a:pt x="10800" y="8774"/>
                  </a:cubicBezTo>
                  <a:cubicBezTo>
                    <a:pt x="14328" y="8774"/>
                    <a:pt x="18035" y="8140"/>
                    <a:pt x="20057" y="6793"/>
                  </a:cubicBezTo>
                  <a:cubicBezTo>
                    <a:pt x="20057" y="6793"/>
                    <a:pt x="20057" y="9112"/>
                    <a:pt x="20057" y="9112"/>
                  </a:cubicBezTo>
                  <a:close/>
                  <a:moveTo>
                    <a:pt x="20057" y="13162"/>
                  </a:moveTo>
                  <a:lnTo>
                    <a:pt x="20054" y="13162"/>
                  </a:lnTo>
                  <a:cubicBezTo>
                    <a:pt x="20054" y="13169"/>
                    <a:pt x="20057" y="13177"/>
                    <a:pt x="20057" y="13183"/>
                  </a:cubicBezTo>
                  <a:cubicBezTo>
                    <a:pt x="20057" y="14850"/>
                    <a:pt x="15912" y="16200"/>
                    <a:pt x="10800" y="16200"/>
                  </a:cubicBezTo>
                  <a:cubicBezTo>
                    <a:pt x="5687" y="16200"/>
                    <a:pt x="1542" y="14850"/>
                    <a:pt x="1542" y="13183"/>
                  </a:cubicBezTo>
                  <a:cubicBezTo>
                    <a:pt x="1542" y="13177"/>
                    <a:pt x="1545" y="13169"/>
                    <a:pt x="1545" y="13162"/>
                  </a:cubicBezTo>
                  <a:lnTo>
                    <a:pt x="1542" y="13162"/>
                  </a:lnTo>
                  <a:lnTo>
                    <a:pt x="1542" y="10640"/>
                  </a:lnTo>
                  <a:cubicBezTo>
                    <a:pt x="3136" y="12077"/>
                    <a:pt x="6982" y="12825"/>
                    <a:pt x="10800" y="12825"/>
                  </a:cubicBezTo>
                  <a:cubicBezTo>
                    <a:pt x="14617" y="12825"/>
                    <a:pt x="18463" y="12077"/>
                    <a:pt x="20057" y="10640"/>
                  </a:cubicBezTo>
                  <a:cubicBezTo>
                    <a:pt x="20057" y="10640"/>
                    <a:pt x="20057" y="13162"/>
                    <a:pt x="20057" y="13162"/>
                  </a:cubicBezTo>
                  <a:close/>
                  <a:moveTo>
                    <a:pt x="20057" y="17212"/>
                  </a:moveTo>
                  <a:cubicBezTo>
                    <a:pt x="20057" y="18889"/>
                    <a:pt x="15912" y="20249"/>
                    <a:pt x="10800" y="20249"/>
                  </a:cubicBezTo>
                  <a:cubicBezTo>
                    <a:pt x="5687" y="20249"/>
                    <a:pt x="1542" y="18889"/>
                    <a:pt x="1542" y="17212"/>
                  </a:cubicBezTo>
                  <a:lnTo>
                    <a:pt x="1542" y="14690"/>
                  </a:lnTo>
                  <a:cubicBezTo>
                    <a:pt x="3136" y="16127"/>
                    <a:pt x="6982" y="16875"/>
                    <a:pt x="10800" y="16875"/>
                  </a:cubicBezTo>
                  <a:cubicBezTo>
                    <a:pt x="14617" y="16875"/>
                    <a:pt x="18463" y="16127"/>
                    <a:pt x="20057" y="14690"/>
                  </a:cubicBezTo>
                  <a:cubicBezTo>
                    <a:pt x="20057" y="14690"/>
                    <a:pt x="20057" y="17212"/>
                    <a:pt x="20057" y="17212"/>
                  </a:cubicBezTo>
                  <a:close/>
                  <a:moveTo>
                    <a:pt x="10800" y="0"/>
                  </a:moveTo>
                  <a:cubicBezTo>
                    <a:pt x="5598" y="0"/>
                    <a:pt x="0" y="1372"/>
                    <a:pt x="0" y="4387"/>
                  </a:cubicBezTo>
                  <a:lnTo>
                    <a:pt x="0" y="17212"/>
                  </a:lnTo>
                  <a:cubicBezTo>
                    <a:pt x="0" y="20226"/>
                    <a:pt x="5598" y="21599"/>
                    <a:pt x="10800" y="21599"/>
                  </a:cubicBezTo>
                  <a:cubicBezTo>
                    <a:pt x="16001" y="21599"/>
                    <a:pt x="21599" y="20226"/>
                    <a:pt x="21599" y="17212"/>
                  </a:cubicBezTo>
                  <a:lnTo>
                    <a:pt x="21599" y="4387"/>
                  </a:lnTo>
                  <a:cubicBezTo>
                    <a:pt x="21599" y="1372"/>
                    <a:pt x="16001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73" name="AutoShape 49">
              <a:extLst>
                <a:ext uri="{FF2B5EF4-FFF2-40B4-BE49-F238E27FC236}">
                  <a16:creationId xmlns:a16="http://schemas.microsoft.com/office/drawing/2014/main" id="{0B55279E-7F7E-4C70-A9D6-EFFDD59B6AD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1460" y="3407890"/>
              <a:ext cx="29369" cy="285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69" y="21599"/>
                    <a:pt x="21600" y="16769"/>
                    <a:pt x="21600" y="10800"/>
                  </a:cubicBezTo>
                  <a:cubicBezTo>
                    <a:pt x="21600" y="4830"/>
                    <a:pt x="16769" y="0"/>
                    <a:pt x="10800" y="0"/>
                  </a:cubicBezTo>
                  <a:cubicBezTo>
                    <a:pt x="4830" y="0"/>
                    <a:pt x="0" y="4830"/>
                    <a:pt x="0" y="10800"/>
                  </a:cubicBezTo>
                  <a:cubicBezTo>
                    <a:pt x="0" y="16769"/>
                    <a:pt x="4830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74" name="AutoShape 50">
              <a:extLst>
                <a:ext uri="{FF2B5EF4-FFF2-40B4-BE49-F238E27FC236}">
                  <a16:creationId xmlns:a16="http://schemas.microsoft.com/office/drawing/2014/main" id="{1BB994E2-E5A7-4E40-A8BE-7BB75E905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1460" y="3320578"/>
              <a:ext cx="29369" cy="293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69" y="21599"/>
                    <a:pt x="21600" y="16769"/>
                    <a:pt x="21600" y="10800"/>
                  </a:cubicBezTo>
                  <a:cubicBezTo>
                    <a:pt x="21600" y="4830"/>
                    <a:pt x="16769" y="0"/>
                    <a:pt x="10800" y="0"/>
                  </a:cubicBezTo>
                  <a:cubicBezTo>
                    <a:pt x="4830" y="0"/>
                    <a:pt x="0" y="4830"/>
                    <a:pt x="0" y="10800"/>
                  </a:cubicBezTo>
                  <a:cubicBezTo>
                    <a:pt x="0" y="16769"/>
                    <a:pt x="4830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75" name="AutoShape 51">
              <a:extLst>
                <a:ext uri="{FF2B5EF4-FFF2-40B4-BE49-F238E27FC236}">
                  <a16:creationId xmlns:a16="http://schemas.microsoft.com/office/drawing/2014/main" id="{2DD9EA74-9FF9-4656-9EDE-B6E42EB07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1460" y="3233265"/>
              <a:ext cx="29369" cy="293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69" y="21599"/>
                    <a:pt x="21600" y="16769"/>
                    <a:pt x="21600" y="10800"/>
                  </a:cubicBezTo>
                  <a:cubicBezTo>
                    <a:pt x="21600" y="4830"/>
                    <a:pt x="16769" y="0"/>
                    <a:pt x="10800" y="0"/>
                  </a:cubicBezTo>
                  <a:cubicBezTo>
                    <a:pt x="4830" y="0"/>
                    <a:pt x="0" y="4830"/>
                    <a:pt x="0" y="10800"/>
                  </a:cubicBezTo>
                  <a:cubicBezTo>
                    <a:pt x="0" y="16769"/>
                    <a:pt x="4830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B17EE401-8CDB-4938-8055-999F1216C285}"/>
              </a:ext>
            </a:extLst>
          </p:cNvPr>
          <p:cNvGrpSpPr/>
          <p:nvPr/>
        </p:nvGrpSpPr>
        <p:grpSpPr>
          <a:xfrm>
            <a:off x="1646399" y="4286306"/>
            <a:ext cx="230680" cy="216484"/>
            <a:chOff x="10062485" y="2115665"/>
            <a:chExt cx="464344" cy="435769"/>
          </a:xfrm>
          <a:solidFill>
            <a:schemeClr val="accent3"/>
          </a:solidFill>
        </p:grpSpPr>
        <p:sp>
          <p:nvSpPr>
            <p:cNvPr id="77" name="AutoShape 69">
              <a:extLst>
                <a:ext uri="{FF2B5EF4-FFF2-40B4-BE49-F238E27FC236}">
                  <a16:creationId xmlns:a16="http://schemas.microsoft.com/office/drawing/2014/main" id="{21488B3A-D6B1-42E4-8800-53F1FCB2C3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62485" y="2115665"/>
              <a:ext cx="464344" cy="4357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223" y="5760"/>
                  </a:moveTo>
                  <a:lnTo>
                    <a:pt x="17548" y="5760"/>
                  </a:lnTo>
                  <a:cubicBezTo>
                    <a:pt x="16804" y="5760"/>
                    <a:pt x="16198" y="5114"/>
                    <a:pt x="16198" y="4320"/>
                  </a:cubicBezTo>
                  <a:lnTo>
                    <a:pt x="16200" y="4320"/>
                  </a:lnTo>
                  <a:lnTo>
                    <a:pt x="16200" y="1440"/>
                  </a:lnTo>
                  <a:lnTo>
                    <a:pt x="20250" y="5760"/>
                  </a:lnTo>
                  <a:cubicBezTo>
                    <a:pt x="20250" y="5760"/>
                    <a:pt x="18223" y="5760"/>
                    <a:pt x="18223" y="5760"/>
                  </a:cubicBezTo>
                  <a:close/>
                  <a:moveTo>
                    <a:pt x="20250" y="19440"/>
                  </a:moveTo>
                  <a:cubicBezTo>
                    <a:pt x="20250" y="19837"/>
                    <a:pt x="19948" y="20160"/>
                    <a:pt x="19575" y="20160"/>
                  </a:cubicBezTo>
                  <a:lnTo>
                    <a:pt x="2024" y="20160"/>
                  </a:lnTo>
                  <a:cubicBezTo>
                    <a:pt x="1651" y="20160"/>
                    <a:pt x="1349" y="19837"/>
                    <a:pt x="1349" y="19440"/>
                  </a:cubicBezTo>
                  <a:lnTo>
                    <a:pt x="1349" y="2160"/>
                  </a:lnTo>
                  <a:cubicBezTo>
                    <a:pt x="1349" y="1762"/>
                    <a:pt x="1651" y="1440"/>
                    <a:pt x="2024" y="1440"/>
                  </a:cubicBezTo>
                  <a:lnTo>
                    <a:pt x="15525" y="1440"/>
                  </a:lnTo>
                  <a:lnTo>
                    <a:pt x="15525" y="4320"/>
                  </a:lnTo>
                  <a:lnTo>
                    <a:pt x="15523" y="4320"/>
                  </a:lnTo>
                  <a:cubicBezTo>
                    <a:pt x="15523" y="5513"/>
                    <a:pt x="16430" y="6480"/>
                    <a:pt x="17548" y="6480"/>
                  </a:cubicBezTo>
                  <a:lnTo>
                    <a:pt x="18223" y="6480"/>
                  </a:lnTo>
                  <a:lnTo>
                    <a:pt x="20250" y="6480"/>
                  </a:lnTo>
                  <a:cubicBezTo>
                    <a:pt x="20250" y="6480"/>
                    <a:pt x="20250" y="19440"/>
                    <a:pt x="20250" y="19440"/>
                  </a:cubicBezTo>
                  <a:close/>
                  <a:moveTo>
                    <a:pt x="21204" y="4741"/>
                  </a:moveTo>
                  <a:lnTo>
                    <a:pt x="17154" y="421"/>
                  </a:lnTo>
                  <a:cubicBezTo>
                    <a:pt x="16901" y="151"/>
                    <a:pt x="16557" y="0"/>
                    <a:pt x="16200" y="0"/>
                  </a:cubicBezTo>
                  <a:lnTo>
                    <a:pt x="2024" y="0"/>
                  </a:lnTo>
                  <a:cubicBezTo>
                    <a:pt x="908" y="0"/>
                    <a:pt x="0" y="968"/>
                    <a:pt x="0" y="2160"/>
                  </a:cubicBezTo>
                  <a:lnTo>
                    <a:pt x="0" y="19440"/>
                  </a:lnTo>
                  <a:cubicBezTo>
                    <a:pt x="0" y="20631"/>
                    <a:pt x="908" y="21600"/>
                    <a:pt x="2024" y="21600"/>
                  </a:cubicBezTo>
                  <a:lnTo>
                    <a:pt x="19575" y="21600"/>
                  </a:lnTo>
                  <a:cubicBezTo>
                    <a:pt x="20691" y="21600"/>
                    <a:pt x="21599" y="20631"/>
                    <a:pt x="21599" y="19440"/>
                  </a:cubicBezTo>
                  <a:lnTo>
                    <a:pt x="21599" y="5760"/>
                  </a:lnTo>
                  <a:cubicBezTo>
                    <a:pt x="21599" y="5378"/>
                    <a:pt x="21457" y="5011"/>
                    <a:pt x="21204" y="4741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78" name="AutoShape 70">
              <a:extLst>
                <a:ext uri="{FF2B5EF4-FFF2-40B4-BE49-F238E27FC236}">
                  <a16:creationId xmlns:a16="http://schemas.microsoft.com/office/drawing/2014/main" id="{708B68B7-70CC-4E1F-A383-4BC293B68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9973" y="2202184"/>
              <a:ext cx="87313" cy="150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00" y="21599"/>
                  </a:moveTo>
                  <a:lnTo>
                    <a:pt x="19800" y="21599"/>
                  </a:lnTo>
                  <a:cubicBezTo>
                    <a:pt x="20791" y="21599"/>
                    <a:pt x="21600" y="16769"/>
                    <a:pt x="21600" y="10800"/>
                  </a:cubicBezTo>
                  <a:cubicBezTo>
                    <a:pt x="21600" y="4830"/>
                    <a:pt x="20791" y="0"/>
                    <a:pt x="19800" y="0"/>
                  </a:cubicBezTo>
                  <a:lnTo>
                    <a:pt x="1800" y="0"/>
                  </a:lnTo>
                  <a:cubicBezTo>
                    <a:pt x="801" y="0"/>
                    <a:pt x="0" y="4830"/>
                    <a:pt x="0" y="10800"/>
                  </a:cubicBezTo>
                  <a:cubicBezTo>
                    <a:pt x="0" y="16769"/>
                    <a:pt x="801" y="21599"/>
                    <a:pt x="1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79" name="AutoShape 71">
              <a:extLst>
                <a:ext uri="{FF2B5EF4-FFF2-40B4-BE49-F238E27FC236}">
                  <a16:creationId xmlns:a16="http://schemas.microsoft.com/office/drawing/2014/main" id="{CBDEBB45-2972-4C46-B655-5D620D8A4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9973" y="2245840"/>
              <a:ext cx="87313" cy="1508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00" y="21599"/>
                  </a:moveTo>
                  <a:lnTo>
                    <a:pt x="19800" y="21599"/>
                  </a:lnTo>
                  <a:cubicBezTo>
                    <a:pt x="20791" y="21599"/>
                    <a:pt x="21600" y="16769"/>
                    <a:pt x="21600" y="10800"/>
                  </a:cubicBezTo>
                  <a:cubicBezTo>
                    <a:pt x="21600" y="4830"/>
                    <a:pt x="20791" y="0"/>
                    <a:pt x="19800" y="0"/>
                  </a:cubicBezTo>
                  <a:lnTo>
                    <a:pt x="1800" y="0"/>
                  </a:lnTo>
                  <a:cubicBezTo>
                    <a:pt x="801" y="0"/>
                    <a:pt x="0" y="4830"/>
                    <a:pt x="0" y="10800"/>
                  </a:cubicBezTo>
                  <a:cubicBezTo>
                    <a:pt x="0" y="16769"/>
                    <a:pt x="801" y="21599"/>
                    <a:pt x="1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80" name="AutoShape 72">
              <a:extLst>
                <a:ext uri="{FF2B5EF4-FFF2-40B4-BE49-F238E27FC236}">
                  <a16:creationId xmlns:a16="http://schemas.microsoft.com/office/drawing/2014/main" id="{9500DB13-3AF1-4E50-BFF2-764639FC6D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9973" y="2289497"/>
              <a:ext cx="188913" cy="150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cubicBezTo>
                    <a:pt x="0" y="16769"/>
                    <a:pt x="369" y="21599"/>
                    <a:pt x="830" y="21599"/>
                  </a:cubicBezTo>
                  <a:lnTo>
                    <a:pt x="20769" y="21599"/>
                  </a:lnTo>
                  <a:cubicBezTo>
                    <a:pt x="21226" y="21599"/>
                    <a:pt x="21600" y="16769"/>
                    <a:pt x="21600" y="10800"/>
                  </a:cubicBezTo>
                  <a:cubicBezTo>
                    <a:pt x="21600" y="4830"/>
                    <a:pt x="21226" y="0"/>
                    <a:pt x="20769" y="0"/>
                  </a:cubicBezTo>
                  <a:lnTo>
                    <a:pt x="830" y="0"/>
                  </a:lnTo>
                  <a:cubicBezTo>
                    <a:pt x="369" y="0"/>
                    <a:pt x="0" y="4830"/>
                    <a:pt x="0" y="108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81" name="AutoShape 73">
              <a:extLst>
                <a:ext uri="{FF2B5EF4-FFF2-40B4-BE49-F238E27FC236}">
                  <a16:creationId xmlns:a16="http://schemas.microsoft.com/office/drawing/2014/main" id="{FD8348BD-27C9-4098-922E-7AF063E4C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0429" y="2376809"/>
              <a:ext cx="348456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48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48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82" name="AutoShape 74">
              <a:extLst>
                <a:ext uri="{FF2B5EF4-FFF2-40B4-BE49-F238E27FC236}">
                  <a16:creationId xmlns:a16="http://schemas.microsoft.com/office/drawing/2014/main" id="{E0C04AC6-E0A6-4EC6-ABB9-39C829E9B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0429" y="2420465"/>
              <a:ext cx="348456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48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48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83" name="AutoShape 75">
              <a:extLst>
                <a:ext uri="{FF2B5EF4-FFF2-40B4-BE49-F238E27FC236}">
                  <a16:creationId xmlns:a16="http://schemas.microsoft.com/office/drawing/2014/main" id="{B8523519-0567-4060-9CF6-312E688E8D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0429" y="2464122"/>
              <a:ext cx="348456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48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48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84" name="AutoShape 76">
              <a:extLst>
                <a:ext uri="{FF2B5EF4-FFF2-40B4-BE49-F238E27FC236}">
                  <a16:creationId xmlns:a16="http://schemas.microsoft.com/office/drawing/2014/main" id="{0E5D18F5-0E71-4C1B-B817-318EFB6A5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0429" y="2333153"/>
              <a:ext cx="348456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69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69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85" name="AutoShape 77">
              <a:extLst>
                <a:ext uri="{FF2B5EF4-FFF2-40B4-BE49-F238E27FC236}">
                  <a16:creationId xmlns:a16="http://schemas.microsoft.com/office/drawing/2014/main" id="{6C48F170-2C8F-44BD-B52E-2F9B19AF4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0429" y="2187897"/>
              <a:ext cx="130969" cy="1166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4799" y="5400"/>
                  </a:moveTo>
                  <a:lnTo>
                    <a:pt x="16800" y="5400"/>
                  </a:lnTo>
                  <a:lnTo>
                    <a:pt x="16800" y="16200"/>
                  </a:lnTo>
                  <a:lnTo>
                    <a:pt x="4799" y="16200"/>
                  </a:lnTo>
                  <a:cubicBezTo>
                    <a:pt x="4799" y="16200"/>
                    <a:pt x="4799" y="5400"/>
                    <a:pt x="4799" y="5400"/>
                  </a:cubicBezTo>
                  <a:close/>
                  <a:moveTo>
                    <a:pt x="2399" y="21599"/>
                  </a:moveTo>
                  <a:lnTo>
                    <a:pt x="19200" y="21599"/>
                  </a:lnTo>
                  <a:cubicBezTo>
                    <a:pt x="20526" y="21599"/>
                    <a:pt x="21599" y="20392"/>
                    <a:pt x="21599" y="18900"/>
                  </a:cubicBezTo>
                  <a:lnTo>
                    <a:pt x="21599" y="2700"/>
                  </a:lnTo>
                  <a:cubicBezTo>
                    <a:pt x="21599" y="1207"/>
                    <a:pt x="20526" y="0"/>
                    <a:pt x="19200" y="0"/>
                  </a:cubicBezTo>
                  <a:lnTo>
                    <a:pt x="2399" y="0"/>
                  </a:lnTo>
                  <a:cubicBezTo>
                    <a:pt x="1073" y="0"/>
                    <a:pt x="0" y="1207"/>
                    <a:pt x="0" y="2700"/>
                  </a:cubicBezTo>
                  <a:lnTo>
                    <a:pt x="0" y="18900"/>
                  </a:lnTo>
                  <a:cubicBezTo>
                    <a:pt x="0" y="20392"/>
                    <a:pt x="1073" y="21599"/>
                    <a:pt x="2399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35DEE083-9A21-45E3-ACFD-B8BA636046C3}"/>
              </a:ext>
            </a:extLst>
          </p:cNvPr>
          <p:cNvGrpSpPr/>
          <p:nvPr/>
        </p:nvGrpSpPr>
        <p:grpSpPr>
          <a:xfrm>
            <a:off x="1628260" y="3364558"/>
            <a:ext cx="266958" cy="230680"/>
            <a:chOff x="9148085" y="2115665"/>
            <a:chExt cx="434975" cy="464344"/>
          </a:xfrm>
          <a:solidFill>
            <a:schemeClr val="accent2"/>
          </a:solidFill>
        </p:grpSpPr>
        <p:sp>
          <p:nvSpPr>
            <p:cNvPr id="87" name="AutoShape 78">
              <a:extLst>
                <a:ext uri="{FF2B5EF4-FFF2-40B4-BE49-F238E27FC236}">
                  <a16:creationId xmlns:a16="http://schemas.microsoft.com/office/drawing/2014/main" id="{E1C82971-0185-4A71-B626-7ACD3FB3A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8085" y="2115665"/>
              <a:ext cx="434975" cy="46434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18900"/>
                  </a:moveTo>
                  <a:cubicBezTo>
                    <a:pt x="20160" y="19643"/>
                    <a:pt x="19513" y="20249"/>
                    <a:pt x="18720" y="20249"/>
                  </a:cubicBezTo>
                  <a:lnTo>
                    <a:pt x="2880" y="20249"/>
                  </a:lnTo>
                  <a:cubicBezTo>
                    <a:pt x="2086" y="20249"/>
                    <a:pt x="1440" y="19643"/>
                    <a:pt x="1440" y="18900"/>
                  </a:cubicBezTo>
                  <a:lnTo>
                    <a:pt x="1440" y="2700"/>
                  </a:lnTo>
                  <a:cubicBezTo>
                    <a:pt x="1440" y="1955"/>
                    <a:pt x="2086" y="1350"/>
                    <a:pt x="2880" y="1350"/>
                  </a:cubicBezTo>
                  <a:lnTo>
                    <a:pt x="18720" y="1350"/>
                  </a:lnTo>
                  <a:cubicBezTo>
                    <a:pt x="19513" y="1350"/>
                    <a:pt x="20160" y="1955"/>
                    <a:pt x="20160" y="2700"/>
                  </a:cubicBezTo>
                  <a:cubicBezTo>
                    <a:pt x="20160" y="2700"/>
                    <a:pt x="20160" y="18900"/>
                    <a:pt x="20160" y="18900"/>
                  </a:cubicBezTo>
                  <a:close/>
                  <a:moveTo>
                    <a:pt x="18720" y="0"/>
                  </a:moveTo>
                  <a:lnTo>
                    <a:pt x="2880" y="0"/>
                  </a:lnTo>
                  <a:cubicBezTo>
                    <a:pt x="1289" y="0"/>
                    <a:pt x="0" y="1208"/>
                    <a:pt x="0" y="2700"/>
                  </a:cubicBezTo>
                  <a:lnTo>
                    <a:pt x="0" y="18900"/>
                  </a:lnTo>
                  <a:cubicBezTo>
                    <a:pt x="0" y="20391"/>
                    <a:pt x="1289" y="21599"/>
                    <a:pt x="2880" y="21599"/>
                  </a:cubicBezTo>
                  <a:lnTo>
                    <a:pt x="18720" y="21599"/>
                  </a:lnTo>
                  <a:cubicBezTo>
                    <a:pt x="20310" y="21599"/>
                    <a:pt x="21599" y="20391"/>
                    <a:pt x="21599" y="18900"/>
                  </a:cubicBezTo>
                  <a:lnTo>
                    <a:pt x="21599" y="2700"/>
                  </a:lnTo>
                  <a:cubicBezTo>
                    <a:pt x="21599" y="1208"/>
                    <a:pt x="20310" y="0"/>
                    <a:pt x="1872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88" name="AutoShape 79">
              <a:extLst>
                <a:ext uri="{FF2B5EF4-FFF2-40B4-BE49-F238E27FC236}">
                  <a16:creationId xmlns:a16="http://schemas.microsoft.com/office/drawing/2014/main" id="{EB1DB645-82C2-4D90-BEC3-AD7AA23F6D0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06029" y="2173609"/>
              <a:ext cx="319088" cy="2905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7418" y="20519"/>
                  </a:moveTo>
                  <a:lnTo>
                    <a:pt x="14053" y="16248"/>
                  </a:lnTo>
                  <a:lnTo>
                    <a:pt x="16690" y="12959"/>
                  </a:lnTo>
                  <a:lnTo>
                    <a:pt x="20618" y="17689"/>
                  </a:lnTo>
                  <a:lnTo>
                    <a:pt x="20618" y="20519"/>
                  </a:lnTo>
                  <a:cubicBezTo>
                    <a:pt x="20618" y="20519"/>
                    <a:pt x="17418" y="20519"/>
                    <a:pt x="17418" y="20519"/>
                  </a:cubicBezTo>
                  <a:close/>
                  <a:moveTo>
                    <a:pt x="981" y="11446"/>
                  </a:moveTo>
                  <a:lnTo>
                    <a:pt x="4909" y="6479"/>
                  </a:lnTo>
                  <a:lnTo>
                    <a:pt x="12828" y="16353"/>
                  </a:lnTo>
                  <a:lnTo>
                    <a:pt x="13398" y="17064"/>
                  </a:lnTo>
                  <a:lnTo>
                    <a:pt x="16109" y="20519"/>
                  </a:lnTo>
                  <a:lnTo>
                    <a:pt x="981" y="20519"/>
                  </a:lnTo>
                  <a:cubicBezTo>
                    <a:pt x="981" y="20519"/>
                    <a:pt x="981" y="11446"/>
                    <a:pt x="981" y="11446"/>
                  </a:cubicBezTo>
                  <a:close/>
                  <a:moveTo>
                    <a:pt x="20618" y="1080"/>
                  </a:moveTo>
                  <a:lnTo>
                    <a:pt x="20618" y="16058"/>
                  </a:lnTo>
                  <a:lnTo>
                    <a:pt x="17427" y="12244"/>
                  </a:lnTo>
                  <a:cubicBezTo>
                    <a:pt x="17240" y="12012"/>
                    <a:pt x="16972" y="11879"/>
                    <a:pt x="16690" y="11879"/>
                  </a:cubicBezTo>
                  <a:cubicBezTo>
                    <a:pt x="16409" y="11879"/>
                    <a:pt x="16141" y="12012"/>
                    <a:pt x="15954" y="12244"/>
                  </a:cubicBezTo>
                  <a:lnTo>
                    <a:pt x="13399" y="15432"/>
                  </a:lnTo>
                  <a:lnTo>
                    <a:pt x="5645" y="5764"/>
                  </a:lnTo>
                  <a:cubicBezTo>
                    <a:pt x="5458" y="5532"/>
                    <a:pt x="5190" y="5400"/>
                    <a:pt x="4909" y="5400"/>
                  </a:cubicBezTo>
                  <a:cubicBezTo>
                    <a:pt x="4627" y="5400"/>
                    <a:pt x="4359" y="5532"/>
                    <a:pt x="4172" y="5764"/>
                  </a:cubicBezTo>
                  <a:lnTo>
                    <a:pt x="981" y="9812"/>
                  </a:lnTo>
                  <a:lnTo>
                    <a:pt x="981" y="1080"/>
                  </a:lnTo>
                  <a:cubicBezTo>
                    <a:pt x="981" y="1080"/>
                    <a:pt x="20618" y="1080"/>
                    <a:pt x="20618" y="1080"/>
                  </a:cubicBezTo>
                  <a:close/>
                  <a:moveTo>
                    <a:pt x="20618" y="0"/>
                  </a:moveTo>
                  <a:lnTo>
                    <a:pt x="981" y="0"/>
                  </a:lnTo>
                  <a:cubicBezTo>
                    <a:pt x="439" y="0"/>
                    <a:pt x="0" y="483"/>
                    <a:pt x="0" y="1080"/>
                  </a:cubicBezTo>
                  <a:lnTo>
                    <a:pt x="0" y="20519"/>
                  </a:lnTo>
                  <a:cubicBezTo>
                    <a:pt x="0" y="21116"/>
                    <a:pt x="439" y="21599"/>
                    <a:pt x="981" y="21599"/>
                  </a:cubicBezTo>
                  <a:lnTo>
                    <a:pt x="20618" y="21599"/>
                  </a:lnTo>
                  <a:cubicBezTo>
                    <a:pt x="21160" y="21599"/>
                    <a:pt x="21600" y="21116"/>
                    <a:pt x="21600" y="20519"/>
                  </a:cubicBezTo>
                  <a:lnTo>
                    <a:pt x="21600" y="1080"/>
                  </a:lnTo>
                  <a:cubicBezTo>
                    <a:pt x="21600" y="483"/>
                    <a:pt x="21160" y="0"/>
                    <a:pt x="20618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89" name="AutoShape 80">
              <a:extLst>
                <a:ext uri="{FF2B5EF4-FFF2-40B4-BE49-F238E27FC236}">
                  <a16:creationId xmlns:a16="http://schemas.microsoft.com/office/drawing/2014/main" id="{367E4F1B-2E62-4880-AFA1-439506876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9860" y="2217265"/>
              <a:ext cx="87313" cy="873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3600"/>
                  </a:moveTo>
                  <a:cubicBezTo>
                    <a:pt x="14769" y="3600"/>
                    <a:pt x="17999" y="6827"/>
                    <a:pt x="17999" y="10800"/>
                  </a:cubicBezTo>
                  <a:cubicBezTo>
                    <a:pt x="17999" y="14769"/>
                    <a:pt x="14769" y="18000"/>
                    <a:pt x="10800" y="18000"/>
                  </a:cubicBezTo>
                  <a:cubicBezTo>
                    <a:pt x="6830" y="18000"/>
                    <a:pt x="3600" y="14769"/>
                    <a:pt x="3600" y="10800"/>
                  </a:cubicBezTo>
                  <a:cubicBezTo>
                    <a:pt x="3600" y="6827"/>
                    <a:pt x="6830" y="3600"/>
                    <a:pt x="10800" y="3600"/>
                  </a:cubicBezTo>
                  <a:moveTo>
                    <a:pt x="10800" y="21599"/>
                  </a:moveTo>
                  <a:cubicBezTo>
                    <a:pt x="16766" y="21599"/>
                    <a:pt x="21600" y="16762"/>
                    <a:pt x="21600" y="10800"/>
                  </a:cubicBezTo>
                  <a:cubicBezTo>
                    <a:pt x="21600" y="4833"/>
                    <a:pt x="16766" y="0"/>
                    <a:pt x="10800" y="0"/>
                  </a:cubicBezTo>
                  <a:cubicBezTo>
                    <a:pt x="4833" y="0"/>
                    <a:pt x="0" y="4833"/>
                    <a:pt x="0" y="10800"/>
                  </a:cubicBezTo>
                  <a:cubicBezTo>
                    <a:pt x="0" y="16762"/>
                    <a:pt x="4833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2828726-B64F-4DFD-AD21-184D2E852B3F}"/>
              </a:ext>
            </a:extLst>
          </p:cNvPr>
          <p:cNvGrpSpPr/>
          <p:nvPr/>
        </p:nvGrpSpPr>
        <p:grpSpPr>
          <a:xfrm>
            <a:off x="1655743" y="2510607"/>
            <a:ext cx="231074" cy="230680"/>
            <a:chOff x="6357938" y="1647825"/>
            <a:chExt cx="465138" cy="464344"/>
          </a:xfrm>
          <a:solidFill>
            <a:schemeClr val="accent1"/>
          </a:solidFill>
        </p:grpSpPr>
        <p:sp>
          <p:nvSpPr>
            <p:cNvPr id="91" name="AutoShape 84">
              <a:extLst>
                <a:ext uri="{FF2B5EF4-FFF2-40B4-BE49-F238E27FC236}">
                  <a16:creationId xmlns:a16="http://schemas.microsoft.com/office/drawing/2014/main" id="{C3E19CDC-6D3F-4110-B973-5AF5FAB046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7938" y="1647825"/>
              <a:ext cx="465138" cy="46434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8900"/>
                  </a:moveTo>
                  <a:cubicBezTo>
                    <a:pt x="20249" y="19643"/>
                    <a:pt x="19644" y="20249"/>
                    <a:pt x="18899" y="20249"/>
                  </a:cubicBezTo>
                  <a:lnTo>
                    <a:pt x="2699" y="20249"/>
                  </a:lnTo>
                  <a:cubicBezTo>
                    <a:pt x="1955" y="20249"/>
                    <a:pt x="1349" y="19643"/>
                    <a:pt x="1349" y="18900"/>
                  </a:cubicBezTo>
                  <a:lnTo>
                    <a:pt x="1349" y="5400"/>
                  </a:lnTo>
                  <a:cubicBezTo>
                    <a:pt x="1349" y="5027"/>
                    <a:pt x="1652" y="4725"/>
                    <a:pt x="2024" y="4725"/>
                  </a:cubicBezTo>
                  <a:lnTo>
                    <a:pt x="2699" y="4725"/>
                  </a:lnTo>
                  <a:lnTo>
                    <a:pt x="2699" y="18225"/>
                  </a:lnTo>
                  <a:cubicBezTo>
                    <a:pt x="2699" y="18598"/>
                    <a:pt x="3001" y="18900"/>
                    <a:pt x="3374" y="18900"/>
                  </a:cubicBezTo>
                  <a:cubicBezTo>
                    <a:pt x="3748" y="18900"/>
                    <a:pt x="4049" y="18598"/>
                    <a:pt x="4049" y="18225"/>
                  </a:cubicBezTo>
                  <a:lnTo>
                    <a:pt x="4049" y="2025"/>
                  </a:lnTo>
                  <a:cubicBezTo>
                    <a:pt x="4049" y="1652"/>
                    <a:pt x="4352" y="1350"/>
                    <a:pt x="4724" y="1350"/>
                  </a:cubicBezTo>
                  <a:lnTo>
                    <a:pt x="19575" y="1350"/>
                  </a:lnTo>
                  <a:cubicBezTo>
                    <a:pt x="19947" y="1350"/>
                    <a:pt x="20249" y="1652"/>
                    <a:pt x="20249" y="2025"/>
                  </a:cubicBezTo>
                  <a:cubicBezTo>
                    <a:pt x="20249" y="2025"/>
                    <a:pt x="20249" y="18900"/>
                    <a:pt x="20249" y="18900"/>
                  </a:cubicBezTo>
                  <a:close/>
                  <a:moveTo>
                    <a:pt x="19575" y="0"/>
                  </a:moveTo>
                  <a:lnTo>
                    <a:pt x="4724" y="0"/>
                  </a:lnTo>
                  <a:cubicBezTo>
                    <a:pt x="3606" y="0"/>
                    <a:pt x="2699" y="905"/>
                    <a:pt x="2699" y="2025"/>
                  </a:cubicBezTo>
                  <a:lnTo>
                    <a:pt x="2699" y="3375"/>
                  </a:lnTo>
                  <a:lnTo>
                    <a:pt x="2024" y="3375"/>
                  </a:lnTo>
                  <a:cubicBezTo>
                    <a:pt x="906" y="3375"/>
                    <a:pt x="0" y="4280"/>
                    <a:pt x="0" y="5400"/>
                  </a:cubicBezTo>
                  <a:lnTo>
                    <a:pt x="0" y="18900"/>
                  </a:lnTo>
                  <a:cubicBezTo>
                    <a:pt x="0" y="20391"/>
                    <a:pt x="1208" y="21599"/>
                    <a:pt x="2699" y="21599"/>
                  </a:cubicBezTo>
                  <a:lnTo>
                    <a:pt x="18899" y="21599"/>
                  </a:lnTo>
                  <a:cubicBezTo>
                    <a:pt x="20391" y="21599"/>
                    <a:pt x="21600" y="20391"/>
                    <a:pt x="21600" y="18900"/>
                  </a:cubicBezTo>
                  <a:lnTo>
                    <a:pt x="21600" y="2025"/>
                  </a:lnTo>
                  <a:cubicBezTo>
                    <a:pt x="21600" y="905"/>
                    <a:pt x="20693" y="0"/>
                    <a:pt x="19575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92" name="AutoShape 85">
              <a:extLst>
                <a:ext uri="{FF2B5EF4-FFF2-40B4-BE49-F238E27FC236}">
                  <a16:creationId xmlns:a16="http://schemas.microsoft.com/office/drawing/2014/main" id="{28B968A3-204F-41DE-891F-76650E1EA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4163" y="1821657"/>
              <a:ext cx="130175" cy="150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200" y="21599"/>
                  </a:moveTo>
                  <a:lnTo>
                    <a:pt x="20400" y="21599"/>
                  </a:lnTo>
                  <a:cubicBezTo>
                    <a:pt x="21062" y="21599"/>
                    <a:pt x="21600" y="16748"/>
                    <a:pt x="21600" y="10800"/>
                  </a:cubicBezTo>
                  <a:cubicBezTo>
                    <a:pt x="21600" y="4830"/>
                    <a:pt x="21062" y="0"/>
                    <a:pt x="20400" y="0"/>
                  </a:cubicBezTo>
                  <a:lnTo>
                    <a:pt x="1200" y="0"/>
                  </a:lnTo>
                  <a:cubicBezTo>
                    <a:pt x="537" y="0"/>
                    <a:pt x="0" y="4830"/>
                    <a:pt x="0" y="10800"/>
                  </a:cubicBezTo>
                  <a:cubicBezTo>
                    <a:pt x="0" y="16748"/>
                    <a:pt x="537" y="21599"/>
                    <a:pt x="12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93" name="AutoShape 86">
              <a:extLst>
                <a:ext uri="{FF2B5EF4-FFF2-40B4-BE49-F238E27FC236}">
                  <a16:creationId xmlns:a16="http://schemas.microsoft.com/office/drawing/2014/main" id="{38DBCC3E-75B9-47FD-B281-81F05EF73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4163" y="1778000"/>
              <a:ext cx="130175" cy="1508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200" y="21599"/>
                  </a:moveTo>
                  <a:lnTo>
                    <a:pt x="20400" y="21599"/>
                  </a:lnTo>
                  <a:cubicBezTo>
                    <a:pt x="21062" y="21599"/>
                    <a:pt x="21600" y="16748"/>
                    <a:pt x="21600" y="10800"/>
                  </a:cubicBezTo>
                  <a:cubicBezTo>
                    <a:pt x="21600" y="4830"/>
                    <a:pt x="21062" y="0"/>
                    <a:pt x="20400" y="0"/>
                  </a:cubicBezTo>
                  <a:lnTo>
                    <a:pt x="1200" y="0"/>
                  </a:lnTo>
                  <a:cubicBezTo>
                    <a:pt x="537" y="0"/>
                    <a:pt x="0" y="4830"/>
                    <a:pt x="0" y="10800"/>
                  </a:cubicBezTo>
                  <a:cubicBezTo>
                    <a:pt x="0" y="16748"/>
                    <a:pt x="537" y="21599"/>
                    <a:pt x="12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94" name="AutoShape 87">
              <a:extLst>
                <a:ext uri="{FF2B5EF4-FFF2-40B4-BE49-F238E27FC236}">
                  <a16:creationId xmlns:a16="http://schemas.microsoft.com/office/drawing/2014/main" id="{796C86F6-967E-4BF6-AA15-6370F8D23E4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4163" y="1734344"/>
              <a:ext cx="130175" cy="150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200" y="21599"/>
                  </a:moveTo>
                  <a:lnTo>
                    <a:pt x="20400" y="21599"/>
                  </a:lnTo>
                  <a:cubicBezTo>
                    <a:pt x="21062" y="21599"/>
                    <a:pt x="21600" y="16748"/>
                    <a:pt x="21600" y="10800"/>
                  </a:cubicBezTo>
                  <a:cubicBezTo>
                    <a:pt x="21600" y="4830"/>
                    <a:pt x="21062" y="0"/>
                    <a:pt x="20400" y="0"/>
                  </a:cubicBezTo>
                  <a:lnTo>
                    <a:pt x="1200" y="0"/>
                  </a:lnTo>
                  <a:cubicBezTo>
                    <a:pt x="537" y="0"/>
                    <a:pt x="0" y="4830"/>
                    <a:pt x="0" y="10800"/>
                  </a:cubicBezTo>
                  <a:cubicBezTo>
                    <a:pt x="0" y="16748"/>
                    <a:pt x="537" y="21599"/>
                    <a:pt x="12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95" name="AutoShape 88">
              <a:extLst>
                <a:ext uri="{FF2B5EF4-FFF2-40B4-BE49-F238E27FC236}">
                  <a16:creationId xmlns:a16="http://schemas.microsoft.com/office/drawing/2014/main" id="{885DB275-9B6B-4ECD-B49F-A578248ED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4619" y="2039938"/>
              <a:ext cx="130175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400" y="0"/>
                  </a:moveTo>
                  <a:lnTo>
                    <a:pt x="1200" y="0"/>
                  </a:lnTo>
                  <a:cubicBezTo>
                    <a:pt x="537" y="0"/>
                    <a:pt x="0" y="4851"/>
                    <a:pt x="0" y="10800"/>
                  </a:cubicBezTo>
                  <a:cubicBezTo>
                    <a:pt x="0" y="16790"/>
                    <a:pt x="537" y="21599"/>
                    <a:pt x="1200" y="21599"/>
                  </a:cubicBezTo>
                  <a:lnTo>
                    <a:pt x="20400" y="21599"/>
                  </a:lnTo>
                  <a:cubicBezTo>
                    <a:pt x="21062" y="21599"/>
                    <a:pt x="21600" y="16790"/>
                    <a:pt x="21600" y="10800"/>
                  </a:cubicBezTo>
                  <a:cubicBezTo>
                    <a:pt x="21600" y="4851"/>
                    <a:pt x="21062" y="0"/>
                    <a:pt x="204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96" name="AutoShape 89">
              <a:extLst>
                <a:ext uri="{FF2B5EF4-FFF2-40B4-BE49-F238E27FC236}">
                  <a16:creationId xmlns:a16="http://schemas.microsoft.com/office/drawing/2014/main" id="{1F146FA5-E7E8-4A6D-B3C9-A104C513F46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4619" y="1996282"/>
              <a:ext cx="130175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400" y="0"/>
                  </a:moveTo>
                  <a:lnTo>
                    <a:pt x="1200" y="0"/>
                  </a:lnTo>
                  <a:cubicBezTo>
                    <a:pt x="537" y="0"/>
                    <a:pt x="0" y="4851"/>
                    <a:pt x="0" y="10800"/>
                  </a:cubicBezTo>
                  <a:cubicBezTo>
                    <a:pt x="0" y="16790"/>
                    <a:pt x="537" y="21599"/>
                    <a:pt x="1200" y="21599"/>
                  </a:cubicBezTo>
                  <a:lnTo>
                    <a:pt x="20400" y="21599"/>
                  </a:lnTo>
                  <a:cubicBezTo>
                    <a:pt x="21062" y="21599"/>
                    <a:pt x="21600" y="16790"/>
                    <a:pt x="21600" y="10800"/>
                  </a:cubicBezTo>
                  <a:cubicBezTo>
                    <a:pt x="21600" y="4851"/>
                    <a:pt x="21062" y="0"/>
                    <a:pt x="204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97" name="AutoShape 90">
              <a:extLst>
                <a:ext uri="{FF2B5EF4-FFF2-40B4-BE49-F238E27FC236}">
                  <a16:creationId xmlns:a16="http://schemas.microsoft.com/office/drawing/2014/main" id="{ECEA6846-F384-49F1-9409-A180D11EE64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4619" y="1952625"/>
              <a:ext cx="130175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400" y="0"/>
                  </a:moveTo>
                  <a:lnTo>
                    <a:pt x="1200" y="0"/>
                  </a:lnTo>
                  <a:cubicBezTo>
                    <a:pt x="537" y="0"/>
                    <a:pt x="0" y="4851"/>
                    <a:pt x="0" y="10800"/>
                  </a:cubicBezTo>
                  <a:cubicBezTo>
                    <a:pt x="0" y="16790"/>
                    <a:pt x="537" y="21599"/>
                    <a:pt x="1200" y="21599"/>
                  </a:cubicBezTo>
                  <a:lnTo>
                    <a:pt x="20400" y="21599"/>
                  </a:lnTo>
                  <a:cubicBezTo>
                    <a:pt x="21062" y="21599"/>
                    <a:pt x="21600" y="16790"/>
                    <a:pt x="21600" y="10800"/>
                  </a:cubicBezTo>
                  <a:cubicBezTo>
                    <a:pt x="21600" y="4851"/>
                    <a:pt x="21062" y="0"/>
                    <a:pt x="204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98" name="AutoShape 91">
              <a:extLst>
                <a:ext uri="{FF2B5EF4-FFF2-40B4-BE49-F238E27FC236}">
                  <a16:creationId xmlns:a16="http://schemas.microsoft.com/office/drawing/2014/main" id="{7333DCC4-8FB7-465B-B5F0-A0DA9504B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4163" y="2039938"/>
              <a:ext cx="130175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400" y="0"/>
                  </a:moveTo>
                  <a:lnTo>
                    <a:pt x="1200" y="0"/>
                  </a:lnTo>
                  <a:cubicBezTo>
                    <a:pt x="537" y="0"/>
                    <a:pt x="0" y="4851"/>
                    <a:pt x="0" y="10800"/>
                  </a:cubicBezTo>
                  <a:cubicBezTo>
                    <a:pt x="0" y="16790"/>
                    <a:pt x="537" y="21599"/>
                    <a:pt x="1200" y="21599"/>
                  </a:cubicBezTo>
                  <a:lnTo>
                    <a:pt x="20400" y="21599"/>
                  </a:lnTo>
                  <a:cubicBezTo>
                    <a:pt x="21062" y="21599"/>
                    <a:pt x="21600" y="16790"/>
                    <a:pt x="21600" y="10800"/>
                  </a:cubicBezTo>
                  <a:cubicBezTo>
                    <a:pt x="21600" y="4851"/>
                    <a:pt x="21062" y="0"/>
                    <a:pt x="204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99" name="AutoShape 92">
              <a:extLst>
                <a:ext uri="{FF2B5EF4-FFF2-40B4-BE49-F238E27FC236}">
                  <a16:creationId xmlns:a16="http://schemas.microsoft.com/office/drawing/2014/main" id="{51DA56C7-FDF0-4658-9AAB-3365FA4159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4163" y="1996282"/>
              <a:ext cx="130175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400" y="0"/>
                  </a:moveTo>
                  <a:lnTo>
                    <a:pt x="1200" y="0"/>
                  </a:lnTo>
                  <a:cubicBezTo>
                    <a:pt x="537" y="0"/>
                    <a:pt x="0" y="4851"/>
                    <a:pt x="0" y="10800"/>
                  </a:cubicBezTo>
                  <a:cubicBezTo>
                    <a:pt x="0" y="16790"/>
                    <a:pt x="537" y="21599"/>
                    <a:pt x="1200" y="21599"/>
                  </a:cubicBezTo>
                  <a:lnTo>
                    <a:pt x="20400" y="21599"/>
                  </a:lnTo>
                  <a:cubicBezTo>
                    <a:pt x="21062" y="21599"/>
                    <a:pt x="21600" y="16790"/>
                    <a:pt x="21600" y="10800"/>
                  </a:cubicBezTo>
                  <a:cubicBezTo>
                    <a:pt x="21600" y="4851"/>
                    <a:pt x="21062" y="0"/>
                    <a:pt x="204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100" name="AutoShape 93">
              <a:extLst>
                <a:ext uri="{FF2B5EF4-FFF2-40B4-BE49-F238E27FC236}">
                  <a16:creationId xmlns:a16="http://schemas.microsoft.com/office/drawing/2014/main" id="{35CCECC3-BF2B-4EC1-A4AF-58BBB1E08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4163" y="1952625"/>
              <a:ext cx="130175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400" y="0"/>
                  </a:moveTo>
                  <a:lnTo>
                    <a:pt x="1200" y="0"/>
                  </a:lnTo>
                  <a:cubicBezTo>
                    <a:pt x="537" y="0"/>
                    <a:pt x="0" y="4851"/>
                    <a:pt x="0" y="10800"/>
                  </a:cubicBezTo>
                  <a:cubicBezTo>
                    <a:pt x="0" y="16790"/>
                    <a:pt x="537" y="21599"/>
                    <a:pt x="1200" y="21599"/>
                  </a:cubicBezTo>
                  <a:lnTo>
                    <a:pt x="20400" y="21599"/>
                  </a:lnTo>
                  <a:cubicBezTo>
                    <a:pt x="21062" y="21599"/>
                    <a:pt x="21600" y="16790"/>
                    <a:pt x="21600" y="10800"/>
                  </a:cubicBezTo>
                  <a:cubicBezTo>
                    <a:pt x="21600" y="4851"/>
                    <a:pt x="21062" y="0"/>
                    <a:pt x="204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101" name="AutoShape 94">
              <a:extLst>
                <a:ext uri="{FF2B5EF4-FFF2-40B4-BE49-F238E27FC236}">
                  <a16:creationId xmlns:a16="http://schemas.microsoft.com/office/drawing/2014/main" id="{E9D89174-EBDE-40C3-B805-E23D2C9CA45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4619" y="1865313"/>
              <a:ext cx="289719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060" y="0"/>
                  </a:moveTo>
                  <a:lnTo>
                    <a:pt x="540" y="0"/>
                  </a:lnTo>
                  <a:cubicBezTo>
                    <a:pt x="242" y="0"/>
                    <a:pt x="0" y="4851"/>
                    <a:pt x="0" y="10800"/>
                  </a:cubicBezTo>
                  <a:cubicBezTo>
                    <a:pt x="0" y="16769"/>
                    <a:pt x="242" y="21599"/>
                    <a:pt x="540" y="21599"/>
                  </a:cubicBezTo>
                  <a:lnTo>
                    <a:pt x="21060" y="21599"/>
                  </a:lnTo>
                  <a:cubicBezTo>
                    <a:pt x="21357" y="21599"/>
                    <a:pt x="21600" y="16769"/>
                    <a:pt x="21600" y="10800"/>
                  </a:cubicBezTo>
                  <a:cubicBezTo>
                    <a:pt x="21600" y="4851"/>
                    <a:pt x="21357" y="0"/>
                    <a:pt x="2106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102" name="AutoShape 95">
              <a:extLst>
                <a:ext uri="{FF2B5EF4-FFF2-40B4-BE49-F238E27FC236}">
                  <a16:creationId xmlns:a16="http://schemas.microsoft.com/office/drawing/2014/main" id="{4F470405-874F-4F90-8B67-603E0A55D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4619" y="1908969"/>
              <a:ext cx="289719" cy="142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060" y="0"/>
                  </a:moveTo>
                  <a:lnTo>
                    <a:pt x="540" y="0"/>
                  </a:lnTo>
                  <a:cubicBezTo>
                    <a:pt x="242" y="0"/>
                    <a:pt x="0" y="4851"/>
                    <a:pt x="0" y="10800"/>
                  </a:cubicBezTo>
                  <a:cubicBezTo>
                    <a:pt x="0" y="16790"/>
                    <a:pt x="242" y="21599"/>
                    <a:pt x="540" y="21599"/>
                  </a:cubicBezTo>
                  <a:lnTo>
                    <a:pt x="21060" y="21599"/>
                  </a:lnTo>
                  <a:cubicBezTo>
                    <a:pt x="21357" y="21599"/>
                    <a:pt x="21600" y="16790"/>
                    <a:pt x="21600" y="10800"/>
                  </a:cubicBezTo>
                  <a:cubicBezTo>
                    <a:pt x="21600" y="4851"/>
                    <a:pt x="21357" y="0"/>
                    <a:pt x="2106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  <p:sp>
          <p:nvSpPr>
            <p:cNvPr id="103" name="AutoShape 96">
              <a:extLst>
                <a:ext uri="{FF2B5EF4-FFF2-40B4-BE49-F238E27FC236}">
                  <a16:creationId xmlns:a16="http://schemas.microsoft.com/office/drawing/2014/main" id="{3CC83D1A-64E1-4BB2-A856-D237BF235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4619" y="1705769"/>
              <a:ext cx="130175" cy="1301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4799" y="4792"/>
                  </a:moveTo>
                  <a:lnTo>
                    <a:pt x="16800" y="4792"/>
                  </a:lnTo>
                  <a:lnTo>
                    <a:pt x="16800" y="16797"/>
                  </a:lnTo>
                  <a:lnTo>
                    <a:pt x="4799" y="16797"/>
                  </a:lnTo>
                  <a:cubicBezTo>
                    <a:pt x="4799" y="16797"/>
                    <a:pt x="4799" y="4792"/>
                    <a:pt x="4799" y="4792"/>
                  </a:cubicBezTo>
                  <a:close/>
                  <a:moveTo>
                    <a:pt x="2399" y="21600"/>
                  </a:moveTo>
                  <a:lnTo>
                    <a:pt x="19199" y="21600"/>
                  </a:lnTo>
                  <a:cubicBezTo>
                    <a:pt x="20527" y="21600"/>
                    <a:pt x="21600" y="20523"/>
                    <a:pt x="21600" y="19198"/>
                  </a:cubicBezTo>
                  <a:lnTo>
                    <a:pt x="21600" y="2401"/>
                  </a:lnTo>
                  <a:cubicBezTo>
                    <a:pt x="21600" y="1076"/>
                    <a:pt x="20527" y="0"/>
                    <a:pt x="19199" y="0"/>
                  </a:cubicBezTo>
                  <a:lnTo>
                    <a:pt x="2399" y="0"/>
                  </a:lnTo>
                  <a:cubicBezTo>
                    <a:pt x="1072" y="0"/>
                    <a:pt x="0" y="1076"/>
                    <a:pt x="0" y="2401"/>
                  </a:cubicBezTo>
                  <a:lnTo>
                    <a:pt x="0" y="19198"/>
                  </a:lnTo>
                  <a:cubicBezTo>
                    <a:pt x="0" y="20523"/>
                    <a:pt x="1072" y="21600"/>
                    <a:pt x="2399" y="216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1085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E8F16EF-C1BE-450A-B3BA-8FDDA6D57367}"/>
              </a:ext>
            </a:extLst>
          </p:cNvPr>
          <p:cNvSpPr/>
          <p:nvPr/>
        </p:nvSpPr>
        <p:spPr>
          <a:xfrm>
            <a:off x="5273334" y="1901551"/>
            <a:ext cx="677417" cy="3675441"/>
          </a:xfrm>
          <a:prstGeom prst="rect">
            <a:avLst/>
          </a:prstGeom>
          <a:solidFill>
            <a:schemeClr val="bg2">
              <a:lumMod val="85000"/>
              <a:alpha val="5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N" sz="2380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9113D7-38C2-4C53-9CEB-2B090E28191E}"/>
              </a:ext>
            </a:extLst>
          </p:cNvPr>
          <p:cNvSpPr/>
          <p:nvPr/>
        </p:nvSpPr>
        <p:spPr>
          <a:xfrm>
            <a:off x="851306" y="1901553"/>
            <a:ext cx="677417" cy="3675441"/>
          </a:xfrm>
          <a:prstGeom prst="rect">
            <a:avLst/>
          </a:prstGeom>
          <a:solidFill>
            <a:schemeClr val="bg2">
              <a:lumMod val="85000"/>
              <a:alpha val="5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N" sz="2380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0425C9-EB2F-4B71-A4FC-E900FA925504}"/>
              </a:ext>
            </a:extLst>
          </p:cNvPr>
          <p:cNvSpPr/>
          <p:nvPr/>
        </p:nvSpPr>
        <p:spPr>
          <a:xfrm>
            <a:off x="1735711" y="1901551"/>
            <a:ext cx="677417" cy="3675441"/>
          </a:xfrm>
          <a:prstGeom prst="rect">
            <a:avLst/>
          </a:prstGeom>
          <a:solidFill>
            <a:schemeClr val="bg2">
              <a:lumMod val="85000"/>
              <a:alpha val="5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N" sz="2380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FDFA1C-E7C1-423E-A84A-D4FD292D8F6F}"/>
              </a:ext>
            </a:extLst>
          </p:cNvPr>
          <p:cNvSpPr/>
          <p:nvPr/>
        </p:nvSpPr>
        <p:spPr>
          <a:xfrm>
            <a:off x="2620117" y="1901553"/>
            <a:ext cx="677417" cy="3675441"/>
          </a:xfrm>
          <a:prstGeom prst="rect">
            <a:avLst/>
          </a:prstGeom>
          <a:solidFill>
            <a:schemeClr val="bg2">
              <a:lumMod val="85000"/>
              <a:alpha val="5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N" sz="2380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63B463F-79EF-4087-956B-0D1F9153F454}"/>
              </a:ext>
            </a:extLst>
          </p:cNvPr>
          <p:cNvSpPr/>
          <p:nvPr/>
        </p:nvSpPr>
        <p:spPr>
          <a:xfrm>
            <a:off x="3504523" y="1901551"/>
            <a:ext cx="677417" cy="3675441"/>
          </a:xfrm>
          <a:prstGeom prst="rect">
            <a:avLst/>
          </a:prstGeom>
          <a:solidFill>
            <a:schemeClr val="bg2">
              <a:lumMod val="85000"/>
              <a:alpha val="5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N" sz="2380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AE69A73-1FD9-42B9-941F-6416FBE9BCE1}"/>
              </a:ext>
            </a:extLst>
          </p:cNvPr>
          <p:cNvSpPr/>
          <p:nvPr/>
        </p:nvSpPr>
        <p:spPr>
          <a:xfrm>
            <a:off x="4388928" y="1901553"/>
            <a:ext cx="677417" cy="3675441"/>
          </a:xfrm>
          <a:prstGeom prst="rect">
            <a:avLst/>
          </a:prstGeom>
          <a:solidFill>
            <a:schemeClr val="bg2">
              <a:lumMod val="85000"/>
              <a:alpha val="5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N" sz="2380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CD41DD-5B6B-4FEF-B96F-30D85CA74A21}"/>
              </a:ext>
            </a:extLst>
          </p:cNvPr>
          <p:cNvSpPr/>
          <p:nvPr/>
        </p:nvSpPr>
        <p:spPr>
          <a:xfrm>
            <a:off x="6150955" y="1901553"/>
            <a:ext cx="677417" cy="3675441"/>
          </a:xfrm>
          <a:prstGeom prst="rect">
            <a:avLst/>
          </a:prstGeom>
          <a:solidFill>
            <a:schemeClr val="bg2">
              <a:lumMod val="95000"/>
              <a:alpha val="25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N" sz="2380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2A54A21-9B77-412E-88D5-2DC64875C6EA}"/>
              </a:ext>
            </a:extLst>
          </p:cNvPr>
          <p:cNvSpPr/>
          <p:nvPr/>
        </p:nvSpPr>
        <p:spPr>
          <a:xfrm>
            <a:off x="7035361" y="1901551"/>
            <a:ext cx="677417" cy="3675441"/>
          </a:xfrm>
          <a:prstGeom prst="rect">
            <a:avLst/>
          </a:prstGeom>
          <a:solidFill>
            <a:schemeClr val="bg2">
              <a:lumMod val="95000"/>
              <a:alpha val="25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N" sz="2380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A034D8A-7EE5-413E-BB89-278B06513D6B}"/>
              </a:ext>
            </a:extLst>
          </p:cNvPr>
          <p:cNvSpPr/>
          <p:nvPr/>
        </p:nvSpPr>
        <p:spPr>
          <a:xfrm>
            <a:off x="7919767" y="1901553"/>
            <a:ext cx="677417" cy="3675441"/>
          </a:xfrm>
          <a:prstGeom prst="rect">
            <a:avLst/>
          </a:prstGeom>
          <a:solidFill>
            <a:schemeClr val="bg2">
              <a:lumMod val="95000"/>
              <a:alpha val="25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N" sz="2380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0C6E3A3-E2BC-4C9D-95CA-91937B96F380}"/>
              </a:ext>
            </a:extLst>
          </p:cNvPr>
          <p:cNvSpPr/>
          <p:nvPr/>
        </p:nvSpPr>
        <p:spPr>
          <a:xfrm>
            <a:off x="8804172" y="1901551"/>
            <a:ext cx="677417" cy="3675441"/>
          </a:xfrm>
          <a:prstGeom prst="rect">
            <a:avLst/>
          </a:prstGeom>
          <a:solidFill>
            <a:schemeClr val="bg2">
              <a:lumMod val="95000"/>
              <a:alpha val="25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N" sz="2380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87EB59B-8B84-404C-8AF9-2150EBEC409C}"/>
              </a:ext>
            </a:extLst>
          </p:cNvPr>
          <p:cNvSpPr/>
          <p:nvPr/>
        </p:nvSpPr>
        <p:spPr>
          <a:xfrm>
            <a:off x="9688578" y="1901553"/>
            <a:ext cx="677417" cy="3675441"/>
          </a:xfrm>
          <a:prstGeom prst="rect">
            <a:avLst/>
          </a:prstGeom>
          <a:solidFill>
            <a:schemeClr val="bg2">
              <a:lumMod val="95000"/>
              <a:alpha val="25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N" sz="2380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D0973E5-E728-41F2-9360-6E2B726C1EF9}"/>
              </a:ext>
            </a:extLst>
          </p:cNvPr>
          <p:cNvSpPr/>
          <p:nvPr/>
        </p:nvSpPr>
        <p:spPr>
          <a:xfrm>
            <a:off x="10572983" y="1901551"/>
            <a:ext cx="677417" cy="3675441"/>
          </a:xfrm>
          <a:prstGeom prst="rect">
            <a:avLst/>
          </a:prstGeom>
          <a:solidFill>
            <a:schemeClr val="bg2">
              <a:lumMod val="95000"/>
              <a:alpha val="25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N" sz="2380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C616AD3-2F94-440B-9865-598B8871435D}"/>
              </a:ext>
            </a:extLst>
          </p:cNvPr>
          <p:cNvCxnSpPr>
            <a:cxnSpLocks/>
          </p:cNvCxnSpPr>
          <p:nvPr/>
        </p:nvCxnSpPr>
        <p:spPr>
          <a:xfrm>
            <a:off x="2087771" y="2684887"/>
            <a:ext cx="0" cy="2892807"/>
          </a:xfrm>
          <a:prstGeom prst="line">
            <a:avLst/>
          </a:prstGeom>
          <a:ln w="12700"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58EDA8E-9638-495C-A86C-02DCADF39421}"/>
              </a:ext>
            </a:extLst>
          </p:cNvPr>
          <p:cNvSpPr txBox="1"/>
          <p:nvPr/>
        </p:nvSpPr>
        <p:spPr>
          <a:xfrm>
            <a:off x="934175" y="5599886"/>
            <a:ext cx="5116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9194"/>
            <a:r>
              <a:rPr lang="en-US" sz="1400" b="1" dirty="0">
                <a:solidFill>
                  <a:srgbClr val="000000"/>
                </a:solidFill>
                <a:latin typeface="+mj-lt"/>
              </a:rPr>
              <a:t>Jan</a:t>
            </a:r>
            <a:endParaRPr lang="id-ID" sz="14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90F290-C211-485D-9D7E-F9BC78CF50C0}"/>
              </a:ext>
            </a:extLst>
          </p:cNvPr>
          <p:cNvSpPr txBox="1"/>
          <p:nvPr/>
        </p:nvSpPr>
        <p:spPr>
          <a:xfrm>
            <a:off x="1803968" y="5599886"/>
            <a:ext cx="5341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9194"/>
            <a:r>
              <a:rPr lang="en-US" sz="1400" b="1" dirty="0">
                <a:solidFill>
                  <a:srgbClr val="000000"/>
                </a:solidFill>
                <a:latin typeface="+mj-lt"/>
              </a:rPr>
              <a:t>Feb</a:t>
            </a:r>
            <a:endParaRPr lang="id-ID" sz="14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543A93F-66D9-44E8-9242-5B79115458BC}"/>
              </a:ext>
            </a:extLst>
          </p:cNvPr>
          <p:cNvSpPr txBox="1"/>
          <p:nvPr/>
        </p:nvSpPr>
        <p:spPr>
          <a:xfrm>
            <a:off x="2664273" y="5599886"/>
            <a:ext cx="5405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9194"/>
            <a:r>
              <a:rPr lang="en-US" sz="1400" b="1" dirty="0">
                <a:solidFill>
                  <a:srgbClr val="000000"/>
                </a:solidFill>
                <a:latin typeface="+mj-lt"/>
              </a:rPr>
              <a:t>Mar</a:t>
            </a:r>
            <a:endParaRPr lang="id-ID" sz="14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D08E6C-DDB9-4BDE-9608-22B9FA9C7B8C}"/>
              </a:ext>
            </a:extLst>
          </p:cNvPr>
          <p:cNvSpPr txBox="1"/>
          <p:nvPr/>
        </p:nvSpPr>
        <p:spPr>
          <a:xfrm>
            <a:off x="3556506" y="5599886"/>
            <a:ext cx="5180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9194"/>
            <a:r>
              <a:rPr lang="en-US" sz="1400" b="1" dirty="0">
                <a:solidFill>
                  <a:srgbClr val="000000"/>
                </a:solidFill>
                <a:latin typeface="+mj-lt"/>
              </a:rPr>
              <a:t>Apr</a:t>
            </a:r>
            <a:endParaRPr lang="id-ID" sz="14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849F232-2A8E-46DD-8E52-C1156FA0E35A}"/>
              </a:ext>
            </a:extLst>
          </p:cNvPr>
          <p:cNvSpPr txBox="1"/>
          <p:nvPr/>
        </p:nvSpPr>
        <p:spPr>
          <a:xfrm>
            <a:off x="4424601" y="5599886"/>
            <a:ext cx="5693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9194"/>
            <a:r>
              <a:rPr lang="en-US" sz="1400" b="1" dirty="0">
                <a:solidFill>
                  <a:srgbClr val="000000"/>
                </a:solidFill>
                <a:latin typeface="+mj-lt"/>
              </a:rPr>
              <a:t>May</a:t>
            </a:r>
            <a:endParaRPr lang="id-ID" sz="14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A646C65-033A-49F0-B3E9-E56A5644DD81}"/>
              </a:ext>
            </a:extLst>
          </p:cNvPr>
          <p:cNvSpPr txBox="1"/>
          <p:nvPr/>
        </p:nvSpPr>
        <p:spPr>
          <a:xfrm>
            <a:off x="5348208" y="5599886"/>
            <a:ext cx="524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9194"/>
            <a:r>
              <a:rPr lang="en-US" sz="1400" b="1" dirty="0">
                <a:solidFill>
                  <a:srgbClr val="000000"/>
                </a:solidFill>
                <a:latin typeface="+mj-lt"/>
              </a:rPr>
              <a:t>Jun</a:t>
            </a:r>
            <a:endParaRPr lang="id-ID" sz="14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8609F34-E647-4A9F-8AAD-B1EEFDABB6E8}"/>
              </a:ext>
            </a:extLst>
          </p:cNvPr>
          <p:cNvSpPr txBox="1"/>
          <p:nvPr/>
        </p:nvSpPr>
        <p:spPr>
          <a:xfrm>
            <a:off x="6247787" y="5599886"/>
            <a:ext cx="4523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9194"/>
            <a:r>
              <a:rPr lang="en-US" sz="1400" b="1" dirty="0">
                <a:solidFill>
                  <a:srgbClr val="000000"/>
                </a:solidFill>
                <a:latin typeface="+mj-lt"/>
              </a:rPr>
              <a:t>Jul</a:t>
            </a:r>
            <a:endParaRPr lang="id-ID" sz="14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3422154-16D2-41E6-9D20-7C0995D19026}"/>
              </a:ext>
            </a:extLst>
          </p:cNvPr>
          <p:cNvSpPr txBox="1"/>
          <p:nvPr/>
        </p:nvSpPr>
        <p:spPr>
          <a:xfrm>
            <a:off x="7071896" y="5599886"/>
            <a:ext cx="5661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9194"/>
            <a:r>
              <a:rPr lang="en-US" sz="1400" b="1" dirty="0">
                <a:solidFill>
                  <a:srgbClr val="000000"/>
                </a:solidFill>
                <a:latin typeface="+mj-lt"/>
              </a:rPr>
              <a:t>Aug</a:t>
            </a:r>
            <a:endParaRPr lang="id-ID" sz="14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652FB0F-C044-4573-B6C2-51757A0CE23B}"/>
              </a:ext>
            </a:extLst>
          </p:cNvPr>
          <p:cNvSpPr txBox="1"/>
          <p:nvPr/>
        </p:nvSpPr>
        <p:spPr>
          <a:xfrm>
            <a:off x="7969182" y="5599886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9194"/>
            <a:r>
              <a:rPr lang="en-US" sz="1400" b="1" dirty="0">
                <a:solidFill>
                  <a:srgbClr val="000000"/>
                </a:solidFill>
                <a:latin typeface="+mj-lt"/>
              </a:rPr>
              <a:t>Sep</a:t>
            </a:r>
            <a:endParaRPr lang="id-ID" sz="14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B6BAA36-DFF0-428F-B2F8-4072D9A6ED78}"/>
              </a:ext>
            </a:extLst>
          </p:cNvPr>
          <p:cNvSpPr txBox="1"/>
          <p:nvPr/>
        </p:nvSpPr>
        <p:spPr>
          <a:xfrm>
            <a:off x="8889244" y="5599886"/>
            <a:ext cx="5148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9194"/>
            <a:r>
              <a:rPr lang="en-US" sz="1400" b="1" dirty="0">
                <a:solidFill>
                  <a:srgbClr val="000000"/>
                </a:solidFill>
                <a:latin typeface="+mj-lt"/>
              </a:rPr>
              <a:t>Oct</a:t>
            </a:r>
            <a:endParaRPr lang="id-ID" sz="14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E425F42-455D-4FE4-8A28-07C11FCDD0BC}"/>
              </a:ext>
            </a:extLst>
          </p:cNvPr>
          <p:cNvSpPr txBox="1"/>
          <p:nvPr/>
        </p:nvSpPr>
        <p:spPr>
          <a:xfrm>
            <a:off x="9755275" y="5599886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9194"/>
            <a:r>
              <a:rPr lang="en-US" sz="1400" b="1" dirty="0">
                <a:solidFill>
                  <a:srgbClr val="000000"/>
                </a:solidFill>
                <a:latin typeface="+mj-lt"/>
              </a:rPr>
              <a:t>Nov</a:t>
            </a:r>
            <a:endParaRPr lang="id-ID" sz="14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8C26487-BB9D-462D-B1C3-8EB84E9DBA2F}"/>
              </a:ext>
            </a:extLst>
          </p:cNvPr>
          <p:cNvSpPr txBox="1"/>
          <p:nvPr/>
        </p:nvSpPr>
        <p:spPr>
          <a:xfrm>
            <a:off x="10626212" y="5599886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9194"/>
            <a:r>
              <a:rPr lang="en-US" sz="1400" b="1" dirty="0">
                <a:solidFill>
                  <a:srgbClr val="000000"/>
                </a:solidFill>
                <a:latin typeface="+mj-lt"/>
              </a:rPr>
              <a:t>Dec</a:t>
            </a:r>
            <a:endParaRPr lang="id-ID" sz="14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F768510B-2EAB-4F78-B7C7-CD59F93210BE}"/>
              </a:ext>
            </a:extLst>
          </p:cNvPr>
          <p:cNvSpPr/>
          <p:nvPr/>
        </p:nvSpPr>
        <p:spPr>
          <a:xfrm>
            <a:off x="1190014" y="2124485"/>
            <a:ext cx="3532992" cy="560402"/>
          </a:xfrm>
          <a:prstGeom prst="roundRect">
            <a:avLst>
              <a:gd name="adj" fmla="val 1181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7FA38D31-C0A3-46FF-9A7B-BCDDC70947B6}"/>
              </a:ext>
            </a:extLst>
          </p:cNvPr>
          <p:cNvSpPr/>
          <p:nvPr/>
        </p:nvSpPr>
        <p:spPr>
          <a:xfrm>
            <a:off x="2956670" y="3014207"/>
            <a:ext cx="3532992" cy="560402"/>
          </a:xfrm>
          <a:prstGeom prst="roundRect">
            <a:avLst>
              <a:gd name="adj" fmla="val 1181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533DE21F-81AE-4FE8-81D4-78BF65CE253F}"/>
              </a:ext>
            </a:extLst>
          </p:cNvPr>
          <p:cNvSpPr/>
          <p:nvPr/>
        </p:nvSpPr>
        <p:spPr>
          <a:xfrm>
            <a:off x="5610459" y="3903931"/>
            <a:ext cx="3532992" cy="560402"/>
          </a:xfrm>
          <a:prstGeom prst="roundRect">
            <a:avLst>
              <a:gd name="adj" fmla="val 1181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43D2EFAF-580A-4CDE-AEF4-5BBE3AA9106E}"/>
              </a:ext>
            </a:extLst>
          </p:cNvPr>
          <p:cNvSpPr/>
          <p:nvPr/>
        </p:nvSpPr>
        <p:spPr>
          <a:xfrm>
            <a:off x="7378699" y="4793654"/>
            <a:ext cx="3532992" cy="560402"/>
          </a:xfrm>
          <a:prstGeom prst="roundRect">
            <a:avLst>
              <a:gd name="adj" fmla="val 1181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9D863DF-1D9E-4008-8CD2-DFF918B1E5D8}"/>
              </a:ext>
            </a:extLst>
          </p:cNvPr>
          <p:cNvSpPr txBox="1"/>
          <p:nvPr/>
        </p:nvSpPr>
        <p:spPr>
          <a:xfrm>
            <a:off x="3269590" y="2267316"/>
            <a:ext cx="652709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229194"/>
            <a:r>
              <a:rPr lang="en-ID" sz="1203" b="1" dirty="0">
                <a:solidFill>
                  <a:srgbClr val="FFFFFF"/>
                </a:solidFill>
              </a:rPr>
              <a:t>100%</a:t>
            </a:r>
            <a:endParaRPr lang="id-ID" sz="1203" b="1" dirty="0">
              <a:solidFill>
                <a:srgbClr val="FFFFFF"/>
              </a:solidFill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4116FC79-7F50-444A-B01E-3D4ED33A3669}"/>
              </a:ext>
            </a:extLst>
          </p:cNvPr>
          <p:cNvCxnSpPr>
            <a:cxnSpLocks/>
          </p:cNvCxnSpPr>
          <p:nvPr/>
        </p:nvCxnSpPr>
        <p:spPr>
          <a:xfrm>
            <a:off x="3922299" y="2296301"/>
            <a:ext cx="0" cy="21677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BF67ADF5-3408-40CF-888A-E28FFBF00C26}"/>
              </a:ext>
            </a:extLst>
          </p:cNvPr>
          <p:cNvSpPr txBox="1"/>
          <p:nvPr/>
        </p:nvSpPr>
        <p:spPr>
          <a:xfrm>
            <a:off x="3922299" y="2267317"/>
            <a:ext cx="652709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ID" sz="1203" b="1" dirty="0">
                <a:solidFill>
                  <a:srgbClr val="FFFFFF"/>
                </a:solidFill>
              </a:rPr>
              <a:t>6d</a:t>
            </a:r>
            <a:endParaRPr lang="id-ID" sz="1203" b="1" dirty="0">
              <a:solidFill>
                <a:srgbClr val="FFFFFF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BC845F6-4B38-4161-9665-8631A0D87362}"/>
              </a:ext>
            </a:extLst>
          </p:cNvPr>
          <p:cNvSpPr txBox="1"/>
          <p:nvPr/>
        </p:nvSpPr>
        <p:spPr>
          <a:xfrm>
            <a:off x="1279953" y="2267316"/>
            <a:ext cx="235971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6876">
              <a:defRPr/>
            </a:pPr>
            <a:r>
              <a:rPr lang="en-US" sz="1000" dirty="0">
                <a:solidFill>
                  <a:srgbClr val="FFFFFF"/>
                </a:solidFill>
              </a:rPr>
              <a:t>Lorem ipsum is simply dummy.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306F34F-4684-4120-86C7-5AEF9E7840EE}"/>
              </a:ext>
            </a:extLst>
          </p:cNvPr>
          <p:cNvSpPr txBox="1"/>
          <p:nvPr/>
        </p:nvSpPr>
        <p:spPr>
          <a:xfrm>
            <a:off x="4989991" y="3157039"/>
            <a:ext cx="652709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229194"/>
            <a:r>
              <a:rPr lang="en-ID" sz="1203" b="1" dirty="0">
                <a:solidFill>
                  <a:srgbClr val="FFFFFF"/>
                </a:solidFill>
              </a:rPr>
              <a:t>80%</a:t>
            </a:r>
            <a:endParaRPr lang="id-ID" sz="1203" b="1" dirty="0">
              <a:solidFill>
                <a:srgbClr val="FFFFFF"/>
              </a:solidFill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70CD19B-9409-46EC-AA1F-A4FD1060ED81}"/>
              </a:ext>
            </a:extLst>
          </p:cNvPr>
          <p:cNvCxnSpPr>
            <a:cxnSpLocks/>
          </p:cNvCxnSpPr>
          <p:nvPr/>
        </p:nvCxnSpPr>
        <p:spPr>
          <a:xfrm>
            <a:off x="5642700" y="3186023"/>
            <a:ext cx="0" cy="21677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29964A30-F71B-4EAA-927C-68F6B5A3976D}"/>
              </a:ext>
            </a:extLst>
          </p:cNvPr>
          <p:cNvSpPr txBox="1"/>
          <p:nvPr/>
        </p:nvSpPr>
        <p:spPr>
          <a:xfrm>
            <a:off x="5642699" y="3157040"/>
            <a:ext cx="652709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ID" sz="1203" b="1" dirty="0">
                <a:solidFill>
                  <a:srgbClr val="FFFFFF"/>
                </a:solidFill>
              </a:rPr>
              <a:t>6d</a:t>
            </a:r>
            <a:endParaRPr lang="id-ID" sz="1203" b="1" dirty="0">
              <a:solidFill>
                <a:srgbClr val="FFFFFF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3F0217B-3DAA-4977-9E41-2F31CC7A34B9}"/>
              </a:ext>
            </a:extLst>
          </p:cNvPr>
          <p:cNvSpPr txBox="1"/>
          <p:nvPr/>
        </p:nvSpPr>
        <p:spPr>
          <a:xfrm>
            <a:off x="3041492" y="3157039"/>
            <a:ext cx="235971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6876">
              <a:defRPr/>
            </a:pPr>
            <a:r>
              <a:rPr lang="en-US" sz="1000" dirty="0">
                <a:solidFill>
                  <a:srgbClr val="FFFFFF"/>
                </a:solidFill>
              </a:rPr>
              <a:t>Lorem ipsum is simply dummy.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66609DC-3C2E-4C1E-9F50-6EEAC8CAC460}"/>
              </a:ext>
            </a:extLst>
          </p:cNvPr>
          <p:cNvSpPr txBox="1"/>
          <p:nvPr/>
        </p:nvSpPr>
        <p:spPr>
          <a:xfrm>
            <a:off x="7644352" y="4046762"/>
            <a:ext cx="652709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229194"/>
            <a:r>
              <a:rPr lang="en-ID" sz="1203" b="1" dirty="0">
                <a:solidFill>
                  <a:srgbClr val="FFFFFF"/>
                </a:solidFill>
              </a:rPr>
              <a:t>40%</a:t>
            </a:r>
            <a:endParaRPr lang="id-ID" sz="1203" b="1" dirty="0">
              <a:solidFill>
                <a:srgbClr val="FFFFFF"/>
              </a:solidFill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AA98D3F-AAA5-4F29-93C9-51D96919B2BC}"/>
              </a:ext>
            </a:extLst>
          </p:cNvPr>
          <p:cNvCxnSpPr>
            <a:cxnSpLocks/>
          </p:cNvCxnSpPr>
          <p:nvPr/>
        </p:nvCxnSpPr>
        <p:spPr>
          <a:xfrm>
            <a:off x="8297061" y="4075746"/>
            <a:ext cx="0" cy="21677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7CA675EE-6508-46E5-9CAE-9A287314095A}"/>
              </a:ext>
            </a:extLst>
          </p:cNvPr>
          <p:cNvSpPr txBox="1"/>
          <p:nvPr/>
        </p:nvSpPr>
        <p:spPr>
          <a:xfrm>
            <a:off x="8297060" y="4046763"/>
            <a:ext cx="652709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ID" sz="1203" b="1" dirty="0">
                <a:solidFill>
                  <a:srgbClr val="FFFFFF"/>
                </a:solidFill>
              </a:rPr>
              <a:t>6d</a:t>
            </a:r>
            <a:endParaRPr lang="id-ID" sz="1203" b="1" dirty="0">
              <a:solidFill>
                <a:srgbClr val="FFFFFF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381603E-9E77-460A-B1D4-712319F77315}"/>
              </a:ext>
            </a:extLst>
          </p:cNvPr>
          <p:cNvSpPr txBox="1"/>
          <p:nvPr/>
        </p:nvSpPr>
        <p:spPr>
          <a:xfrm>
            <a:off x="5695281" y="4046762"/>
            <a:ext cx="235971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6876">
              <a:defRPr/>
            </a:pPr>
            <a:r>
              <a:rPr lang="en-US" sz="1000" dirty="0">
                <a:solidFill>
                  <a:srgbClr val="FFFFFF"/>
                </a:solidFill>
              </a:rPr>
              <a:t>Lorem ipsum is simply dummy.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A4B69F9-502F-4AC9-9E09-A543526AA0F3}"/>
              </a:ext>
            </a:extLst>
          </p:cNvPr>
          <p:cNvSpPr txBox="1"/>
          <p:nvPr/>
        </p:nvSpPr>
        <p:spPr>
          <a:xfrm>
            <a:off x="9429040" y="4936485"/>
            <a:ext cx="652709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229194"/>
            <a:r>
              <a:rPr lang="en-ID" sz="1203" b="1" dirty="0">
                <a:solidFill>
                  <a:srgbClr val="FFFFFF"/>
                </a:solidFill>
              </a:rPr>
              <a:t>25%</a:t>
            </a:r>
            <a:endParaRPr lang="id-ID" sz="1203" b="1" dirty="0">
              <a:solidFill>
                <a:srgbClr val="FFFFFF"/>
              </a:solidFill>
            </a:endParaRP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49C2BA7-9678-4528-BA4D-2D778A662686}"/>
              </a:ext>
            </a:extLst>
          </p:cNvPr>
          <p:cNvCxnSpPr>
            <a:cxnSpLocks/>
          </p:cNvCxnSpPr>
          <p:nvPr/>
        </p:nvCxnSpPr>
        <p:spPr>
          <a:xfrm>
            <a:off x="10081749" y="4965469"/>
            <a:ext cx="0" cy="21677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A5A1A9A4-1CFF-4641-AD89-0E83190B8F00}"/>
              </a:ext>
            </a:extLst>
          </p:cNvPr>
          <p:cNvSpPr txBox="1"/>
          <p:nvPr/>
        </p:nvSpPr>
        <p:spPr>
          <a:xfrm>
            <a:off x="10081748" y="4936485"/>
            <a:ext cx="652709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ID" sz="1203" b="1" dirty="0">
                <a:solidFill>
                  <a:srgbClr val="FFFFFF"/>
                </a:solidFill>
              </a:rPr>
              <a:t>6d</a:t>
            </a:r>
            <a:endParaRPr lang="id-ID" sz="1203" b="1" dirty="0">
              <a:solidFill>
                <a:srgbClr val="FFFFFF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E447AE6-A2EF-464E-A623-F384C88D7917}"/>
              </a:ext>
            </a:extLst>
          </p:cNvPr>
          <p:cNvSpPr txBox="1"/>
          <p:nvPr/>
        </p:nvSpPr>
        <p:spPr>
          <a:xfrm>
            <a:off x="7468638" y="4936485"/>
            <a:ext cx="235971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6876">
              <a:defRPr/>
            </a:pPr>
            <a:r>
              <a:rPr lang="en-US" sz="1000" dirty="0">
                <a:solidFill>
                  <a:srgbClr val="FFFFFF"/>
                </a:solidFill>
              </a:rPr>
              <a:t>Lorem ipsum is simply dummy.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DC261684-ABAD-42AB-BB08-359C001E9485}"/>
              </a:ext>
            </a:extLst>
          </p:cNvPr>
          <p:cNvCxnSpPr>
            <a:cxnSpLocks/>
          </p:cNvCxnSpPr>
          <p:nvPr/>
        </p:nvCxnSpPr>
        <p:spPr>
          <a:xfrm>
            <a:off x="3846690" y="3574609"/>
            <a:ext cx="0" cy="2003085"/>
          </a:xfrm>
          <a:prstGeom prst="line">
            <a:avLst/>
          </a:prstGeom>
          <a:ln w="12700">
            <a:solidFill>
              <a:schemeClr val="accent2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4D2B2365-63B5-4930-8B3C-0D58702102EF}"/>
              </a:ext>
            </a:extLst>
          </p:cNvPr>
          <p:cNvCxnSpPr>
            <a:cxnSpLocks/>
          </p:cNvCxnSpPr>
          <p:nvPr/>
        </p:nvCxnSpPr>
        <p:spPr>
          <a:xfrm>
            <a:off x="6483880" y="4464333"/>
            <a:ext cx="0" cy="1113361"/>
          </a:xfrm>
          <a:prstGeom prst="line">
            <a:avLst/>
          </a:prstGeom>
          <a:ln w="12700">
            <a:solidFill>
              <a:schemeClr val="accent3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20AF066-B021-402E-9486-6E7AB5D12110}"/>
              </a:ext>
            </a:extLst>
          </p:cNvPr>
          <p:cNvCxnSpPr>
            <a:cxnSpLocks/>
          </p:cNvCxnSpPr>
          <p:nvPr/>
        </p:nvCxnSpPr>
        <p:spPr>
          <a:xfrm>
            <a:off x="8257877" y="5354056"/>
            <a:ext cx="0" cy="223638"/>
          </a:xfrm>
          <a:prstGeom prst="line">
            <a:avLst/>
          </a:prstGeom>
          <a:ln w="12700">
            <a:solidFill>
              <a:schemeClr val="accent4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2B5BB5FE-2043-464D-9843-3D042304A8B8}"/>
              </a:ext>
            </a:extLst>
          </p:cNvPr>
          <p:cNvSpPr txBox="1"/>
          <p:nvPr/>
        </p:nvSpPr>
        <p:spPr>
          <a:xfrm>
            <a:off x="2973049" y="768306"/>
            <a:ext cx="6245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+mj-lt"/>
                <a:cs typeface="Sora SemiBold" pitchFamily="2" charset="0"/>
              </a:rPr>
              <a:t>Gant Chart</a:t>
            </a:r>
            <a:r>
              <a:rPr lang="en-US" sz="4000" b="1" dirty="0">
                <a:solidFill>
                  <a:schemeClr val="accent2"/>
                </a:solidFill>
                <a:latin typeface="+mj-lt"/>
                <a:cs typeface="Sora SemiBold" pitchFamily="2" charset="0"/>
              </a:rPr>
              <a:t>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SemiBold" pitchFamily="2" charset="0"/>
              </a:rPr>
              <a:t>Infographic</a:t>
            </a:r>
          </a:p>
        </p:txBody>
      </p:sp>
    </p:spTree>
    <p:extLst>
      <p:ext uri="{BB962C8B-B14F-4D97-AF65-F5344CB8AC3E}">
        <p14:creationId xmlns:p14="http://schemas.microsoft.com/office/powerpoint/2010/main" val="26143267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CD4DBF46-43F5-4308-824C-56184F468B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23208"/>
              </p:ext>
            </p:extLst>
          </p:nvPr>
        </p:nvGraphicFramePr>
        <p:xfrm>
          <a:off x="864762" y="1685138"/>
          <a:ext cx="10462469" cy="413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4449">
                  <a:extLst>
                    <a:ext uri="{9D8B030D-6E8A-4147-A177-3AD203B41FA5}">
                      <a16:colId xmlns:a16="http://schemas.microsoft.com/office/drawing/2014/main" val="805638883"/>
                    </a:ext>
                  </a:extLst>
                </a:gridCol>
                <a:gridCol w="541868">
                  <a:extLst>
                    <a:ext uri="{9D8B030D-6E8A-4147-A177-3AD203B41FA5}">
                      <a16:colId xmlns:a16="http://schemas.microsoft.com/office/drawing/2014/main" val="2106896822"/>
                    </a:ext>
                  </a:extLst>
                </a:gridCol>
                <a:gridCol w="541868">
                  <a:extLst>
                    <a:ext uri="{9D8B030D-6E8A-4147-A177-3AD203B41FA5}">
                      <a16:colId xmlns:a16="http://schemas.microsoft.com/office/drawing/2014/main" val="1076428382"/>
                    </a:ext>
                  </a:extLst>
                </a:gridCol>
                <a:gridCol w="541868">
                  <a:extLst>
                    <a:ext uri="{9D8B030D-6E8A-4147-A177-3AD203B41FA5}">
                      <a16:colId xmlns:a16="http://schemas.microsoft.com/office/drawing/2014/main" val="3788985629"/>
                    </a:ext>
                  </a:extLst>
                </a:gridCol>
                <a:gridCol w="541868">
                  <a:extLst>
                    <a:ext uri="{9D8B030D-6E8A-4147-A177-3AD203B41FA5}">
                      <a16:colId xmlns:a16="http://schemas.microsoft.com/office/drawing/2014/main" val="3023206857"/>
                    </a:ext>
                  </a:extLst>
                </a:gridCol>
                <a:gridCol w="541868">
                  <a:extLst>
                    <a:ext uri="{9D8B030D-6E8A-4147-A177-3AD203B41FA5}">
                      <a16:colId xmlns:a16="http://schemas.microsoft.com/office/drawing/2014/main" val="2405586063"/>
                    </a:ext>
                  </a:extLst>
                </a:gridCol>
                <a:gridCol w="541868">
                  <a:extLst>
                    <a:ext uri="{9D8B030D-6E8A-4147-A177-3AD203B41FA5}">
                      <a16:colId xmlns:a16="http://schemas.microsoft.com/office/drawing/2014/main" val="3114151943"/>
                    </a:ext>
                  </a:extLst>
                </a:gridCol>
                <a:gridCol w="541868">
                  <a:extLst>
                    <a:ext uri="{9D8B030D-6E8A-4147-A177-3AD203B41FA5}">
                      <a16:colId xmlns:a16="http://schemas.microsoft.com/office/drawing/2014/main" val="935500390"/>
                    </a:ext>
                  </a:extLst>
                </a:gridCol>
                <a:gridCol w="541868">
                  <a:extLst>
                    <a:ext uri="{9D8B030D-6E8A-4147-A177-3AD203B41FA5}">
                      <a16:colId xmlns:a16="http://schemas.microsoft.com/office/drawing/2014/main" val="2157989841"/>
                    </a:ext>
                  </a:extLst>
                </a:gridCol>
                <a:gridCol w="541868">
                  <a:extLst>
                    <a:ext uri="{9D8B030D-6E8A-4147-A177-3AD203B41FA5}">
                      <a16:colId xmlns:a16="http://schemas.microsoft.com/office/drawing/2014/main" val="3628321462"/>
                    </a:ext>
                  </a:extLst>
                </a:gridCol>
                <a:gridCol w="541868">
                  <a:extLst>
                    <a:ext uri="{9D8B030D-6E8A-4147-A177-3AD203B41FA5}">
                      <a16:colId xmlns:a16="http://schemas.microsoft.com/office/drawing/2014/main" val="709614430"/>
                    </a:ext>
                  </a:extLst>
                </a:gridCol>
                <a:gridCol w="541868">
                  <a:extLst>
                    <a:ext uri="{9D8B030D-6E8A-4147-A177-3AD203B41FA5}">
                      <a16:colId xmlns:a16="http://schemas.microsoft.com/office/drawing/2014/main" val="3394232004"/>
                    </a:ext>
                  </a:extLst>
                </a:gridCol>
                <a:gridCol w="541868">
                  <a:extLst>
                    <a:ext uri="{9D8B030D-6E8A-4147-A177-3AD203B41FA5}">
                      <a16:colId xmlns:a16="http://schemas.microsoft.com/office/drawing/2014/main" val="3058196891"/>
                    </a:ext>
                  </a:extLst>
                </a:gridCol>
                <a:gridCol w="541868">
                  <a:extLst>
                    <a:ext uri="{9D8B030D-6E8A-4147-A177-3AD203B41FA5}">
                      <a16:colId xmlns:a16="http://schemas.microsoft.com/office/drawing/2014/main" val="441910614"/>
                    </a:ext>
                  </a:extLst>
                </a:gridCol>
                <a:gridCol w="541868">
                  <a:extLst>
                    <a:ext uri="{9D8B030D-6E8A-4147-A177-3AD203B41FA5}">
                      <a16:colId xmlns:a16="http://schemas.microsoft.com/office/drawing/2014/main" val="3701390829"/>
                    </a:ext>
                  </a:extLst>
                </a:gridCol>
                <a:gridCol w="541868">
                  <a:extLst>
                    <a:ext uri="{9D8B030D-6E8A-4147-A177-3AD203B41FA5}">
                      <a16:colId xmlns:a16="http://schemas.microsoft.com/office/drawing/2014/main" val="1697721506"/>
                    </a:ext>
                  </a:extLst>
                </a:gridCol>
              </a:tblGrid>
              <a:tr h="8134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+mj-lt"/>
                        </a:rPr>
                        <a:t>Task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</a:p>
                    <a:p>
                      <a:pPr algn="ctr"/>
                      <a:r>
                        <a:rPr lang="en-US" sz="1200" b="1" dirty="0" err="1">
                          <a:solidFill>
                            <a:schemeClr val="tx1"/>
                          </a:solidFill>
                          <a:latin typeface="+mj-lt"/>
                        </a:rPr>
                        <a:t>Su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Mo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Tu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We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Th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7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Sa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Su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9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Mo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Tu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11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We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12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Th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13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Fr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14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Sa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15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Su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534042"/>
                  </a:ext>
                </a:extLst>
              </a:tr>
              <a:tr h="55388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Your Title Here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234560"/>
                  </a:ext>
                </a:extLst>
              </a:tr>
              <a:tr h="55388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Your Title Here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878566"/>
                  </a:ext>
                </a:extLst>
              </a:tr>
              <a:tr h="55388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Your Title Here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09417"/>
                  </a:ext>
                </a:extLst>
              </a:tr>
              <a:tr h="55388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Your Title Here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951231"/>
                  </a:ext>
                </a:extLst>
              </a:tr>
              <a:tr h="55388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Your Title Here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39287"/>
                  </a:ext>
                </a:extLst>
              </a:tr>
              <a:tr h="55388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Your Title Here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12404"/>
                  </a:ext>
                </a:extLst>
              </a:tr>
            </a:tbl>
          </a:graphicData>
        </a:graphic>
      </p:graphicFrame>
      <p:sp>
        <p:nvSpPr>
          <p:cNvPr id="54" name="TextBox 53">
            <a:extLst>
              <a:ext uri="{FF2B5EF4-FFF2-40B4-BE49-F238E27FC236}">
                <a16:creationId xmlns:a16="http://schemas.microsoft.com/office/drawing/2014/main" id="{611BFAF4-E526-4B5D-8CD0-F88510CDA051}"/>
              </a:ext>
            </a:extLst>
          </p:cNvPr>
          <p:cNvSpPr txBox="1"/>
          <p:nvPr/>
        </p:nvSpPr>
        <p:spPr>
          <a:xfrm>
            <a:off x="5869412" y="1864581"/>
            <a:ext cx="613485" cy="458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29194"/>
            <a:r>
              <a:rPr lang="en-US" sz="1190" b="1" dirty="0">
                <a:latin typeface="Poppins" panose="00000500000000000000" pitchFamily="2" charset="0"/>
              </a:rPr>
              <a:t>6</a:t>
            </a:r>
          </a:p>
          <a:p>
            <a:pPr algn="ctr" defTabSz="229194"/>
            <a:r>
              <a:rPr lang="en-US" sz="1190" b="1" dirty="0">
                <a:latin typeface="Poppins" panose="00000500000000000000" pitchFamily="2" charset="0"/>
              </a:rPr>
              <a:t>Fr</a:t>
            </a:r>
          </a:p>
        </p:txBody>
      </p:sp>
      <p:sp>
        <p:nvSpPr>
          <p:cNvPr id="55" name="Rounded Rectangle 53">
            <a:extLst>
              <a:ext uri="{FF2B5EF4-FFF2-40B4-BE49-F238E27FC236}">
                <a16:creationId xmlns:a16="http://schemas.microsoft.com/office/drawing/2014/main" id="{CD7C213D-1194-4A1B-8D14-FC6D71A25F0D}"/>
              </a:ext>
            </a:extLst>
          </p:cNvPr>
          <p:cNvSpPr/>
          <p:nvPr/>
        </p:nvSpPr>
        <p:spPr>
          <a:xfrm>
            <a:off x="3441335" y="2634725"/>
            <a:ext cx="2734819" cy="2834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D3E061F-0ED9-41F2-B1E9-C8372AFCD5F8}"/>
              </a:ext>
            </a:extLst>
          </p:cNvPr>
          <p:cNvSpPr txBox="1"/>
          <p:nvPr/>
        </p:nvSpPr>
        <p:spPr>
          <a:xfrm>
            <a:off x="5436933" y="2653933"/>
            <a:ext cx="639967" cy="24500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 defTabSz="229194"/>
            <a:r>
              <a:rPr lang="en-US" sz="1000" dirty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57" name="Rounded Rectangle 53">
            <a:extLst>
              <a:ext uri="{FF2B5EF4-FFF2-40B4-BE49-F238E27FC236}">
                <a16:creationId xmlns:a16="http://schemas.microsoft.com/office/drawing/2014/main" id="{CACFAAB2-33F5-4016-AD4E-EAC54038C1F3}"/>
              </a:ext>
            </a:extLst>
          </p:cNvPr>
          <p:cNvSpPr/>
          <p:nvPr/>
        </p:nvSpPr>
        <p:spPr>
          <a:xfrm>
            <a:off x="3966093" y="3190451"/>
            <a:ext cx="3270728" cy="2834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58" name="Rounded Rectangle 53">
            <a:extLst>
              <a:ext uri="{FF2B5EF4-FFF2-40B4-BE49-F238E27FC236}">
                <a16:creationId xmlns:a16="http://schemas.microsoft.com/office/drawing/2014/main" id="{BB20CB51-EAEC-4E2B-9F62-9716218090DC}"/>
              </a:ext>
            </a:extLst>
          </p:cNvPr>
          <p:cNvSpPr/>
          <p:nvPr/>
        </p:nvSpPr>
        <p:spPr>
          <a:xfrm>
            <a:off x="3966093" y="3190451"/>
            <a:ext cx="2463873" cy="2834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3F13DF4-1546-489B-80CC-6FCCB8A8E20A}"/>
              </a:ext>
            </a:extLst>
          </p:cNvPr>
          <p:cNvSpPr txBox="1"/>
          <p:nvPr/>
        </p:nvSpPr>
        <p:spPr>
          <a:xfrm>
            <a:off x="4641130" y="3209659"/>
            <a:ext cx="639967" cy="24500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 defTabSz="229194"/>
            <a:r>
              <a:rPr lang="en-US" sz="1000" dirty="0">
                <a:solidFill>
                  <a:srgbClr val="FFFFFF"/>
                </a:solidFill>
              </a:rPr>
              <a:t>80%</a:t>
            </a:r>
          </a:p>
        </p:txBody>
      </p:sp>
      <p:sp>
        <p:nvSpPr>
          <p:cNvPr id="60" name="Rounded Rectangle 53">
            <a:extLst>
              <a:ext uri="{FF2B5EF4-FFF2-40B4-BE49-F238E27FC236}">
                <a16:creationId xmlns:a16="http://schemas.microsoft.com/office/drawing/2014/main" id="{E428CD01-F192-4859-91C0-BAE8D5745F7E}"/>
              </a:ext>
            </a:extLst>
          </p:cNvPr>
          <p:cNvSpPr/>
          <p:nvPr/>
        </p:nvSpPr>
        <p:spPr>
          <a:xfrm>
            <a:off x="5040493" y="3746176"/>
            <a:ext cx="3270721" cy="28341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61" name="Rounded Rectangle 53">
            <a:extLst>
              <a:ext uri="{FF2B5EF4-FFF2-40B4-BE49-F238E27FC236}">
                <a16:creationId xmlns:a16="http://schemas.microsoft.com/office/drawing/2014/main" id="{9FDB0C15-DDDB-4164-964F-750D1DAEB85A}"/>
              </a:ext>
            </a:extLst>
          </p:cNvPr>
          <p:cNvSpPr/>
          <p:nvPr/>
        </p:nvSpPr>
        <p:spPr>
          <a:xfrm>
            <a:off x="5040492" y="3746176"/>
            <a:ext cx="878349" cy="2834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6E4E0C3-4B5F-4243-A394-5E80888F8B94}"/>
              </a:ext>
            </a:extLst>
          </p:cNvPr>
          <p:cNvSpPr txBox="1"/>
          <p:nvPr/>
        </p:nvSpPr>
        <p:spPr>
          <a:xfrm>
            <a:off x="5179621" y="3765384"/>
            <a:ext cx="639967" cy="24500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 defTabSz="229194"/>
            <a:r>
              <a:rPr lang="en-US" sz="1000" dirty="0">
                <a:solidFill>
                  <a:srgbClr val="FFFFFF"/>
                </a:solidFill>
              </a:rPr>
              <a:t>25%</a:t>
            </a:r>
          </a:p>
        </p:txBody>
      </p:sp>
      <p:sp>
        <p:nvSpPr>
          <p:cNvPr id="63" name="Rounded Rectangle 53">
            <a:extLst>
              <a:ext uri="{FF2B5EF4-FFF2-40B4-BE49-F238E27FC236}">
                <a16:creationId xmlns:a16="http://schemas.microsoft.com/office/drawing/2014/main" id="{50CEB235-3341-4752-B571-981106C1B6EC}"/>
              </a:ext>
            </a:extLst>
          </p:cNvPr>
          <p:cNvSpPr/>
          <p:nvPr/>
        </p:nvSpPr>
        <p:spPr>
          <a:xfrm>
            <a:off x="6429966" y="4301903"/>
            <a:ext cx="4355186" cy="2834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64" name="Rounded Rectangle 53">
            <a:extLst>
              <a:ext uri="{FF2B5EF4-FFF2-40B4-BE49-F238E27FC236}">
                <a16:creationId xmlns:a16="http://schemas.microsoft.com/office/drawing/2014/main" id="{1A9550FF-8816-4BBA-9777-30E3B6C72031}"/>
              </a:ext>
            </a:extLst>
          </p:cNvPr>
          <p:cNvSpPr/>
          <p:nvPr/>
        </p:nvSpPr>
        <p:spPr>
          <a:xfrm>
            <a:off x="6429966" y="4301903"/>
            <a:ext cx="2174659" cy="2834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374C458-196D-405B-829D-E27D4C1A1E34}"/>
              </a:ext>
            </a:extLst>
          </p:cNvPr>
          <p:cNvSpPr txBox="1"/>
          <p:nvPr/>
        </p:nvSpPr>
        <p:spPr>
          <a:xfrm>
            <a:off x="7865403" y="4321110"/>
            <a:ext cx="639967" cy="24500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 defTabSz="229194"/>
            <a:r>
              <a:rPr lang="en-US" sz="1000" dirty="0">
                <a:solidFill>
                  <a:srgbClr val="FFFFFF"/>
                </a:solidFill>
              </a:rPr>
              <a:t>50%</a:t>
            </a:r>
          </a:p>
        </p:txBody>
      </p:sp>
      <p:sp>
        <p:nvSpPr>
          <p:cNvPr id="66" name="Rounded Rectangle 53">
            <a:extLst>
              <a:ext uri="{FF2B5EF4-FFF2-40B4-BE49-F238E27FC236}">
                <a16:creationId xmlns:a16="http://schemas.microsoft.com/office/drawing/2014/main" id="{C5DDEF6A-4F38-4F44-90FB-15C451FC9773}"/>
              </a:ext>
            </a:extLst>
          </p:cNvPr>
          <p:cNvSpPr/>
          <p:nvPr/>
        </p:nvSpPr>
        <p:spPr>
          <a:xfrm>
            <a:off x="5380350" y="4857629"/>
            <a:ext cx="2343875" cy="28341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67" name="Rounded Rectangle 53">
            <a:extLst>
              <a:ext uri="{FF2B5EF4-FFF2-40B4-BE49-F238E27FC236}">
                <a16:creationId xmlns:a16="http://schemas.microsoft.com/office/drawing/2014/main" id="{3B1C33DD-742B-4B35-9333-08D5AE4E4A09}"/>
              </a:ext>
            </a:extLst>
          </p:cNvPr>
          <p:cNvSpPr/>
          <p:nvPr/>
        </p:nvSpPr>
        <p:spPr>
          <a:xfrm>
            <a:off x="5380348" y="4857629"/>
            <a:ext cx="878349" cy="2834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A98F9F6-49AE-446F-9C2C-4DE2C69EC68C}"/>
              </a:ext>
            </a:extLst>
          </p:cNvPr>
          <p:cNvSpPr txBox="1"/>
          <p:nvPr/>
        </p:nvSpPr>
        <p:spPr>
          <a:xfrm>
            <a:off x="5519477" y="4876836"/>
            <a:ext cx="639967" cy="24500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 defTabSz="229194"/>
            <a:r>
              <a:rPr lang="en-US" sz="1000" dirty="0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69" name="Rounded Rectangle 53">
            <a:extLst>
              <a:ext uri="{FF2B5EF4-FFF2-40B4-BE49-F238E27FC236}">
                <a16:creationId xmlns:a16="http://schemas.microsoft.com/office/drawing/2014/main" id="{CF2D41D1-F5B9-42AF-B63C-A81741134997}"/>
              </a:ext>
            </a:extLst>
          </p:cNvPr>
          <p:cNvSpPr/>
          <p:nvPr/>
        </p:nvSpPr>
        <p:spPr>
          <a:xfrm>
            <a:off x="8441277" y="5407057"/>
            <a:ext cx="2343875" cy="2834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70" name="Rounded Rectangle 53">
            <a:extLst>
              <a:ext uri="{FF2B5EF4-FFF2-40B4-BE49-F238E27FC236}">
                <a16:creationId xmlns:a16="http://schemas.microsoft.com/office/drawing/2014/main" id="{948CCB95-8BF6-4173-9B2E-05EC1F94CFBE}"/>
              </a:ext>
            </a:extLst>
          </p:cNvPr>
          <p:cNvSpPr/>
          <p:nvPr/>
        </p:nvSpPr>
        <p:spPr>
          <a:xfrm>
            <a:off x="8441276" y="5407057"/>
            <a:ext cx="1267873" cy="28341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35FFBB5-17FB-4C04-8080-63496A27E58F}"/>
              </a:ext>
            </a:extLst>
          </p:cNvPr>
          <p:cNvSpPr txBox="1"/>
          <p:nvPr/>
        </p:nvSpPr>
        <p:spPr>
          <a:xfrm>
            <a:off x="8354882" y="5426264"/>
            <a:ext cx="639967" cy="24500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 defTabSz="229194"/>
            <a:r>
              <a:rPr lang="en-US" sz="1000" dirty="0">
                <a:solidFill>
                  <a:srgbClr val="FFFFFF"/>
                </a:solidFill>
              </a:rPr>
              <a:t>50%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EE9D186-F46D-40E5-94D0-A53EA0178461}"/>
              </a:ext>
            </a:extLst>
          </p:cNvPr>
          <p:cNvSpPr txBox="1"/>
          <p:nvPr/>
        </p:nvSpPr>
        <p:spPr>
          <a:xfrm>
            <a:off x="2973049" y="635484"/>
            <a:ext cx="6245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+mj-lt"/>
                <a:cs typeface="Sora SemiBold" pitchFamily="2" charset="0"/>
              </a:rPr>
              <a:t>Gant Chart</a:t>
            </a:r>
            <a:r>
              <a:rPr lang="en-US" sz="4000" b="1" dirty="0">
                <a:solidFill>
                  <a:schemeClr val="accent2"/>
                </a:solidFill>
                <a:latin typeface="+mj-lt"/>
                <a:cs typeface="Sora SemiBold" pitchFamily="2" charset="0"/>
              </a:rPr>
              <a:t>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SemiBold" pitchFamily="2" charset="0"/>
              </a:rPr>
              <a:t>Infographic</a:t>
            </a:r>
          </a:p>
        </p:txBody>
      </p:sp>
    </p:spTree>
    <p:extLst>
      <p:ext uri="{BB962C8B-B14F-4D97-AF65-F5344CB8AC3E}">
        <p14:creationId xmlns:p14="http://schemas.microsoft.com/office/powerpoint/2010/main" val="9118101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">
            <a:extLst>
              <a:ext uri="{FF2B5EF4-FFF2-40B4-BE49-F238E27FC236}">
                <a16:creationId xmlns:a16="http://schemas.microsoft.com/office/drawing/2014/main" id="{43EE68DC-D118-4037-B16F-F5A4C66417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82357"/>
              </p:ext>
            </p:extLst>
          </p:nvPr>
        </p:nvGraphicFramePr>
        <p:xfrm>
          <a:off x="881141" y="1576100"/>
          <a:ext cx="10446098" cy="4161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846">
                  <a:extLst>
                    <a:ext uri="{9D8B030D-6E8A-4147-A177-3AD203B41FA5}">
                      <a16:colId xmlns:a16="http://schemas.microsoft.com/office/drawing/2014/main" val="551227559"/>
                    </a:ext>
                  </a:extLst>
                </a:gridCol>
                <a:gridCol w="679521">
                  <a:extLst>
                    <a:ext uri="{9D8B030D-6E8A-4147-A177-3AD203B41FA5}">
                      <a16:colId xmlns:a16="http://schemas.microsoft.com/office/drawing/2014/main" val="2495394487"/>
                    </a:ext>
                  </a:extLst>
                </a:gridCol>
                <a:gridCol w="679521">
                  <a:extLst>
                    <a:ext uri="{9D8B030D-6E8A-4147-A177-3AD203B41FA5}">
                      <a16:colId xmlns:a16="http://schemas.microsoft.com/office/drawing/2014/main" val="319719234"/>
                    </a:ext>
                  </a:extLst>
                </a:gridCol>
                <a:gridCol w="679521">
                  <a:extLst>
                    <a:ext uri="{9D8B030D-6E8A-4147-A177-3AD203B41FA5}">
                      <a16:colId xmlns:a16="http://schemas.microsoft.com/office/drawing/2014/main" val="2387831669"/>
                    </a:ext>
                  </a:extLst>
                </a:gridCol>
                <a:gridCol w="679521">
                  <a:extLst>
                    <a:ext uri="{9D8B030D-6E8A-4147-A177-3AD203B41FA5}">
                      <a16:colId xmlns:a16="http://schemas.microsoft.com/office/drawing/2014/main" val="668295697"/>
                    </a:ext>
                  </a:extLst>
                </a:gridCol>
                <a:gridCol w="679521">
                  <a:extLst>
                    <a:ext uri="{9D8B030D-6E8A-4147-A177-3AD203B41FA5}">
                      <a16:colId xmlns:a16="http://schemas.microsoft.com/office/drawing/2014/main" val="264054758"/>
                    </a:ext>
                  </a:extLst>
                </a:gridCol>
                <a:gridCol w="679521">
                  <a:extLst>
                    <a:ext uri="{9D8B030D-6E8A-4147-A177-3AD203B41FA5}">
                      <a16:colId xmlns:a16="http://schemas.microsoft.com/office/drawing/2014/main" val="3853682227"/>
                    </a:ext>
                  </a:extLst>
                </a:gridCol>
                <a:gridCol w="679521">
                  <a:extLst>
                    <a:ext uri="{9D8B030D-6E8A-4147-A177-3AD203B41FA5}">
                      <a16:colId xmlns:a16="http://schemas.microsoft.com/office/drawing/2014/main" val="1343129508"/>
                    </a:ext>
                  </a:extLst>
                </a:gridCol>
                <a:gridCol w="679521">
                  <a:extLst>
                    <a:ext uri="{9D8B030D-6E8A-4147-A177-3AD203B41FA5}">
                      <a16:colId xmlns:a16="http://schemas.microsoft.com/office/drawing/2014/main" val="1576641917"/>
                    </a:ext>
                  </a:extLst>
                </a:gridCol>
                <a:gridCol w="679521">
                  <a:extLst>
                    <a:ext uri="{9D8B030D-6E8A-4147-A177-3AD203B41FA5}">
                      <a16:colId xmlns:a16="http://schemas.microsoft.com/office/drawing/2014/main" val="3639518114"/>
                    </a:ext>
                  </a:extLst>
                </a:gridCol>
                <a:gridCol w="679521">
                  <a:extLst>
                    <a:ext uri="{9D8B030D-6E8A-4147-A177-3AD203B41FA5}">
                      <a16:colId xmlns:a16="http://schemas.microsoft.com/office/drawing/2014/main" val="246186761"/>
                    </a:ext>
                  </a:extLst>
                </a:gridCol>
                <a:gridCol w="679521">
                  <a:extLst>
                    <a:ext uri="{9D8B030D-6E8A-4147-A177-3AD203B41FA5}">
                      <a16:colId xmlns:a16="http://schemas.microsoft.com/office/drawing/2014/main" val="258073882"/>
                    </a:ext>
                  </a:extLst>
                </a:gridCol>
                <a:gridCol w="679521">
                  <a:extLst>
                    <a:ext uri="{9D8B030D-6E8A-4147-A177-3AD203B41FA5}">
                      <a16:colId xmlns:a16="http://schemas.microsoft.com/office/drawing/2014/main" val="1170414327"/>
                    </a:ext>
                  </a:extLst>
                </a:gridCol>
              </a:tblGrid>
              <a:tr h="444387">
                <a:tc rowSpan="2">
                  <a:txBody>
                    <a:bodyPr/>
                    <a:lstStyle/>
                    <a:p>
                      <a:endParaRPr lang="en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40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2020</a:t>
                      </a:r>
                    </a:p>
                  </a:txBody>
                  <a:tcPr marL="90693" marR="90693" marT="45347" marB="45347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2021</a:t>
                      </a:r>
                    </a:p>
                  </a:txBody>
                  <a:tcPr marL="90693" marR="90693" marT="45347" marB="45347"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2022</a:t>
                      </a:r>
                    </a:p>
                  </a:txBody>
                  <a:tcPr marL="90693" marR="90693" marT="45347" marB="45347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341590"/>
                  </a:ext>
                </a:extLst>
              </a:tr>
              <a:tr h="572114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Q1</a:t>
                      </a:r>
                    </a:p>
                  </a:txBody>
                  <a:tcPr marL="90693" marR="90693" marT="45347" marB="45347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Q2</a:t>
                      </a:r>
                    </a:p>
                  </a:txBody>
                  <a:tcPr marL="90693" marR="90693" marT="45347" marB="45347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Q3</a:t>
                      </a:r>
                    </a:p>
                  </a:txBody>
                  <a:tcPr marL="90693" marR="90693" marT="45347" marB="45347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Q4</a:t>
                      </a:r>
                    </a:p>
                  </a:txBody>
                  <a:tcPr marL="90693" marR="90693" marT="45347" marB="45347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Q1</a:t>
                      </a:r>
                    </a:p>
                  </a:txBody>
                  <a:tcPr marL="90693" marR="90693" marT="45347" marB="45347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Q2</a:t>
                      </a:r>
                    </a:p>
                  </a:txBody>
                  <a:tcPr marL="90693" marR="90693" marT="45347" marB="45347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Q3</a:t>
                      </a:r>
                    </a:p>
                  </a:txBody>
                  <a:tcPr marL="90693" marR="90693" marT="45347" marB="45347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Q4</a:t>
                      </a:r>
                    </a:p>
                  </a:txBody>
                  <a:tcPr marL="90693" marR="90693" marT="45347" marB="45347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Q1</a:t>
                      </a:r>
                    </a:p>
                  </a:txBody>
                  <a:tcPr marL="90693" marR="90693" marT="45347" marB="45347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Q2</a:t>
                      </a:r>
                    </a:p>
                  </a:txBody>
                  <a:tcPr marL="90693" marR="90693" marT="45347" marB="45347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Q3</a:t>
                      </a:r>
                    </a:p>
                  </a:txBody>
                  <a:tcPr marL="90693" marR="90693" marT="45347" marB="45347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Q4</a:t>
                      </a:r>
                    </a:p>
                  </a:txBody>
                  <a:tcPr marL="90693" marR="90693" marT="45347" marB="45347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900821"/>
                  </a:ext>
                </a:extLst>
              </a:tr>
              <a:tr h="628932">
                <a:tc>
                  <a:txBody>
                    <a:bodyPr/>
                    <a:lstStyle/>
                    <a:p>
                      <a:r>
                        <a:rPr lang="en-ID" sz="1200" b="0" dirty="0">
                          <a:solidFill>
                            <a:schemeClr val="tx1"/>
                          </a:solidFill>
                          <a:latin typeface="+mj-lt"/>
                        </a:rPr>
                        <a:t>Your Title Here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869848"/>
                  </a:ext>
                </a:extLst>
              </a:tr>
              <a:tr h="628932">
                <a:tc>
                  <a:txBody>
                    <a:bodyPr/>
                    <a:lstStyle/>
                    <a:p>
                      <a:r>
                        <a:rPr lang="en-ID" sz="1200" b="0" dirty="0">
                          <a:solidFill>
                            <a:schemeClr val="tx1"/>
                          </a:solidFill>
                          <a:latin typeface="+mj-lt"/>
                        </a:rPr>
                        <a:t>Your Title Here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798397"/>
                  </a:ext>
                </a:extLst>
              </a:tr>
              <a:tr h="628932">
                <a:tc>
                  <a:txBody>
                    <a:bodyPr/>
                    <a:lstStyle/>
                    <a:p>
                      <a:r>
                        <a:rPr lang="en-ID" sz="1200" b="0" dirty="0">
                          <a:solidFill>
                            <a:schemeClr val="tx1"/>
                          </a:solidFill>
                          <a:latin typeface="+mj-lt"/>
                        </a:rPr>
                        <a:t>Your Title Here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410473"/>
                  </a:ext>
                </a:extLst>
              </a:tr>
              <a:tr h="6289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Your Title Here</a:t>
                      </a:r>
                      <a:endParaRPr kumimoji="0" lang="en-ID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408451"/>
                  </a:ext>
                </a:extLst>
              </a:tr>
              <a:tr h="6289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Your Title Here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18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933440"/>
                  </a:ext>
                </a:extLst>
              </a:tr>
            </a:tbl>
          </a:graphicData>
        </a:graphic>
      </p:graphicFrame>
      <p:sp>
        <p:nvSpPr>
          <p:cNvPr id="111" name="Rectangle 110">
            <a:extLst>
              <a:ext uri="{FF2B5EF4-FFF2-40B4-BE49-F238E27FC236}">
                <a16:creationId xmlns:a16="http://schemas.microsoft.com/office/drawing/2014/main" id="{0149F11A-E7B4-452C-818C-DDA37CABF6DE}"/>
              </a:ext>
            </a:extLst>
          </p:cNvPr>
          <p:cNvSpPr/>
          <p:nvPr/>
        </p:nvSpPr>
        <p:spPr>
          <a:xfrm rot="10800000">
            <a:off x="3303097" y="2776431"/>
            <a:ext cx="418504" cy="283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0304218-FD3F-46F1-A844-1BDEBA7A91F7}"/>
              </a:ext>
            </a:extLst>
          </p:cNvPr>
          <p:cNvSpPr/>
          <p:nvPr/>
        </p:nvSpPr>
        <p:spPr>
          <a:xfrm rot="10800000">
            <a:off x="3981239" y="2776431"/>
            <a:ext cx="418504" cy="283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DD40EC0-8235-4945-85D8-0F6539A5E4CD}"/>
              </a:ext>
            </a:extLst>
          </p:cNvPr>
          <p:cNvSpPr/>
          <p:nvPr/>
        </p:nvSpPr>
        <p:spPr>
          <a:xfrm rot="10800000">
            <a:off x="4663496" y="2776431"/>
            <a:ext cx="418504" cy="283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0030FD30-9A52-4104-9901-3420CB830792}"/>
              </a:ext>
            </a:extLst>
          </p:cNvPr>
          <p:cNvSpPr/>
          <p:nvPr/>
        </p:nvSpPr>
        <p:spPr>
          <a:xfrm>
            <a:off x="4668057" y="3321687"/>
            <a:ext cx="3707868" cy="283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96BD3C4-8A7E-4FFE-83DC-34B7576F30B6}"/>
              </a:ext>
            </a:extLst>
          </p:cNvPr>
          <p:cNvSpPr/>
          <p:nvPr/>
        </p:nvSpPr>
        <p:spPr>
          <a:xfrm rot="10800000">
            <a:off x="4668057" y="3321686"/>
            <a:ext cx="1127365" cy="283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8DAA6CF9-F596-4FB5-8E44-AF2E13390A83}"/>
              </a:ext>
            </a:extLst>
          </p:cNvPr>
          <p:cNvSpPr/>
          <p:nvPr/>
        </p:nvSpPr>
        <p:spPr>
          <a:xfrm rot="10800000">
            <a:off x="6011663" y="4006335"/>
            <a:ext cx="418504" cy="283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D83933B-9378-420A-BF4A-83E12D81F873}"/>
              </a:ext>
            </a:extLst>
          </p:cNvPr>
          <p:cNvSpPr/>
          <p:nvPr/>
        </p:nvSpPr>
        <p:spPr>
          <a:xfrm rot="10800000">
            <a:off x="6689805" y="4006335"/>
            <a:ext cx="418504" cy="283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9F750A5D-626E-473B-9537-BAF17855E1E9}"/>
              </a:ext>
            </a:extLst>
          </p:cNvPr>
          <p:cNvSpPr/>
          <p:nvPr/>
        </p:nvSpPr>
        <p:spPr>
          <a:xfrm rot="10800000">
            <a:off x="7372061" y="4006335"/>
            <a:ext cx="418504" cy="283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380A7329-F3DD-4A6A-94E3-D94F9E05D8A7}"/>
              </a:ext>
            </a:extLst>
          </p:cNvPr>
          <p:cNvSpPr/>
          <p:nvPr/>
        </p:nvSpPr>
        <p:spPr>
          <a:xfrm rot="10800000">
            <a:off x="8050203" y="4006335"/>
            <a:ext cx="418504" cy="2833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2CA0C0EC-5162-4FEE-BE69-3DA638790912}"/>
              </a:ext>
            </a:extLst>
          </p:cNvPr>
          <p:cNvSpPr/>
          <p:nvPr/>
        </p:nvSpPr>
        <p:spPr>
          <a:xfrm rot="10800000">
            <a:off x="5303520" y="4658077"/>
            <a:ext cx="4419565" cy="283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754DABB1-7260-4267-9A78-EFC2F9485166}"/>
              </a:ext>
            </a:extLst>
          </p:cNvPr>
          <p:cNvSpPr/>
          <p:nvPr/>
        </p:nvSpPr>
        <p:spPr>
          <a:xfrm rot="10800000">
            <a:off x="5303519" y="4658075"/>
            <a:ext cx="3186221" cy="283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AE2B4F11-23F0-43B8-BB87-34BF36974F61}"/>
              </a:ext>
            </a:extLst>
          </p:cNvPr>
          <p:cNvSpPr/>
          <p:nvPr/>
        </p:nvSpPr>
        <p:spPr>
          <a:xfrm rot="10800000">
            <a:off x="8735242" y="5290507"/>
            <a:ext cx="418504" cy="2833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8AFFAB36-6C7E-41C6-AADC-E2B8E3C38041}"/>
              </a:ext>
            </a:extLst>
          </p:cNvPr>
          <p:cNvSpPr/>
          <p:nvPr/>
        </p:nvSpPr>
        <p:spPr>
          <a:xfrm rot="10800000">
            <a:off x="9413384" y="5290507"/>
            <a:ext cx="418504" cy="2833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8BA9A32-E119-4790-8F3A-8AEB62C2E7E2}"/>
              </a:ext>
            </a:extLst>
          </p:cNvPr>
          <p:cNvSpPr/>
          <p:nvPr/>
        </p:nvSpPr>
        <p:spPr>
          <a:xfrm rot="10800000">
            <a:off x="10095640" y="5290507"/>
            <a:ext cx="418504" cy="2833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33F69C14-6B16-46E1-A012-646CCE177886}"/>
              </a:ext>
            </a:extLst>
          </p:cNvPr>
          <p:cNvSpPr/>
          <p:nvPr/>
        </p:nvSpPr>
        <p:spPr>
          <a:xfrm rot="10800000">
            <a:off x="10773782" y="5290507"/>
            <a:ext cx="418504" cy="283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494B454A-A24D-4596-AFE1-6E48D4D8148F}"/>
              </a:ext>
            </a:extLst>
          </p:cNvPr>
          <p:cNvSpPr/>
          <p:nvPr/>
        </p:nvSpPr>
        <p:spPr>
          <a:xfrm rot="10800000">
            <a:off x="3689019" y="5891855"/>
            <a:ext cx="418504" cy="283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1823989-8D63-42A1-A558-9927BC120A78}"/>
              </a:ext>
            </a:extLst>
          </p:cNvPr>
          <p:cNvSpPr txBox="1"/>
          <p:nvPr/>
        </p:nvSpPr>
        <p:spPr>
          <a:xfrm>
            <a:off x="4107523" y="5909249"/>
            <a:ext cx="1706794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ID" sz="1203" dirty="0">
                <a:solidFill>
                  <a:srgbClr val="747A94"/>
                </a:solidFill>
              </a:rPr>
              <a:t>Description</a:t>
            </a:r>
            <a:endParaRPr lang="id-ID" sz="1203" dirty="0">
              <a:solidFill>
                <a:srgbClr val="747A94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38A5B18-4287-4B5D-A930-16080EEDE188}"/>
              </a:ext>
            </a:extLst>
          </p:cNvPr>
          <p:cNvSpPr/>
          <p:nvPr/>
        </p:nvSpPr>
        <p:spPr>
          <a:xfrm rot="10800000">
            <a:off x="6924529" y="5891855"/>
            <a:ext cx="418504" cy="2833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US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48BCADC-BF49-49A9-9821-A094B8C9200D}"/>
              </a:ext>
            </a:extLst>
          </p:cNvPr>
          <p:cNvSpPr txBox="1"/>
          <p:nvPr/>
        </p:nvSpPr>
        <p:spPr>
          <a:xfrm>
            <a:off x="7343033" y="5909249"/>
            <a:ext cx="1706794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ID" sz="1203" dirty="0">
                <a:solidFill>
                  <a:srgbClr val="747A94"/>
                </a:solidFill>
              </a:rPr>
              <a:t>Description</a:t>
            </a:r>
            <a:endParaRPr lang="id-ID" sz="1203" dirty="0">
              <a:solidFill>
                <a:srgbClr val="747A94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0483DD7-3D08-4C72-ABDE-208C0BA39819}"/>
              </a:ext>
            </a:extLst>
          </p:cNvPr>
          <p:cNvSpPr txBox="1"/>
          <p:nvPr/>
        </p:nvSpPr>
        <p:spPr>
          <a:xfrm>
            <a:off x="2973049" y="606012"/>
            <a:ext cx="6245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+mj-lt"/>
                <a:cs typeface="Sora SemiBold" pitchFamily="2" charset="0"/>
              </a:rPr>
              <a:t>Gant Chart</a:t>
            </a:r>
            <a:r>
              <a:rPr lang="en-US" sz="4000" b="1" dirty="0">
                <a:solidFill>
                  <a:schemeClr val="accent2"/>
                </a:solidFill>
                <a:latin typeface="+mj-lt"/>
                <a:cs typeface="Sora SemiBold" pitchFamily="2" charset="0"/>
              </a:rPr>
              <a:t>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SemiBold" pitchFamily="2" charset="0"/>
              </a:rPr>
              <a:t>Infographic</a:t>
            </a:r>
          </a:p>
        </p:txBody>
      </p:sp>
    </p:spTree>
    <p:extLst>
      <p:ext uri="{BB962C8B-B14F-4D97-AF65-F5344CB8AC3E}">
        <p14:creationId xmlns:p14="http://schemas.microsoft.com/office/powerpoint/2010/main" val="10410438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le 46">
            <a:extLst>
              <a:ext uri="{FF2B5EF4-FFF2-40B4-BE49-F238E27FC236}">
                <a16:creationId xmlns:a16="http://schemas.microsoft.com/office/drawing/2014/main" id="{CDC6FF2C-1743-474A-BB2B-69B37755BB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051976"/>
              </p:ext>
            </p:extLst>
          </p:nvPr>
        </p:nvGraphicFramePr>
        <p:xfrm>
          <a:off x="864762" y="1586292"/>
          <a:ext cx="10462470" cy="4376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3745">
                  <a:extLst>
                    <a:ext uri="{9D8B030D-6E8A-4147-A177-3AD203B41FA5}">
                      <a16:colId xmlns:a16="http://schemas.microsoft.com/office/drawing/2014/main" val="705852428"/>
                    </a:ext>
                  </a:extLst>
                </a:gridCol>
                <a:gridCol w="1743745">
                  <a:extLst>
                    <a:ext uri="{9D8B030D-6E8A-4147-A177-3AD203B41FA5}">
                      <a16:colId xmlns:a16="http://schemas.microsoft.com/office/drawing/2014/main" val="1701536586"/>
                    </a:ext>
                  </a:extLst>
                </a:gridCol>
                <a:gridCol w="1743745">
                  <a:extLst>
                    <a:ext uri="{9D8B030D-6E8A-4147-A177-3AD203B41FA5}">
                      <a16:colId xmlns:a16="http://schemas.microsoft.com/office/drawing/2014/main" val="2609647987"/>
                    </a:ext>
                  </a:extLst>
                </a:gridCol>
                <a:gridCol w="1743745">
                  <a:extLst>
                    <a:ext uri="{9D8B030D-6E8A-4147-A177-3AD203B41FA5}">
                      <a16:colId xmlns:a16="http://schemas.microsoft.com/office/drawing/2014/main" val="2813564870"/>
                    </a:ext>
                  </a:extLst>
                </a:gridCol>
                <a:gridCol w="1743745">
                  <a:extLst>
                    <a:ext uri="{9D8B030D-6E8A-4147-A177-3AD203B41FA5}">
                      <a16:colId xmlns:a16="http://schemas.microsoft.com/office/drawing/2014/main" val="2300340658"/>
                    </a:ext>
                  </a:extLst>
                </a:gridCol>
                <a:gridCol w="1743745">
                  <a:extLst>
                    <a:ext uri="{9D8B030D-6E8A-4147-A177-3AD203B41FA5}">
                      <a16:colId xmlns:a16="http://schemas.microsoft.com/office/drawing/2014/main" val="2695668908"/>
                    </a:ext>
                  </a:extLst>
                </a:gridCol>
              </a:tblGrid>
              <a:tr h="470582">
                <a:tc gridSpan="6">
                  <a:txBody>
                    <a:bodyPr/>
                    <a:lstStyle/>
                    <a:p>
                      <a:pPr algn="ctr"/>
                      <a:r>
                        <a:rPr lang="en-ID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2020</a:t>
                      </a:r>
                    </a:p>
                  </a:txBody>
                  <a:tcPr marL="90693" marR="90693" marT="45347" marB="45347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371227"/>
                  </a:ext>
                </a:extLst>
              </a:tr>
              <a:tr h="493684">
                <a:tc>
                  <a:txBody>
                    <a:bodyPr/>
                    <a:lstStyle/>
                    <a:p>
                      <a:pPr algn="ctr"/>
                      <a:r>
                        <a:rPr lang="en-ID" sz="1400" b="1" dirty="0">
                          <a:solidFill>
                            <a:schemeClr val="tx1"/>
                          </a:solidFill>
                          <a:latin typeface="+mj-lt"/>
                          <a:cs typeface="Poppins" panose="00000500000000000000" pitchFamily="2" charset="0"/>
                        </a:rPr>
                        <a:t>January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Poppins" panose="00000500000000000000" pitchFamily="2" charset="0"/>
                        </a:rPr>
                        <a:t>February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Poppins" panose="00000500000000000000" pitchFamily="2" charset="0"/>
                        </a:rPr>
                        <a:t>March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Poppins" panose="00000500000000000000" pitchFamily="2" charset="0"/>
                        </a:rPr>
                        <a:t>April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Poppins" panose="00000500000000000000" pitchFamily="2" charset="0"/>
                        </a:rPr>
                        <a:t>May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Poppins" panose="00000500000000000000" pitchFamily="2" charset="0"/>
                        </a:rPr>
                        <a:t>June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662556"/>
                  </a:ext>
                </a:extLst>
              </a:tr>
              <a:tr h="3412092">
                <a:tc>
                  <a:txBody>
                    <a:bodyPr/>
                    <a:lstStyle/>
                    <a:p>
                      <a:endParaRPr lang="en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D" sz="35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566106"/>
                  </a:ext>
                </a:extLst>
              </a:tr>
            </a:tbl>
          </a:graphicData>
        </a:graphic>
      </p:graphicFrame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D71CE14-D8DB-4F32-ABF8-13BCF51F63E6}"/>
              </a:ext>
            </a:extLst>
          </p:cNvPr>
          <p:cNvSpPr/>
          <p:nvPr/>
        </p:nvSpPr>
        <p:spPr>
          <a:xfrm>
            <a:off x="1315374" y="2755298"/>
            <a:ext cx="1955911" cy="30917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A255E8-E516-409D-95A5-F9D8FF4B94FE}"/>
              </a:ext>
            </a:extLst>
          </p:cNvPr>
          <p:cNvSpPr txBox="1"/>
          <p:nvPr/>
        </p:nvSpPr>
        <p:spPr>
          <a:xfrm>
            <a:off x="1829075" y="2818308"/>
            <a:ext cx="928508" cy="1851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</a:rPr>
              <a:t>Description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F1BD19E-969D-46F1-975C-4AD6CDF31514}"/>
              </a:ext>
            </a:extLst>
          </p:cNvPr>
          <p:cNvSpPr/>
          <p:nvPr/>
        </p:nvSpPr>
        <p:spPr>
          <a:xfrm>
            <a:off x="3478785" y="3274895"/>
            <a:ext cx="1955911" cy="309177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61BECE-ED09-4AE7-9C08-37D1E2E8018A}"/>
              </a:ext>
            </a:extLst>
          </p:cNvPr>
          <p:cNvSpPr txBox="1"/>
          <p:nvPr/>
        </p:nvSpPr>
        <p:spPr>
          <a:xfrm>
            <a:off x="3995075" y="3337903"/>
            <a:ext cx="923331" cy="1851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</a:rPr>
              <a:t>Description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91BA240-AD50-4452-B53A-57C3E20DF6DA}"/>
              </a:ext>
            </a:extLst>
          </p:cNvPr>
          <p:cNvSpPr/>
          <p:nvPr/>
        </p:nvSpPr>
        <p:spPr>
          <a:xfrm>
            <a:off x="3478785" y="4135257"/>
            <a:ext cx="1955911" cy="30917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56046C-A2D5-4426-8257-F1BB35125AE7}"/>
              </a:ext>
            </a:extLst>
          </p:cNvPr>
          <p:cNvSpPr txBox="1"/>
          <p:nvPr/>
        </p:nvSpPr>
        <p:spPr>
          <a:xfrm>
            <a:off x="3995076" y="4198266"/>
            <a:ext cx="923331" cy="1851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</a:rPr>
              <a:t>Description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6021894-00A1-492F-95B9-FC90E3CFD59E}"/>
              </a:ext>
            </a:extLst>
          </p:cNvPr>
          <p:cNvSpPr/>
          <p:nvPr/>
        </p:nvSpPr>
        <p:spPr>
          <a:xfrm>
            <a:off x="5642196" y="4654854"/>
            <a:ext cx="1955911" cy="309177"/>
          </a:xfrm>
          <a:prstGeom prst="roundRect">
            <a:avLst>
              <a:gd name="adj" fmla="val 5000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EEDC6E-CEF0-40FC-AC40-F584DA88FF2D}"/>
              </a:ext>
            </a:extLst>
          </p:cNvPr>
          <p:cNvSpPr txBox="1"/>
          <p:nvPr/>
        </p:nvSpPr>
        <p:spPr>
          <a:xfrm>
            <a:off x="6158487" y="4717863"/>
            <a:ext cx="923331" cy="1851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</a:rPr>
              <a:t>Description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DA52148-37FD-4371-8A97-39CE80DD2901}"/>
              </a:ext>
            </a:extLst>
          </p:cNvPr>
          <p:cNvSpPr/>
          <p:nvPr/>
        </p:nvSpPr>
        <p:spPr>
          <a:xfrm>
            <a:off x="1315374" y="5018969"/>
            <a:ext cx="1955911" cy="309177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E9D434-B983-4752-846B-FC53BCF160C4}"/>
              </a:ext>
            </a:extLst>
          </p:cNvPr>
          <p:cNvSpPr txBox="1"/>
          <p:nvPr/>
        </p:nvSpPr>
        <p:spPr>
          <a:xfrm>
            <a:off x="1831664" y="5081977"/>
            <a:ext cx="923331" cy="1851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</a:rPr>
              <a:t>Description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747CD58-591D-4191-BE9E-B6D8EAFF15ED}"/>
              </a:ext>
            </a:extLst>
          </p:cNvPr>
          <p:cNvSpPr/>
          <p:nvPr/>
        </p:nvSpPr>
        <p:spPr>
          <a:xfrm>
            <a:off x="3478785" y="5538565"/>
            <a:ext cx="1955911" cy="309177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1B99F1C-10F1-4BC6-8DA3-29F26F8910A3}"/>
              </a:ext>
            </a:extLst>
          </p:cNvPr>
          <p:cNvSpPr txBox="1"/>
          <p:nvPr/>
        </p:nvSpPr>
        <p:spPr>
          <a:xfrm>
            <a:off x="3995076" y="5601574"/>
            <a:ext cx="923331" cy="1851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</a:rPr>
              <a:t>Description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BEFAF33E-4122-4A0A-B8B9-FB33A8CCF680}"/>
              </a:ext>
            </a:extLst>
          </p:cNvPr>
          <p:cNvSpPr/>
          <p:nvPr/>
        </p:nvSpPr>
        <p:spPr>
          <a:xfrm>
            <a:off x="6615258" y="2755297"/>
            <a:ext cx="1955911" cy="309177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B3CFBE3-BDE4-43D9-8F56-6857D4D02680}"/>
              </a:ext>
            </a:extLst>
          </p:cNvPr>
          <p:cNvSpPr txBox="1"/>
          <p:nvPr/>
        </p:nvSpPr>
        <p:spPr>
          <a:xfrm>
            <a:off x="7131549" y="2818306"/>
            <a:ext cx="923331" cy="1851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</a:rPr>
              <a:t>Description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03E4E144-801D-4618-A514-2F20562F714A}"/>
              </a:ext>
            </a:extLst>
          </p:cNvPr>
          <p:cNvSpPr/>
          <p:nvPr/>
        </p:nvSpPr>
        <p:spPr>
          <a:xfrm>
            <a:off x="8778669" y="3274894"/>
            <a:ext cx="1955911" cy="309177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8417EB2-1A9D-4143-B85E-3FDE2C6BA438}"/>
              </a:ext>
            </a:extLst>
          </p:cNvPr>
          <p:cNvSpPr txBox="1"/>
          <p:nvPr/>
        </p:nvSpPr>
        <p:spPr>
          <a:xfrm>
            <a:off x="9294960" y="3337902"/>
            <a:ext cx="923331" cy="1851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</a:rPr>
              <a:t>Description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8D34A400-21E9-4E53-A5AB-A69DC3F38CF1}"/>
              </a:ext>
            </a:extLst>
          </p:cNvPr>
          <p:cNvSpPr/>
          <p:nvPr/>
        </p:nvSpPr>
        <p:spPr>
          <a:xfrm>
            <a:off x="6615258" y="3887133"/>
            <a:ext cx="1955911" cy="30917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32F9D61-D326-4506-969D-849E86985679}"/>
              </a:ext>
            </a:extLst>
          </p:cNvPr>
          <p:cNvSpPr txBox="1"/>
          <p:nvPr/>
        </p:nvSpPr>
        <p:spPr>
          <a:xfrm>
            <a:off x="7131549" y="3950142"/>
            <a:ext cx="923331" cy="1851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</a:rPr>
              <a:t>Description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DDE953B-14F2-45BE-A968-F743659EBE75}"/>
              </a:ext>
            </a:extLst>
          </p:cNvPr>
          <p:cNvSpPr/>
          <p:nvPr/>
        </p:nvSpPr>
        <p:spPr>
          <a:xfrm>
            <a:off x="8778669" y="4406730"/>
            <a:ext cx="1955911" cy="309177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E46571D-1305-432A-A6E4-D59EB12367E3}"/>
              </a:ext>
            </a:extLst>
          </p:cNvPr>
          <p:cNvSpPr txBox="1"/>
          <p:nvPr/>
        </p:nvSpPr>
        <p:spPr>
          <a:xfrm>
            <a:off x="9294960" y="4469739"/>
            <a:ext cx="923331" cy="1851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229194"/>
            <a:r>
              <a:rPr lang="en-US" sz="1203" b="1" dirty="0">
                <a:solidFill>
                  <a:srgbClr val="FFFFFF"/>
                </a:solidFill>
                <a:latin typeface="+mj-lt"/>
              </a:rPr>
              <a:t>Description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A326422-6A27-4D6B-9AC6-FBA3D3B9D0D3}"/>
              </a:ext>
            </a:extLst>
          </p:cNvPr>
          <p:cNvSpPr txBox="1"/>
          <p:nvPr/>
        </p:nvSpPr>
        <p:spPr>
          <a:xfrm>
            <a:off x="2973049" y="501237"/>
            <a:ext cx="6245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+mj-lt"/>
                <a:cs typeface="Sora SemiBold" pitchFamily="2" charset="0"/>
              </a:rPr>
              <a:t>Gant Chart</a:t>
            </a:r>
            <a:r>
              <a:rPr lang="en-US" sz="4000" b="1" dirty="0">
                <a:solidFill>
                  <a:schemeClr val="accent2"/>
                </a:solidFill>
                <a:latin typeface="+mj-lt"/>
                <a:cs typeface="Sora SemiBold" pitchFamily="2" charset="0"/>
              </a:rPr>
              <a:t>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SemiBold" pitchFamily="2" charset="0"/>
              </a:rPr>
              <a:t>Infographic</a:t>
            </a:r>
          </a:p>
        </p:txBody>
      </p:sp>
    </p:spTree>
    <p:extLst>
      <p:ext uri="{BB962C8B-B14F-4D97-AF65-F5344CB8AC3E}">
        <p14:creationId xmlns:p14="http://schemas.microsoft.com/office/powerpoint/2010/main" val="30872794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able 7">
            <a:extLst>
              <a:ext uri="{FF2B5EF4-FFF2-40B4-BE49-F238E27FC236}">
                <a16:creationId xmlns:a16="http://schemas.microsoft.com/office/drawing/2014/main" id="{B1826313-8FCD-461B-B8BB-4132AFFDCA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516694"/>
              </p:ext>
            </p:extLst>
          </p:nvPr>
        </p:nvGraphicFramePr>
        <p:xfrm>
          <a:off x="864766" y="1638546"/>
          <a:ext cx="10462473" cy="4425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313">
                  <a:extLst>
                    <a:ext uri="{9D8B030D-6E8A-4147-A177-3AD203B41FA5}">
                      <a16:colId xmlns:a16="http://schemas.microsoft.com/office/drawing/2014/main" val="511330449"/>
                    </a:ext>
                  </a:extLst>
                </a:gridCol>
                <a:gridCol w="673430">
                  <a:extLst>
                    <a:ext uri="{9D8B030D-6E8A-4147-A177-3AD203B41FA5}">
                      <a16:colId xmlns:a16="http://schemas.microsoft.com/office/drawing/2014/main" val="1408588759"/>
                    </a:ext>
                  </a:extLst>
                </a:gridCol>
                <a:gridCol w="673430">
                  <a:extLst>
                    <a:ext uri="{9D8B030D-6E8A-4147-A177-3AD203B41FA5}">
                      <a16:colId xmlns:a16="http://schemas.microsoft.com/office/drawing/2014/main" val="1523041094"/>
                    </a:ext>
                  </a:extLst>
                </a:gridCol>
                <a:gridCol w="673430">
                  <a:extLst>
                    <a:ext uri="{9D8B030D-6E8A-4147-A177-3AD203B41FA5}">
                      <a16:colId xmlns:a16="http://schemas.microsoft.com/office/drawing/2014/main" val="3425652214"/>
                    </a:ext>
                  </a:extLst>
                </a:gridCol>
                <a:gridCol w="673430">
                  <a:extLst>
                    <a:ext uri="{9D8B030D-6E8A-4147-A177-3AD203B41FA5}">
                      <a16:colId xmlns:a16="http://schemas.microsoft.com/office/drawing/2014/main" val="569439931"/>
                    </a:ext>
                  </a:extLst>
                </a:gridCol>
                <a:gridCol w="673430">
                  <a:extLst>
                    <a:ext uri="{9D8B030D-6E8A-4147-A177-3AD203B41FA5}">
                      <a16:colId xmlns:a16="http://schemas.microsoft.com/office/drawing/2014/main" val="2121837525"/>
                    </a:ext>
                  </a:extLst>
                </a:gridCol>
                <a:gridCol w="673430">
                  <a:extLst>
                    <a:ext uri="{9D8B030D-6E8A-4147-A177-3AD203B41FA5}">
                      <a16:colId xmlns:a16="http://schemas.microsoft.com/office/drawing/2014/main" val="2214459047"/>
                    </a:ext>
                  </a:extLst>
                </a:gridCol>
                <a:gridCol w="673430">
                  <a:extLst>
                    <a:ext uri="{9D8B030D-6E8A-4147-A177-3AD203B41FA5}">
                      <a16:colId xmlns:a16="http://schemas.microsoft.com/office/drawing/2014/main" val="1831002736"/>
                    </a:ext>
                  </a:extLst>
                </a:gridCol>
                <a:gridCol w="673430">
                  <a:extLst>
                    <a:ext uri="{9D8B030D-6E8A-4147-A177-3AD203B41FA5}">
                      <a16:colId xmlns:a16="http://schemas.microsoft.com/office/drawing/2014/main" val="2504935042"/>
                    </a:ext>
                  </a:extLst>
                </a:gridCol>
                <a:gridCol w="673430">
                  <a:extLst>
                    <a:ext uri="{9D8B030D-6E8A-4147-A177-3AD203B41FA5}">
                      <a16:colId xmlns:a16="http://schemas.microsoft.com/office/drawing/2014/main" val="820961832"/>
                    </a:ext>
                  </a:extLst>
                </a:gridCol>
                <a:gridCol w="673430">
                  <a:extLst>
                    <a:ext uri="{9D8B030D-6E8A-4147-A177-3AD203B41FA5}">
                      <a16:colId xmlns:a16="http://schemas.microsoft.com/office/drawing/2014/main" val="2901959302"/>
                    </a:ext>
                  </a:extLst>
                </a:gridCol>
                <a:gridCol w="673430">
                  <a:extLst>
                    <a:ext uri="{9D8B030D-6E8A-4147-A177-3AD203B41FA5}">
                      <a16:colId xmlns:a16="http://schemas.microsoft.com/office/drawing/2014/main" val="1995245591"/>
                    </a:ext>
                  </a:extLst>
                </a:gridCol>
                <a:gridCol w="673430">
                  <a:extLst>
                    <a:ext uri="{9D8B030D-6E8A-4147-A177-3AD203B41FA5}">
                      <a16:colId xmlns:a16="http://schemas.microsoft.com/office/drawing/2014/main" val="3491544965"/>
                    </a:ext>
                  </a:extLst>
                </a:gridCol>
              </a:tblGrid>
              <a:tr h="365746">
                <a:tc rowSpan="2"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+mj-lt"/>
                        </a:rPr>
                        <a:t>Task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gridSpan="1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2020</a:t>
                      </a:r>
                    </a:p>
                  </a:txBody>
                  <a:tcPr marL="90693" marR="90693" marT="45347" marB="45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2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169080"/>
                  </a:ext>
                </a:extLst>
              </a:tr>
              <a:tr h="274062">
                <a:tc vMerge="1">
                  <a:txBody>
                    <a:bodyPr/>
                    <a:lstStyle/>
                    <a:p>
                      <a:pPr algn="l"/>
                      <a:endParaRPr lang="en-US" sz="12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j-lt"/>
                        </a:rPr>
                        <a:t>Jan </a:t>
                      </a:r>
                    </a:p>
                  </a:txBody>
                  <a:tcPr marL="90693" marR="90693" marT="45347" marB="45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j-lt"/>
                        </a:rPr>
                        <a:t>Feb 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j-lt"/>
                        </a:rPr>
                        <a:t>Mar 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j-lt"/>
                        </a:rPr>
                        <a:t>Apr 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j-lt"/>
                        </a:rPr>
                        <a:t>May 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j-lt"/>
                        </a:rPr>
                        <a:t>Jun 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j-lt"/>
                        </a:rPr>
                        <a:t>Jul 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j-lt"/>
                        </a:rPr>
                        <a:t>Aug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j-lt"/>
                        </a:rPr>
                        <a:t>Sep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j-lt"/>
                        </a:rPr>
                        <a:t>Oct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j-lt"/>
                        </a:rPr>
                        <a:t>Nov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j-lt"/>
                        </a:rPr>
                        <a:t>Dec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500663"/>
                  </a:ext>
                </a:extLst>
              </a:tr>
              <a:tr h="420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Your Title Here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endParaRPr lang="en-ID" sz="14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172130"/>
                  </a:ext>
                </a:extLst>
              </a:tr>
              <a:tr h="420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 SemiBold"/>
                          <a:ea typeface="+mn-ea"/>
                          <a:cs typeface="+mn-cs"/>
                        </a:rPr>
                        <a:t>Your Title Here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 SemiBold"/>
                        <a:ea typeface="+mn-ea"/>
                        <a:cs typeface="+mn-cs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2">
                  <a:txBody>
                    <a:bodyPr/>
                    <a:lstStyle/>
                    <a:p>
                      <a:endParaRPr lang="en-ID" sz="14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27924"/>
                  </a:ext>
                </a:extLst>
              </a:tr>
              <a:tr h="420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 SemiBold"/>
                          <a:ea typeface="+mn-ea"/>
                          <a:cs typeface="+mn-cs"/>
                        </a:rPr>
                        <a:t>Your Title Here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 SemiBold"/>
                        <a:ea typeface="+mn-ea"/>
                        <a:cs typeface="+mn-cs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endParaRPr lang="en-ID" sz="14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919839"/>
                  </a:ext>
                </a:extLst>
              </a:tr>
              <a:tr h="420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 SemiBold"/>
                          <a:ea typeface="+mn-ea"/>
                          <a:cs typeface="+mn-cs"/>
                        </a:rPr>
                        <a:t>Your Title Here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 SemiBold"/>
                        <a:ea typeface="+mn-ea"/>
                        <a:cs typeface="+mn-cs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2">
                  <a:txBody>
                    <a:bodyPr/>
                    <a:lstStyle/>
                    <a:p>
                      <a:endParaRPr lang="en-ID" sz="14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753081"/>
                  </a:ext>
                </a:extLst>
              </a:tr>
              <a:tr h="420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 SemiBold"/>
                          <a:ea typeface="+mn-ea"/>
                          <a:cs typeface="+mn-cs"/>
                        </a:rPr>
                        <a:t>Your Title Here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 SemiBold"/>
                        <a:ea typeface="+mn-ea"/>
                        <a:cs typeface="+mn-cs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endParaRPr lang="en-ID" sz="14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641219"/>
                  </a:ext>
                </a:extLst>
              </a:tr>
              <a:tr h="420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 SemiBold"/>
                          <a:ea typeface="+mn-ea"/>
                          <a:cs typeface="+mn-cs"/>
                        </a:rPr>
                        <a:t>Your Title Here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 SemiBold"/>
                        <a:ea typeface="+mn-ea"/>
                        <a:cs typeface="+mn-cs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2">
                  <a:txBody>
                    <a:bodyPr/>
                    <a:lstStyle/>
                    <a:p>
                      <a:endParaRPr lang="en-ID" sz="14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278106"/>
                  </a:ext>
                </a:extLst>
              </a:tr>
              <a:tr h="420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 SemiBold"/>
                          <a:ea typeface="+mn-ea"/>
                          <a:cs typeface="+mn-cs"/>
                        </a:rPr>
                        <a:t>Your Title Here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 SemiBold"/>
                        <a:ea typeface="+mn-ea"/>
                        <a:cs typeface="+mn-cs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endParaRPr lang="en-ID" sz="14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344319"/>
                  </a:ext>
                </a:extLst>
              </a:tr>
              <a:tr h="420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 SemiBold"/>
                          <a:ea typeface="+mn-ea"/>
                          <a:cs typeface="+mn-cs"/>
                        </a:rPr>
                        <a:t>Your Title Here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 SemiBold"/>
                        <a:ea typeface="+mn-ea"/>
                        <a:cs typeface="+mn-cs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2">
                  <a:txBody>
                    <a:bodyPr/>
                    <a:lstStyle/>
                    <a:p>
                      <a:endParaRPr lang="en-ID" sz="14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600818"/>
                  </a:ext>
                </a:extLst>
              </a:tr>
              <a:tr h="420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 SemiBold"/>
                          <a:ea typeface="+mn-ea"/>
                          <a:cs typeface="+mn-cs"/>
                        </a:rPr>
                        <a:t>Your Title Here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endParaRPr lang="en-ID" sz="1400" dirty="0"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977906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26FD393D-63AD-4C5C-A6EC-BD04D70BD8FB}"/>
              </a:ext>
            </a:extLst>
          </p:cNvPr>
          <p:cNvGrpSpPr/>
          <p:nvPr/>
        </p:nvGrpSpPr>
        <p:grpSpPr>
          <a:xfrm>
            <a:off x="3438182" y="2356165"/>
            <a:ext cx="2930212" cy="255075"/>
            <a:chOff x="3416297" y="2860675"/>
            <a:chExt cx="2954340" cy="257175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8189F8C6-D045-4B2A-8E3B-EDEA3CA0ECE0}"/>
                </a:ext>
              </a:extLst>
            </p:cNvPr>
            <p:cNvSpPr/>
            <p:nvPr/>
          </p:nvSpPr>
          <p:spPr>
            <a:xfrm>
              <a:off x="6113462" y="2860675"/>
              <a:ext cx="257175" cy="2571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5BA104E-8EBA-48A4-9E7C-59CA814E3A9C}"/>
                </a:ext>
              </a:extLst>
            </p:cNvPr>
            <p:cNvSpPr/>
            <p:nvPr/>
          </p:nvSpPr>
          <p:spPr>
            <a:xfrm>
              <a:off x="5813777" y="2860675"/>
              <a:ext cx="257175" cy="2571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06D8163D-7CC0-4018-9689-ADF0F3B82F11}"/>
                </a:ext>
              </a:extLst>
            </p:cNvPr>
            <p:cNvSpPr/>
            <p:nvPr/>
          </p:nvSpPr>
          <p:spPr>
            <a:xfrm>
              <a:off x="5514092" y="2860675"/>
              <a:ext cx="257175" cy="25717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344DB41E-EE9F-4525-8343-9DEDB9B9ADE1}"/>
                </a:ext>
              </a:extLst>
            </p:cNvPr>
            <p:cNvSpPr/>
            <p:nvPr/>
          </p:nvSpPr>
          <p:spPr>
            <a:xfrm>
              <a:off x="5214407" y="2860675"/>
              <a:ext cx="257175" cy="25717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6E287440-6930-4FE5-AC51-1523B7B6D55F}"/>
                </a:ext>
              </a:extLst>
            </p:cNvPr>
            <p:cNvSpPr/>
            <p:nvPr/>
          </p:nvSpPr>
          <p:spPr>
            <a:xfrm>
              <a:off x="4914722" y="2860675"/>
              <a:ext cx="257175" cy="25717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285DB9A2-0B60-427A-9E09-ABD01E610AEB}"/>
                </a:ext>
              </a:extLst>
            </p:cNvPr>
            <p:cNvSpPr/>
            <p:nvPr/>
          </p:nvSpPr>
          <p:spPr>
            <a:xfrm>
              <a:off x="4615037" y="2860675"/>
              <a:ext cx="257175" cy="25717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31BDF5BD-86FE-4E54-A6BC-4BA594C4EC02}"/>
                </a:ext>
              </a:extLst>
            </p:cNvPr>
            <p:cNvSpPr/>
            <p:nvPr/>
          </p:nvSpPr>
          <p:spPr>
            <a:xfrm>
              <a:off x="4315352" y="2860675"/>
              <a:ext cx="257175" cy="25717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1586010B-7910-409E-83B1-DBE6590C8FC9}"/>
                </a:ext>
              </a:extLst>
            </p:cNvPr>
            <p:cNvSpPr/>
            <p:nvPr/>
          </p:nvSpPr>
          <p:spPr>
            <a:xfrm>
              <a:off x="4015667" y="2860675"/>
              <a:ext cx="257175" cy="25717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0CB6B253-3394-4E48-AAFB-083F1761D81B}"/>
                </a:ext>
              </a:extLst>
            </p:cNvPr>
            <p:cNvSpPr/>
            <p:nvPr/>
          </p:nvSpPr>
          <p:spPr>
            <a:xfrm>
              <a:off x="3715982" y="2860675"/>
              <a:ext cx="257175" cy="25717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B1677CC2-C186-4372-9F2D-5B9DB681EAC9}"/>
                </a:ext>
              </a:extLst>
            </p:cNvPr>
            <p:cNvSpPr/>
            <p:nvPr/>
          </p:nvSpPr>
          <p:spPr>
            <a:xfrm>
              <a:off x="3416297" y="2860675"/>
              <a:ext cx="257175" cy="25717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</p:grp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B45D3FE1-9BF8-469F-903A-FB86EB8ABB04}"/>
              </a:ext>
            </a:extLst>
          </p:cNvPr>
          <p:cNvSpPr/>
          <p:nvPr/>
        </p:nvSpPr>
        <p:spPr>
          <a:xfrm rot="16200000">
            <a:off x="6707794" y="2103888"/>
            <a:ext cx="255076" cy="759627"/>
          </a:xfrm>
          <a:custGeom>
            <a:avLst/>
            <a:gdLst>
              <a:gd name="connsiteX0" fmla="*/ 257176 w 257176"/>
              <a:gd name="connsiteY0" fmla="*/ 223662 h 765882"/>
              <a:gd name="connsiteX1" fmla="*/ 257176 w 257176"/>
              <a:gd name="connsiteY1" fmla="*/ 723019 h 765882"/>
              <a:gd name="connsiteX2" fmla="*/ 214313 w 257176"/>
              <a:gd name="connsiteY2" fmla="*/ 765882 h 765882"/>
              <a:gd name="connsiteX3" fmla="*/ 42864 w 257176"/>
              <a:gd name="connsiteY3" fmla="*/ 765882 h 765882"/>
              <a:gd name="connsiteX4" fmla="*/ 0 w 257176"/>
              <a:gd name="connsiteY4" fmla="*/ 723019 h 765882"/>
              <a:gd name="connsiteX5" fmla="*/ 0 w 257176"/>
              <a:gd name="connsiteY5" fmla="*/ 223662 h 765882"/>
              <a:gd name="connsiteX6" fmla="*/ 42864 w 257176"/>
              <a:gd name="connsiteY6" fmla="*/ 180799 h 765882"/>
              <a:gd name="connsiteX7" fmla="*/ 57287 w 257176"/>
              <a:gd name="connsiteY7" fmla="*/ 180799 h 765882"/>
              <a:gd name="connsiteX8" fmla="*/ 128588 w 257176"/>
              <a:gd name="connsiteY8" fmla="*/ 0 h 765882"/>
              <a:gd name="connsiteX9" fmla="*/ 199889 w 257176"/>
              <a:gd name="connsiteY9" fmla="*/ 180799 h 765882"/>
              <a:gd name="connsiteX10" fmla="*/ 214313 w 257176"/>
              <a:gd name="connsiteY10" fmla="*/ 180799 h 765882"/>
              <a:gd name="connsiteX11" fmla="*/ 257176 w 257176"/>
              <a:gd name="connsiteY11" fmla="*/ 223662 h 765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7176" h="765882">
                <a:moveTo>
                  <a:pt x="257176" y="223662"/>
                </a:moveTo>
                <a:lnTo>
                  <a:pt x="257176" y="723019"/>
                </a:lnTo>
                <a:cubicBezTo>
                  <a:pt x="257176" y="746692"/>
                  <a:pt x="237986" y="765882"/>
                  <a:pt x="214313" y="765882"/>
                </a:cubicBezTo>
                <a:lnTo>
                  <a:pt x="42864" y="765882"/>
                </a:lnTo>
                <a:cubicBezTo>
                  <a:pt x="19190" y="765882"/>
                  <a:pt x="0" y="746692"/>
                  <a:pt x="0" y="723019"/>
                </a:cubicBezTo>
                <a:lnTo>
                  <a:pt x="0" y="223662"/>
                </a:lnTo>
                <a:cubicBezTo>
                  <a:pt x="0" y="199989"/>
                  <a:pt x="19190" y="180799"/>
                  <a:pt x="42864" y="180799"/>
                </a:cubicBezTo>
                <a:lnTo>
                  <a:pt x="57287" y="180799"/>
                </a:lnTo>
                <a:lnTo>
                  <a:pt x="128588" y="0"/>
                </a:lnTo>
                <a:lnTo>
                  <a:pt x="199889" y="180799"/>
                </a:lnTo>
                <a:lnTo>
                  <a:pt x="214313" y="180799"/>
                </a:lnTo>
                <a:cubicBezTo>
                  <a:pt x="237986" y="180799"/>
                  <a:pt x="257176" y="199989"/>
                  <a:pt x="257176" y="223662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B61B04-F64E-4D1D-9296-8BE151677FCC}"/>
              </a:ext>
            </a:extLst>
          </p:cNvPr>
          <p:cNvSpPr txBox="1"/>
          <p:nvPr/>
        </p:nvSpPr>
        <p:spPr>
          <a:xfrm>
            <a:off x="6618799" y="2375359"/>
            <a:ext cx="6134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29194"/>
            <a:r>
              <a:rPr lang="en-US" sz="1000" dirty="0">
                <a:solidFill>
                  <a:srgbClr val="FFFFFF"/>
                </a:solidFill>
              </a:rPr>
              <a:t>100%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2592E91-AF61-4454-9412-4F5C20D1A32C}"/>
              </a:ext>
            </a:extLst>
          </p:cNvPr>
          <p:cNvGrpSpPr/>
          <p:nvPr/>
        </p:nvGrpSpPr>
        <p:grpSpPr>
          <a:xfrm>
            <a:off x="7302269" y="5737463"/>
            <a:ext cx="2930212" cy="255075"/>
            <a:chOff x="7312202" y="5783922"/>
            <a:chExt cx="2954340" cy="257175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517A4421-5AD8-43E6-A245-DEBDFC3A614D}"/>
                </a:ext>
              </a:extLst>
            </p:cNvPr>
            <p:cNvSpPr/>
            <p:nvPr/>
          </p:nvSpPr>
          <p:spPr>
            <a:xfrm>
              <a:off x="10009367" y="5783922"/>
              <a:ext cx="257175" cy="257175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BEEE2818-A064-4EC0-83F0-561CEFDDB203}"/>
                </a:ext>
              </a:extLst>
            </p:cNvPr>
            <p:cNvSpPr/>
            <p:nvPr/>
          </p:nvSpPr>
          <p:spPr>
            <a:xfrm>
              <a:off x="9709682" y="5783922"/>
              <a:ext cx="257175" cy="257175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1F82CC72-B8DC-4F83-8676-3C9FF5F021ED}"/>
                </a:ext>
              </a:extLst>
            </p:cNvPr>
            <p:cNvSpPr/>
            <p:nvPr/>
          </p:nvSpPr>
          <p:spPr>
            <a:xfrm>
              <a:off x="9409997" y="5783922"/>
              <a:ext cx="257175" cy="257175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39485BB6-63B8-43E3-A2DB-E4C6470B06A2}"/>
                </a:ext>
              </a:extLst>
            </p:cNvPr>
            <p:cNvSpPr/>
            <p:nvPr/>
          </p:nvSpPr>
          <p:spPr>
            <a:xfrm>
              <a:off x="9110312" y="5783922"/>
              <a:ext cx="257175" cy="257175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0CF9C0FF-AB43-4E58-9CB4-07C27B8BC355}"/>
                </a:ext>
              </a:extLst>
            </p:cNvPr>
            <p:cNvSpPr/>
            <p:nvPr/>
          </p:nvSpPr>
          <p:spPr>
            <a:xfrm>
              <a:off x="8810627" y="5783922"/>
              <a:ext cx="257175" cy="257175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DE65FED7-C8CD-4CDD-A52B-1FC1662B4CF2}"/>
                </a:ext>
              </a:extLst>
            </p:cNvPr>
            <p:cNvSpPr/>
            <p:nvPr/>
          </p:nvSpPr>
          <p:spPr>
            <a:xfrm>
              <a:off x="8510942" y="5783922"/>
              <a:ext cx="257175" cy="257175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849BB109-A2E2-4227-9A56-69519C1F6F20}"/>
                </a:ext>
              </a:extLst>
            </p:cNvPr>
            <p:cNvSpPr/>
            <p:nvPr/>
          </p:nvSpPr>
          <p:spPr>
            <a:xfrm>
              <a:off x="8211257" y="5783922"/>
              <a:ext cx="257175" cy="257175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855BF1F6-3437-42B5-BD1A-6EDD023FDA19}"/>
                </a:ext>
              </a:extLst>
            </p:cNvPr>
            <p:cNvSpPr/>
            <p:nvPr/>
          </p:nvSpPr>
          <p:spPr>
            <a:xfrm>
              <a:off x="7911572" y="5783922"/>
              <a:ext cx="257175" cy="257175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5B67E901-9EE6-483F-B708-56657B5B55F1}"/>
                </a:ext>
              </a:extLst>
            </p:cNvPr>
            <p:cNvSpPr/>
            <p:nvPr/>
          </p:nvSpPr>
          <p:spPr>
            <a:xfrm>
              <a:off x="7611887" y="5783922"/>
              <a:ext cx="257175" cy="257175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3F9F01A0-26F8-4DCD-858A-2D053DCB7121}"/>
                </a:ext>
              </a:extLst>
            </p:cNvPr>
            <p:cNvSpPr/>
            <p:nvPr/>
          </p:nvSpPr>
          <p:spPr>
            <a:xfrm>
              <a:off x="7312202" y="5783922"/>
              <a:ext cx="257175" cy="257175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</p:grp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207598A5-86F1-48C2-8372-9746A1B53294}"/>
              </a:ext>
            </a:extLst>
          </p:cNvPr>
          <p:cNvSpPr/>
          <p:nvPr/>
        </p:nvSpPr>
        <p:spPr>
          <a:xfrm rot="16200000">
            <a:off x="10571880" y="5485186"/>
            <a:ext cx="255076" cy="759627"/>
          </a:xfrm>
          <a:custGeom>
            <a:avLst/>
            <a:gdLst>
              <a:gd name="connsiteX0" fmla="*/ 257176 w 257176"/>
              <a:gd name="connsiteY0" fmla="*/ 223662 h 765882"/>
              <a:gd name="connsiteX1" fmla="*/ 257176 w 257176"/>
              <a:gd name="connsiteY1" fmla="*/ 723019 h 765882"/>
              <a:gd name="connsiteX2" fmla="*/ 214313 w 257176"/>
              <a:gd name="connsiteY2" fmla="*/ 765882 h 765882"/>
              <a:gd name="connsiteX3" fmla="*/ 42864 w 257176"/>
              <a:gd name="connsiteY3" fmla="*/ 765882 h 765882"/>
              <a:gd name="connsiteX4" fmla="*/ 0 w 257176"/>
              <a:gd name="connsiteY4" fmla="*/ 723019 h 765882"/>
              <a:gd name="connsiteX5" fmla="*/ 0 w 257176"/>
              <a:gd name="connsiteY5" fmla="*/ 223662 h 765882"/>
              <a:gd name="connsiteX6" fmla="*/ 42864 w 257176"/>
              <a:gd name="connsiteY6" fmla="*/ 180799 h 765882"/>
              <a:gd name="connsiteX7" fmla="*/ 57287 w 257176"/>
              <a:gd name="connsiteY7" fmla="*/ 180799 h 765882"/>
              <a:gd name="connsiteX8" fmla="*/ 128588 w 257176"/>
              <a:gd name="connsiteY8" fmla="*/ 0 h 765882"/>
              <a:gd name="connsiteX9" fmla="*/ 199889 w 257176"/>
              <a:gd name="connsiteY9" fmla="*/ 180799 h 765882"/>
              <a:gd name="connsiteX10" fmla="*/ 214313 w 257176"/>
              <a:gd name="connsiteY10" fmla="*/ 180799 h 765882"/>
              <a:gd name="connsiteX11" fmla="*/ 257176 w 257176"/>
              <a:gd name="connsiteY11" fmla="*/ 223662 h 765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7176" h="765882">
                <a:moveTo>
                  <a:pt x="257176" y="223662"/>
                </a:moveTo>
                <a:lnTo>
                  <a:pt x="257176" y="723019"/>
                </a:lnTo>
                <a:cubicBezTo>
                  <a:pt x="257176" y="746692"/>
                  <a:pt x="237986" y="765882"/>
                  <a:pt x="214313" y="765882"/>
                </a:cubicBezTo>
                <a:lnTo>
                  <a:pt x="42864" y="765882"/>
                </a:lnTo>
                <a:cubicBezTo>
                  <a:pt x="19190" y="765882"/>
                  <a:pt x="0" y="746692"/>
                  <a:pt x="0" y="723019"/>
                </a:cubicBezTo>
                <a:lnTo>
                  <a:pt x="0" y="223662"/>
                </a:lnTo>
                <a:cubicBezTo>
                  <a:pt x="0" y="199989"/>
                  <a:pt x="19190" y="180799"/>
                  <a:pt x="42864" y="180799"/>
                </a:cubicBezTo>
                <a:lnTo>
                  <a:pt x="57287" y="180799"/>
                </a:lnTo>
                <a:lnTo>
                  <a:pt x="128588" y="0"/>
                </a:lnTo>
                <a:lnTo>
                  <a:pt x="199889" y="180799"/>
                </a:lnTo>
                <a:lnTo>
                  <a:pt x="214313" y="180799"/>
                </a:lnTo>
                <a:cubicBezTo>
                  <a:pt x="237986" y="180799"/>
                  <a:pt x="257176" y="199989"/>
                  <a:pt x="257176" y="22366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D4DDDFD-AC90-4AFE-A7B3-1504A46BF27B}"/>
              </a:ext>
            </a:extLst>
          </p:cNvPr>
          <p:cNvSpPr txBox="1"/>
          <p:nvPr/>
        </p:nvSpPr>
        <p:spPr>
          <a:xfrm>
            <a:off x="10482886" y="5756658"/>
            <a:ext cx="6134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29194"/>
            <a:r>
              <a:rPr lang="en-US" sz="1000" dirty="0">
                <a:solidFill>
                  <a:srgbClr val="FFFFFF"/>
                </a:solidFill>
              </a:rPr>
              <a:t>20%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E6990F2-EE25-41F7-B601-1EB9DFE5CCD4}"/>
              </a:ext>
            </a:extLst>
          </p:cNvPr>
          <p:cNvGrpSpPr/>
          <p:nvPr/>
        </p:nvGrpSpPr>
        <p:grpSpPr>
          <a:xfrm>
            <a:off x="3438182" y="5304432"/>
            <a:ext cx="2930212" cy="255075"/>
            <a:chOff x="6413147" y="5418432"/>
            <a:chExt cx="2954340" cy="257175"/>
          </a:xfrm>
        </p:grpSpPr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BD9907AC-F959-49BC-928A-106DFD6ED6CE}"/>
                </a:ext>
              </a:extLst>
            </p:cNvPr>
            <p:cNvSpPr/>
            <p:nvPr/>
          </p:nvSpPr>
          <p:spPr>
            <a:xfrm>
              <a:off x="9110312" y="5418432"/>
              <a:ext cx="257175" cy="257175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E6317802-AC36-4E6D-B740-5CA64E481BA1}"/>
                </a:ext>
              </a:extLst>
            </p:cNvPr>
            <p:cNvSpPr/>
            <p:nvPr/>
          </p:nvSpPr>
          <p:spPr>
            <a:xfrm>
              <a:off x="8810627" y="5418432"/>
              <a:ext cx="257175" cy="257175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7A4945D6-8480-4ADD-8516-854D58C83482}"/>
                </a:ext>
              </a:extLst>
            </p:cNvPr>
            <p:cNvSpPr/>
            <p:nvPr/>
          </p:nvSpPr>
          <p:spPr>
            <a:xfrm>
              <a:off x="8510942" y="5418432"/>
              <a:ext cx="257175" cy="257175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731852D2-78B1-46E7-BA83-0601A2318E39}"/>
                </a:ext>
              </a:extLst>
            </p:cNvPr>
            <p:cNvSpPr/>
            <p:nvPr/>
          </p:nvSpPr>
          <p:spPr>
            <a:xfrm>
              <a:off x="8211257" y="5418432"/>
              <a:ext cx="257175" cy="257175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B0663601-6D88-4F74-B0BA-D9E1CAD3AFE7}"/>
                </a:ext>
              </a:extLst>
            </p:cNvPr>
            <p:cNvSpPr/>
            <p:nvPr/>
          </p:nvSpPr>
          <p:spPr>
            <a:xfrm>
              <a:off x="7911572" y="5418432"/>
              <a:ext cx="257175" cy="257175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7B0CED54-3D20-4C64-BC19-3ED8F735D995}"/>
                </a:ext>
              </a:extLst>
            </p:cNvPr>
            <p:cNvSpPr/>
            <p:nvPr/>
          </p:nvSpPr>
          <p:spPr>
            <a:xfrm>
              <a:off x="7611887" y="5418432"/>
              <a:ext cx="257175" cy="257175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0DE5CBC5-3854-4616-997B-786A8C35C5DD}"/>
                </a:ext>
              </a:extLst>
            </p:cNvPr>
            <p:cNvSpPr/>
            <p:nvPr/>
          </p:nvSpPr>
          <p:spPr>
            <a:xfrm>
              <a:off x="7312202" y="5418432"/>
              <a:ext cx="257175" cy="257175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98EE1238-A07D-4EB9-AB82-7F694D9A34AC}"/>
                </a:ext>
              </a:extLst>
            </p:cNvPr>
            <p:cNvSpPr/>
            <p:nvPr/>
          </p:nvSpPr>
          <p:spPr>
            <a:xfrm>
              <a:off x="7012517" y="5418432"/>
              <a:ext cx="257175" cy="25717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84DFF456-CB64-489C-9054-830A51E66837}"/>
                </a:ext>
              </a:extLst>
            </p:cNvPr>
            <p:cNvSpPr/>
            <p:nvPr/>
          </p:nvSpPr>
          <p:spPr>
            <a:xfrm>
              <a:off x="6712832" y="5418432"/>
              <a:ext cx="257175" cy="25717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CF62046D-6A19-42C7-829C-584A98296F71}"/>
                </a:ext>
              </a:extLst>
            </p:cNvPr>
            <p:cNvSpPr/>
            <p:nvPr/>
          </p:nvSpPr>
          <p:spPr>
            <a:xfrm>
              <a:off x="6413147" y="5418432"/>
              <a:ext cx="257175" cy="25717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</p:grp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343001EB-895D-4EE4-BCAB-345F595D619E}"/>
              </a:ext>
            </a:extLst>
          </p:cNvPr>
          <p:cNvSpPr/>
          <p:nvPr/>
        </p:nvSpPr>
        <p:spPr>
          <a:xfrm rot="16200000">
            <a:off x="6707793" y="5052155"/>
            <a:ext cx="255076" cy="759627"/>
          </a:xfrm>
          <a:custGeom>
            <a:avLst/>
            <a:gdLst>
              <a:gd name="connsiteX0" fmla="*/ 257176 w 257176"/>
              <a:gd name="connsiteY0" fmla="*/ 223662 h 765882"/>
              <a:gd name="connsiteX1" fmla="*/ 257176 w 257176"/>
              <a:gd name="connsiteY1" fmla="*/ 723019 h 765882"/>
              <a:gd name="connsiteX2" fmla="*/ 214313 w 257176"/>
              <a:gd name="connsiteY2" fmla="*/ 765882 h 765882"/>
              <a:gd name="connsiteX3" fmla="*/ 42864 w 257176"/>
              <a:gd name="connsiteY3" fmla="*/ 765882 h 765882"/>
              <a:gd name="connsiteX4" fmla="*/ 0 w 257176"/>
              <a:gd name="connsiteY4" fmla="*/ 723019 h 765882"/>
              <a:gd name="connsiteX5" fmla="*/ 0 w 257176"/>
              <a:gd name="connsiteY5" fmla="*/ 223662 h 765882"/>
              <a:gd name="connsiteX6" fmla="*/ 42864 w 257176"/>
              <a:gd name="connsiteY6" fmla="*/ 180799 h 765882"/>
              <a:gd name="connsiteX7" fmla="*/ 57287 w 257176"/>
              <a:gd name="connsiteY7" fmla="*/ 180799 h 765882"/>
              <a:gd name="connsiteX8" fmla="*/ 128588 w 257176"/>
              <a:gd name="connsiteY8" fmla="*/ 0 h 765882"/>
              <a:gd name="connsiteX9" fmla="*/ 199889 w 257176"/>
              <a:gd name="connsiteY9" fmla="*/ 180799 h 765882"/>
              <a:gd name="connsiteX10" fmla="*/ 214313 w 257176"/>
              <a:gd name="connsiteY10" fmla="*/ 180799 h 765882"/>
              <a:gd name="connsiteX11" fmla="*/ 257176 w 257176"/>
              <a:gd name="connsiteY11" fmla="*/ 223662 h 765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7176" h="765882">
                <a:moveTo>
                  <a:pt x="257176" y="223662"/>
                </a:moveTo>
                <a:lnTo>
                  <a:pt x="257176" y="723019"/>
                </a:lnTo>
                <a:cubicBezTo>
                  <a:pt x="257176" y="746692"/>
                  <a:pt x="237986" y="765882"/>
                  <a:pt x="214313" y="765882"/>
                </a:cubicBezTo>
                <a:lnTo>
                  <a:pt x="42864" y="765882"/>
                </a:lnTo>
                <a:cubicBezTo>
                  <a:pt x="19190" y="765882"/>
                  <a:pt x="0" y="746692"/>
                  <a:pt x="0" y="723019"/>
                </a:cubicBezTo>
                <a:lnTo>
                  <a:pt x="0" y="223662"/>
                </a:lnTo>
                <a:cubicBezTo>
                  <a:pt x="0" y="199989"/>
                  <a:pt x="19190" y="180799"/>
                  <a:pt x="42864" y="180799"/>
                </a:cubicBezTo>
                <a:lnTo>
                  <a:pt x="57287" y="180799"/>
                </a:lnTo>
                <a:lnTo>
                  <a:pt x="128588" y="0"/>
                </a:lnTo>
                <a:lnTo>
                  <a:pt x="199889" y="180799"/>
                </a:lnTo>
                <a:lnTo>
                  <a:pt x="214313" y="180799"/>
                </a:lnTo>
                <a:cubicBezTo>
                  <a:pt x="237986" y="180799"/>
                  <a:pt x="257176" y="199989"/>
                  <a:pt x="257176" y="22366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82BA5A4-ABAD-4883-BA4F-C8860429855F}"/>
              </a:ext>
            </a:extLst>
          </p:cNvPr>
          <p:cNvSpPr txBox="1"/>
          <p:nvPr/>
        </p:nvSpPr>
        <p:spPr>
          <a:xfrm>
            <a:off x="6618799" y="5323627"/>
            <a:ext cx="6134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29194"/>
            <a:r>
              <a:rPr lang="en-US" sz="1000" dirty="0">
                <a:solidFill>
                  <a:srgbClr val="FFFFFF"/>
                </a:solidFill>
              </a:rPr>
              <a:t>30%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421BA570-B729-4905-BC58-216C13DD1B13}"/>
              </a:ext>
            </a:extLst>
          </p:cNvPr>
          <p:cNvGrpSpPr/>
          <p:nvPr/>
        </p:nvGrpSpPr>
        <p:grpSpPr>
          <a:xfrm>
            <a:off x="4924370" y="4871402"/>
            <a:ext cx="2930212" cy="255075"/>
            <a:chOff x="4914722" y="5052942"/>
            <a:chExt cx="2954340" cy="257175"/>
          </a:xfrm>
        </p:grpSpPr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42499688-107E-4C88-84CE-2B62D0B8FF30}"/>
                </a:ext>
              </a:extLst>
            </p:cNvPr>
            <p:cNvSpPr/>
            <p:nvPr/>
          </p:nvSpPr>
          <p:spPr>
            <a:xfrm>
              <a:off x="7611887" y="5052942"/>
              <a:ext cx="257175" cy="25717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2B49E57F-57D9-4171-B0EF-A9EDAF7B1E4E}"/>
                </a:ext>
              </a:extLst>
            </p:cNvPr>
            <p:cNvSpPr/>
            <p:nvPr/>
          </p:nvSpPr>
          <p:spPr>
            <a:xfrm>
              <a:off x="7312202" y="5052942"/>
              <a:ext cx="257175" cy="25717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C79D8C37-8C9B-45F5-88E5-B24F603FC0B3}"/>
                </a:ext>
              </a:extLst>
            </p:cNvPr>
            <p:cNvSpPr/>
            <p:nvPr/>
          </p:nvSpPr>
          <p:spPr>
            <a:xfrm>
              <a:off x="7012517" y="5052942"/>
              <a:ext cx="257175" cy="25717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C97316FA-2119-44F5-B84E-1154F28416D3}"/>
                </a:ext>
              </a:extLst>
            </p:cNvPr>
            <p:cNvSpPr/>
            <p:nvPr/>
          </p:nvSpPr>
          <p:spPr>
            <a:xfrm>
              <a:off x="6712832" y="5052942"/>
              <a:ext cx="257175" cy="257175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A56F1B03-7EBA-47A5-805A-3C1393656934}"/>
                </a:ext>
              </a:extLst>
            </p:cNvPr>
            <p:cNvSpPr/>
            <p:nvPr/>
          </p:nvSpPr>
          <p:spPr>
            <a:xfrm>
              <a:off x="6413147" y="5052942"/>
              <a:ext cx="257175" cy="257175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26B64306-1F17-4C1F-BFEC-8F749B17C2C4}"/>
                </a:ext>
              </a:extLst>
            </p:cNvPr>
            <p:cNvSpPr/>
            <p:nvPr/>
          </p:nvSpPr>
          <p:spPr>
            <a:xfrm>
              <a:off x="6113462" y="5052942"/>
              <a:ext cx="257175" cy="257175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20FB9169-86BD-4000-A11E-377CBFC2B2A4}"/>
                </a:ext>
              </a:extLst>
            </p:cNvPr>
            <p:cNvSpPr/>
            <p:nvPr/>
          </p:nvSpPr>
          <p:spPr>
            <a:xfrm>
              <a:off x="5813777" y="5052942"/>
              <a:ext cx="257175" cy="2571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9FC08B26-9544-4DC9-B512-0155F08ECBC3}"/>
                </a:ext>
              </a:extLst>
            </p:cNvPr>
            <p:cNvSpPr/>
            <p:nvPr/>
          </p:nvSpPr>
          <p:spPr>
            <a:xfrm>
              <a:off x="5514092" y="5052942"/>
              <a:ext cx="257175" cy="2571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C92DD99A-2070-4C0C-9AF1-ACD9509FCD94}"/>
                </a:ext>
              </a:extLst>
            </p:cNvPr>
            <p:cNvSpPr/>
            <p:nvPr/>
          </p:nvSpPr>
          <p:spPr>
            <a:xfrm>
              <a:off x="5214407" y="5052942"/>
              <a:ext cx="257175" cy="2571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AEBD826A-D279-4DC5-90A6-9FFC11F57EE1}"/>
                </a:ext>
              </a:extLst>
            </p:cNvPr>
            <p:cNvSpPr/>
            <p:nvPr/>
          </p:nvSpPr>
          <p:spPr>
            <a:xfrm>
              <a:off x="4914722" y="5052942"/>
              <a:ext cx="257175" cy="25717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</p:grp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F40A3385-6097-4207-8E81-A6EDE323CAE1}"/>
              </a:ext>
            </a:extLst>
          </p:cNvPr>
          <p:cNvSpPr/>
          <p:nvPr/>
        </p:nvSpPr>
        <p:spPr>
          <a:xfrm rot="16200000">
            <a:off x="8193981" y="4619125"/>
            <a:ext cx="255076" cy="759627"/>
          </a:xfrm>
          <a:custGeom>
            <a:avLst/>
            <a:gdLst>
              <a:gd name="connsiteX0" fmla="*/ 257176 w 257176"/>
              <a:gd name="connsiteY0" fmla="*/ 223662 h 765882"/>
              <a:gd name="connsiteX1" fmla="*/ 257176 w 257176"/>
              <a:gd name="connsiteY1" fmla="*/ 723019 h 765882"/>
              <a:gd name="connsiteX2" fmla="*/ 214313 w 257176"/>
              <a:gd name="connsiteY2" fmla="*/ 765882 h 765882"/>
              <a:gd name="connsiteX3" fmla="*/ 42864 w 257176"/>
              <a:gd name="connsiteY3" fmla="*/ 765882 h 765882"/>
              <a:gd name="connsiteX4" fmla="*/ 0 w 257176"/>
              <a:gd name="connsiteY4" fmla="*/ 723019 h 765882"/>
              <a:gd name="connsiteX5" fmla="*/ 0 w 257176"/>
              <a:gd name="connsiteY5" fmla="*/ 223662 h 765882"/>
              <a:gd name="connsiteX6" fmla="*/ 42864 w 257176"/>
              <a:gd name="connsiteY6" fmla="*/ 180799 h 765882"/>
              <a:gd name="connsiteX7" fmla="*/ 57287 w 257176"/>
              <a:gd name="connsiteY7" fmla="*/ 180799 h 765882"/>
              <a:gd name="connsiteX8" fmla="*/ 128588 w 257176"/>
              <a:gd name="connsiteY8" fmla="*/ 0 h 765882"/>
              <a:gd name="connsiteX9" fmla="*/ 199889 w 257176"/>
              <a:gd name="connsiteY9" fmla="*/ 180799 h 765882"/>
              <a:gd name="connsiteX10" fmla="*/ 214313 w 257176"/>
              <a:gd name="connsiteY10" fmla="*/ 180799 h 765882"/>
              <a:gd name="connsiteX11" fmla="*/ 257176 w 257176"/>
              <a:gd name="connsiteY11" fmla="*/ 223662 h 765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7176" h="765882">
                <a:moveTo>
                  <a:pt x="257176" y="223662"/>
                </a:moveTo>
                <a:lnTo>
                  <a:pt x="257176" y="723019"/>
                </a:lnTo>
                <a:cubicBezTo>
                  <a:pt x="257176" y="746692"/>
                  <a:pt x="237986" y="765882"/>
                  <a:pt x="214313" y="765882"/>
                </a:cubicBezTo>
                <a:lnTo>
                  <a:pt x="42864" y="765882"/>
                </a:lnTo>
                <a:cubicBezTo>
                  <a:pt x="19190" y="765882"/>
                  <a:pt x="0" y="746692"/>
                  <a:pt x="0" y="723019"/>
                </a:cubicBezTo>
                <a:lnTo>
                  <a:pt x="0" y="223662"/>
                </a:lnTo>
                <a:cubicBezTo>
                  <a:pt x="0" y="199989"/>
                  <a:pt x="19190" y="180799"/>
                  <a:pt x="42864" y="180799"/>
                </a:cubicBezTo>
                <a:lnTo>
                  <a:pt x="57287" y="180799"/>
                </a:lnTo>
                <a:lnTo>
                  <a:pt x="128588" y="0"/>
                </a:lnTo>
                <a:lnTo>
                  <a:pt x="199889" y="180799"/>
                </a:lnTo>
                <a:lnTo>
                  <a:pt x="214313" y="180799"/>
                </a:lnTo>
                <a:cubicBezTo>
                  <a:pt x="237986" y="180799"/>
                  <a:pt x="257176" y="199989"/>
                  <a:pt x="257176" y="22366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CB29FFA-01C5-4694-B50B-A4EBB8EAAE93}"/>
              </a:ext>
            </a:extLst>
          </p:cNvPr>
          <p:cNvSpPr txBox="1"/>
          <p:nvPr/>
        </p:nvSpPr>
        <p:spPr>
          <a:xfrm>
            <a:off x="8104987" y="4890597"/>
            <a:ext cx="6134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29194"/>
            <a:r>
              <a:rPr lang="en-US" sz="1000" dirty="0">
                <a:solidFill>
                  <a:srgbClr val="FFFFFF"/>
                </a:solidFill>
              </a:rPr>
              <a:t>40%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EAA59DA-E39C-43F9-AA47-95E99680E5B2}"/>
              </a:ext>
            </a:extLst>
          </p:cNvPr>
          <p:cNvGrpSpPr/>
          <p:nvPr/>
        </p:nvGrpSpPr>
        <p:grpSpPr>
          <a:xfrm>
            <a:off x="7565031" y="4461880"/>
            <a:ext cx="2930212" cy="255075"/>
            <a:chOff x="5813777" y="4687452"/>
            <a:chExt cx="2954340" cy="257175"/>
          </a:xfrm>
        </p:grpSpPr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D7F2ECB7-0042-4799-A2D5-72C23540EA38}"/>
                </a:ext>
              </a:extLst>
            </p:cNvPr>
            <p:cNvSpPr/>
            <p:nvPr/>
          </p:nvSpPr>
          <p:spPr>
            <a:xfrm>
              <a:off x="8510942" y="4687452"/>
              <a:ext cx="257175" cy="25717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B150F480-C784-4F9A-8112-301B080B4C09}"/>
                </a:ext>
              </a:extLst>
            </p:cNvPr>
            <p:cNvSpPr/>
            <p:nvPr/>
          </p:nvSpPr>
          <p:spPr>
            <a:xfrm>
              <a:off x="8211257" y="4687452"/>
              <a:ext cx="257175" cy="25717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E87411C6-E655-4A05-9A75-CDF4AF7DC089}"/>
                </a:ext>
              </a:extLst>
            </p:cNvPr>
            <p:cNvSpPr/>
            <p:nvPr/>
          </p:nvSpPr>
          <p:spPr>
            <a:xfrm>
              <a:off x="7911572" y="4687452"/>
              <a:ext cx="257175" cy="257175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57153E94-2439-40AF-9699-2B7825E04143}"/>
                </a:ext>
              </a:extLst>
            </p:cNvPr>
            <p:cNvSpPr/>
            <p:nvPr/>
          </p:nvSpPr>
          <p:spPr>
            <a:xfrm>
              <a:off x="7611887" y="4687452"/>
              <a:ext cx="257175" cy="257175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A8ED5B78-F2A0-4586-B4E1-532470A8D0C8}"/>
                </a:ext>
              </a:extLst>
            </p:cNvPr>
            <p:cNvSpPr/>
            <p:nvPr/>
          </p:nvSpPr>
          <p:spPr>
            <a:xfrm>
              <a:off x="7312202" y="4687452"/>
              <a:ext cx="257175" cy="257175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DA3AF600-11E3-4D3B-888B-C34BE3E61290}"/>
                </a:ext>
              </a:extLst>
            </p:cNvPr>
            <p:cNvSpPr/>
            <p:nvPr/>
          </p:nvSpPr>
          <p:spPr>
            <a:xfrm>
              <a:off x="7012517" y="4687452"/>
              <a:ext cx="257175" cy="257175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B08B25F9-7158-45E5-96D5-9EF7336354A7}"/>
                </a:ext>
              </a:extLst>
            </p:cNvPr>
            <p:cNvSpPr/>
            <p:nvPr/>
          </p:nvSpPr>
          <p:spPr>
            <a:xfrm>
              <a:off x="6712832" y="4687452"/>
              <a:ext cx="257175" cy="257175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A3E80802-4E5F-45A2-ACF3-1477744EEB9C}"/>
                </a:ext>
              </a:extLst>
            </p:cNvPr>
            <p:cNvSpPr/>
            <p:nvPr/>
          </p:nvSpPr>
          <p:spPr>
            <a:xfrm>
              <a:off x="6413147" y="4687452"/>
              <a:ext cx="257175" cy="257175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919682E4-B2F7-429C-844A-081E41C7444B}"/>
                </a:ext>
              </a:extLst>
            </p:cNvPr>
            <p:cNvSpPr/>
            <p:nvPr/>
          </p:nvSpPr>
          <p:spPr>
            <a:xfrm>
              <a:off x="6113462" y="4687452"/>
              <a:ext cx="257175" cy="257175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08" name="Rectangle: Rounded Corners 107">
              <a:extLst>
                <a:ext uri="{FF2B5EF4-FFF2-40B4-BE49-F238E27FC236}">
                  <a16:creationId xmlns:a16="http://schemas.microsoft.com/office/drawing/2014/main" id="{F29AAC85-4704-42B7-A515-952EA8B2AC7E}"/>
                </a:ext>
              </a:extLst>
            </p:cNvPr>
            <p:cNvSpPr/>
            <p:nvPr/>
          </p:nvSpPr>
          <p:spPr>
            <a:xfrm>
              <a:off x="5813777" y="4687452"/>
              <a:ext cx="257175" cy="257175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</p:grp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215C8AE7-6A64-4837-B679-11E70186CCDE}"/>
              </a:ext>
            </a:extLst>
          </p:cNvPr>
          <p:cNvSpPr/>
          <p:nvPr/>
        </p:nvSpPr>
        <p:spPr>
          <a:xfrm rot="16200000">
            <a:off x="10834642" y="4209603"/>
            <a:ext cx="255076" cy="759627"/>
          </a:xfrm>
          <a:custGeom>
            <a:avLst/>
            <a:gdLst>
              <a:gd name="connsiteX0" fmla="*/ 257176 w 257176"/>
              <a:gd name="connsiteY0" fmla="*/ 223662 h 765882"/>
              <a:gd name="connsiteX1" fmla="*/ 257176 w 257176"/>
              <a:gd name="connsiteY1" fmla="*/ 723019 h 765882"/>
              <a:gd name="connsiteX2" fmla="*/ 214313 w 257176"/>
              <a:gd name="connsiteY2" fmla="*/ 765882 h 765882"/>
              <a:gd name="connsiteX3" fmla="*/ 42864 w 257176"/>
              <a:gd name="connsiteY3" fmla="*/ 765882 h 765882"/>
              <a:gd name="connsiteX4" fmla="*/ 0 w 257176"/>
              <a:gd name="connsiteY4" fmla="*/ 723019 h 765882"/>
              <a:gd name="connsiteX5" fmla="*/ 0 w 257176"/>
              <a:gd name="connsiteY5" fmla="*/ 223662 h 765882"/>
              <a:gd name="connsiteX6" fmla="*/ 42864 w 257176"/>
              <a:gd name="connsiteY6" fmla="*/ 180799 h 765882"/>
              <a:gd name="connsiteX7" fmla="*/ 57287 w 257176"/>
              <a:gd name="connsiteY7" fmla="*/ 180799 h 765882"/>
              <a:gd name="connsiteX8" fmla="*/ 128588 w 257176"/>
              <a:gd name="connsiteY8" fmla="*/ 0 h 765882"/>
              <a:gd name="connsiteX9" fmla="*/ 199889 w 257176"/>
              <a:gd name="connsiteY9" fmla="*/ 180799 h 765882"/>
              <a:gd name="connsiteX10" fmla="*/ 214313 w 257176"/>
              <a:gd name="connsiteY10" fmla="*/ 180799 h 765882"/>
              <a:gd name="connsiteX11" fmla="*/ 257176 w 257176"/>
              <a:gd name="connsiteY11" fmla="*/ 223662 h 765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7176" h="765882">
                <a:moveTo>
                  <a:pt x="257176" y="223662"/>
                </a:moveTo>
                <a:lnTo>
                  <a:pt x="257176" y="723019"/>
                </a:lnTo>
                <a:cubicBezTo>
                  <a:pt x="257176" y="746692"/>
                  <a:pt x="237986" y="765882"/>
                  <a:pt x="214313" y="765882"/>
                </a:cubicBezTo>
                <a:lnTo>
                  <a:pt x="42864" y="765882"/>
                </a:lnTo>
                <a:cubicBezTo>
                  <a:pt x="19190" y="765882"/>
                  <a:pt x="0" y="746692"/>
                  <a:pt x="0" y="723019"/>
                </a:cubicBezTo>
                <a:lnTo>
                  <a:pt x="0" y="223662"/>
                </a:lnTo>
                <a:cubicBezTo>
                  <a:pt x="0" y="199989"/>
                  <a:pt x="19190" y="180799"/>
                  <a:pt x="42864" y="180799"/>
                </a:cubicBezTo>
                <a:lnTo>
                  <a:pt x="57287" y="180799"/>
                </a:lnTo>
                <a:lnTo>
                  <a:pt x="128588" y="0"/>
                </a:lnTo>
                <a:lnTo>
                  <a:pt x="199889" y="180799"/>
                </a:lnTo>
                <a:lnTo>
                  <a:pt x="214313" y="180799"/>
                </a:lnTo>
                <a:cubicBezTo>
                  <a:pt x="237986" y="180799"/>
                  <a:pt x="257176" y="199989"/>
                  <a:pt x="257176" y="22366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29D13185-1052-49B0-BC79-5029F9E14ED8}"/>
              </a:ext>
            </a:extLst>
          </p:cNvPr>
          <p:cNvSpPr txBox="1"/>
          <p:nvPr/>
        </p:nvSpPr>
        <p:spPr>
          <a:xfrm>
            <a:off x="10745648" y="4481074"/>
            <a:ext cx="6134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29194"/>
            <a:r>
              <a:rPr lang="en-US" sz="1000" dirty="0">
                <a:solidFill>
                  <a:srgbClr val="FFFFFF"/>
                </a:solidFill>
              </a:rPr>
              <a:t>50%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FBE28A6-ED55-47E9-AB78-E5BE07CCCA24}"/>
              </a:ext>
            </a:extLst>
          </p:cNvPr>
          <p:cNvGrpSpPr/>
          <p:nvPr/>
        </p:nvGrpSpPr>
        <p:grpSpPr>
          <a:xfrm>
            <a:off x="3735420" y="4064112"/>
            <a:ext cx="2930212" cy="255075"/>
            <a:chOff x="3715982" y="4321962"/>
            <a:chExt cx="2954340" cy="257175"/>
          </a:xfrm>
        </p:grpSpPr>
        <p:sp>
          <p:nvSpPr>
            <p:cNvPr id="112" name="Rectangle: Rounded Corners 111">
              <a:extLst>
                <a:ext uri="{FF2B5EF4-FFF2-40B4-BE49-F238E27FC236}">
                  <a16:creationId xmlns:a16="http://schemas.microsoft.com/office/drawing/2014/main" id="{AD708C72-790C-48A8-B5E5-6B79E625D519}"/>
                </a:ext>
              </a:extLst>
            </p:cNvPr>
            <p:cNvSpPr/>
            <p:nvPr/>
          </p:nvSpPr>
          <p:spPr>
            <a:xfrm>
              <a:off x="6413147" y="4321962"/>
              <a:ext cx="257175" cy="257175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65AFDA6C-EBE8-4C79-950A-F5E53330354A}"/>
                </a:ext>
              </a:extLst>
            </p:cNvPr>
            <p:cNvSpPr/>
            <p:nvPr/>
          </p:nvSpPr>
          <p:spPr>
            <a:xfrm>
              <a:off x="6113462" y="4321962"/>
              <a:ext cx="257175" cy="257175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A8AD291A-0A8B-48B4-8CEC-4A3DFFACBA50}"/>
                </a:ext>
              </a:extLst>
            </p:cNvPr>
            <p:cNvSpPr/>
            <p:nvPr/>
          </p:nvSpPr>
          <p:spPr>
            <a:xfrm>
              <a:off x="5813777" y="4321962"/>
              <a:ext cx="257175" cy="257175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15" name="Rectangle: Rounded Corners 114">
              <a:extLst>
                <a:ext uri="{FF2B5EF4-FFF2-40B4-BE49-F238E27FC236}">
                  <a16:creationId xmlns:a16="http://schemas.microsoft.com/office/drawing/2014/main" id="{8714D4F6-C22E-43BC-ABE2-511D2311643B}"/>
                </a:ext>
              </a:extLst>
            </p:cNvPr>
            <p:cNvSpPr/>
            <p:nvPr/>
          </p:nvSpPr>
          <p:spPr>
            <a:xfrm>
              <a:off x="5514092" y="4321962"/>
              <a:ext cx="257175" cy="257175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B5903C9F-DE0C-4BE7-B7BE-C8A508B3365D}"/>
                </a:ext>
              </a:extLst>
            </p:cNvPr>
            <p:cNvSpPr/>
            <p:nvPr/>
          </p:nvSpPr>
          <p:spPr>
            <a:xfrm>
              <a:off x="5214407" y="4321962"/>
              <a:ext cx="257175" cy="257175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B78DB28B-8BAB-43CD-881A-98A1E7D43554}"/>
                </a:ext>
              </a:extLst>
            </p:cNvPr>
            <p:cNvSpPr/>
            <p:nvPr/>
          </p:nvSpPr>
          <p:spPr>
            <a:xfrm>
              <a:off x="4914722" y="4321962"/>
              <a:ext cx="257175" cy="257175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5C614B60-9B30-490A-8F18-7CCBA95548E9}"/>
                </a:ext>
              </a:extLst>
            </p:cNvPr>
            <p:cNvSpPr/>
            <p:nvPr/>
          </p:nvSpPr>
          <p:spPr>
            <a:xfrm>
              <a:off x="4615037" y="4321962"/>
              <a:ext cx="257175" cy="257175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8F9A9E50-4C5E-43FB-AFD1-1AD943B9CCC6}"/>
                </a:ext>
              </a:extLst>
            </p:cNvPr>
            <p:cNvSpPr/>
            <p:nvPr/>
          </p:nvSpPr>
          <p:spPr>
            <a:xfrm>
              <a:off x="4315352" y="4321962"/>
              <a:ext cx="257175" cy="257175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20" name="Rectangle: Rounded Corners 119">
              <a:extLst>
                <a:ext uri="{FF2B5EF4-FFF2-40B4-BE49-F238E27FC236}">
                  <a16:creationId xmlns:a16="http://schemas.microsoft.com/office/drawing/2014/main" id="{F468674F-4E11-4A75-8A70-2A5AC8B8F19E}"/>
                </a:ext>
              </a:extLst>
            </p:cNvPr>
            <p:cNvSpPr/>
            <p:nvPr/>
          </p:nvSpPr>
          <p:spPr>
            <a:xfrm>
              <a:off x="4015667" y="4321962"/>
              <a:ext cx="257175" cy="257175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21" name="Rectangle: Rounded Corners 120">
              <a:extLst>
                <a:ext uri="{FF2B5EF4-FFF2-40B4-BE49-F238E27FC236}">
                  <a16:creationId xmlns:a16="http://schemas.microsoft.com/office/drawing/2014/main" id="{DA769101-0326-4E41-93C5-A70FBE65FAE6}"/>
                </a:ext>
              </a:extLst>
            </p:cNvPr>
            <p:cNvSpPr/>
            <p:nvPr/>
          </p:nvSpPr>
          <p:spPr>
            <a:xfrm>
              <a:off x="3715982" y="4321962"/>
              <a:ext cx="257175" cy="257175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</p:grp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BBEB1362-5D0B-44B0-BAD5-69B11DD90981}"/>
              </a:ext>
            </a:extLst>
          </p:cNvPr>
          <p:cNvSpPr/>
          <p:nvPr/>
        </p:nvSpPr>
        <p:spPr>
          <a:xfrm rot="16200000">
            <a:off x="7005031" y="3811835"/>
            <a:ext cx="255076" cy="759627"/>
          </a:xfrm>
          <a:custGeom>
            <a:avLst/>
            <a:gdLst>
              <a:gd name="connsiteX0" fmla="*/ 257176 w 257176"/>
              <a:gd name="connsiteY0" fmla="*/ 223662 h 765882"/>
              <a:gd name="connsiteX1" fmla="*/ 257176 w 257176"/>
              <a:gd name="connsiteY1" fmla="*/ 723019 h 765882"/>
              <a:gd name="connsiteX2" fmla="*/ 214313 w 257176"/>
              <a:gd name="connsiteY2" fmla="*/ 765882 h 765882"/>
              <a:gd name="connsiteX3" fmla="*/ 42864 w 257176"/>
              <a:gd name="connsiteY3" fmla="*/ 765882 h 765882"/>
              <a:gd name="connsiteX4" fmla="*/ 0 w 257176"/>
              <a:gd name="connsiteY4" fmla="*/ 723019 h 765882"/>
              <a:gd name="connsiteX5" fmla="*/ 0 w 257176"/>
              <a:gd name="connsiteY5" fmla="*/ 223662 h 765882"/>
              <a:gd name="connsiteX6" fmla="*/ 42864 w 257176"/>
              <a:gd name="connsiteY6" fmla="*/ 180799 h 765882"/>
              <a:gd name="connsiteX7" fmla="*/ 57287 w 257176"/>
              <a:gd name="connsiteY7" fmla="*/ 180799 h 765882"/>
              <a:gd name="connsiteX8" fmla="*/ 128588 w 257176"/>
              <a:gd name="connsiteY8" fmla="*/ 0 h 765882"/>
              <a:gd name="connsiteX9" fmla="*/ 199889 w 257176"/>
              <a:gd name="connsiteY9" fmla="*/ 180799 h 765882"/>
              <a:gd name="connsiteX10" fmla="*/ 214313 w 257176"/>
              <a:gd name="connsiteY10" fmla="*/ 180799 h 765882"/>
              <a:gd name="connsiteX11" fmla="*/ 257176 w 257176"/>
              <a:gd name="connsiteY11" fmla="*/ 223662 h 765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7176" h="765882">
                <a:moveTo>
                  <a:pt x="257176" y="223662"/>
                </a:moveTo>
                <a:lnTo>
                  <a:pt x="257176" y="723019"/>
                </a:lnTo>
                <a:cubicBezTo>
                  <a:pt x="257176" y="746692"/>
                  <a:pt x="237986" y="765882"/>
                  <a:pt x="214313" y="765882"/>
                </a:cubicBezTo>
                <a:lnTo>
                  <a:pt x="42864" y="765882"/>
                </a:lnTo>
                <a:cubicBezTo>
                  <a:pt x="19190" y="765882"/>
                  <a:pt x="0" y="746692"/>
                  <a:pt x="0" y="723019"/>
                </a:cubicBezTo>
                <a:lnTo>
                  <a:pt x="0" y="223662"/>
                </a:lnTo>
                <a:cubicBezTo>
                  <a:pt x="0" y="199989"/>
                  <a:pt x="19190" y="180799"/>
                  <a:pt x="42864" y="180799"/>
                </a:cubicBezTo>
                <a:lnTo>
                  <a:pt x="57287" y="180799"/>
                </a:lnTo>
                <a:lnTo>
                  <a:pt x="128588" y="0"/>
                </a:lnTo>
                <a:lnTo>
                  <a:pt x="199889" y="180799"/>
                </a:lnTo>
                <a:lnTo>
                  <a:pt x="214313" y="180799"/>
                </a:lnTo>
                <a:cubicBezTo>
                  <a:pt x="237986" y="180799"/>
                  <a:pt x="257176" y="199989"/>
                  <a:pt x="257176" y="22366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699B35F3-F951-41D6-A6C6-E434B3642A10}"/>
              </a:ext>
            </a:extLst>
          </p:cNvPr>
          <p:cNvSpPr txBox="1"/>
          <p:nvPr/>
        </p:nvSpPr>
        <p:spPr>
          <a:xfrm>
            <a:off x="6916037" y="4083306"/>
            <a:ext cx="6134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29194"/>
            <a:r>
              <a:rPr lang="en-US" sz="1000" dirty="0">
                <a:solidFill>
                  <a:srgbClr val="FFFFFF"/>
                </a:solidFill>
              </a:rPr>
              <a:t>90%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AB360372-1C68-4FE0-A8E3-1CEDF4B925A5}"/>
              </a:ext>
            </a:extLst>
          </p:cNvPr>
          <p:cNvGrpSpPr/>
          <p:nvPr/>
        </p:nvGrpSpPr>
        <p:grpSpPr>
          <a:xfrm>
            <a:off x="6880581" y="3642835"/>
            <a:ext cx="2930212" cy="255075"/>
            <a:chOff x="5214407" y="3956472"/>
            <a:chExt cx="2954340" cy="257175"/>
          </a:xfrm>
        </p:grpSpPr>
        <p:sp>
          <p:nvSpPr>
            <p:cNvPr id="125" name="Rectangle: Rounded Corners 124">
              <a:extLst>
                <a:ext uri="{FF2B5EF4-FFF2-40B4-BE49-F238E27FC236}">
                  <a16:creationId xmlns:a16="http://schemas.microsoft.com/office/drawing/2014/main" id="{C45B58C0-AFF0-48BD-BD3E-EE2843080C9A}"/>
                </a:ext>
              </a:extLst>
            </p:cNvPr>
            <p:cNvSpPr/>
            <p:nvPr/>
          </p:nvSpPr>
          <p:spPr>
            <a:xfrm>
              <a:off x="7911572" y="3956472"/>
              <a:ext cx="257175" cy="25717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26" name="Rectangle: Rounded Corners 125">
              <a:extLst>
                <a:ext uri="{FF2B5EF4-FFF2-40B4-BE49-F238E27FC236}">
                  <a16:creationId xmlns:a16="http://schemas.microsoft.com/office/drawing/2014/main" id="{7B9FDAF0-63A0-4F51-ABC3-09DD4F0B7700}"/>
                </a:ext>
              </a:extLst>
            </p:cNvPr>
            <p:cNvSpPr/>
            <p:nvPr/>
          </p:nvSpPr>
          <p:spPr>
            <a:xfrm>
              <a:off x="7611887" y="3956472"/>
              <a:ext cx="257175" cy="25717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27" name="Rectangle: Rounded Corners 126">
              <a:extLst>
                <a:ext uri="{FF2B5EF4-FFF2-40B4-BE49-F238E27FC236}">
                  <a16:creationId xmlns:a16="http://schemas.microsoft.com/office/drawing/2014/main" id="{9CD7FF45-B2E5-470E-A853-6A834F813C8D}"/>
                </a:ext>
              </a:extLst>
            </p:cNvPr>
            <p:cNvSpPr/>
            <p:nvPr/>
          </p:nvSpPr>
          <p:spPr>
            <a:xfrm>
              <a:off x="7312202" y="3956472"/>
              <a:ext cx="257175" cy="257175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F9393FA1-C926-4512-A9EF-0FB89BFE8FEA}"/>
                </a:ext>
              </a:extLst>
            </p:cNvPr>
            <p:cNvSpPr/>
            <p:nvPr/>
          </p:nvSpPr>
          <p:spPr>
            <a:xfrm>
              <a:off x="7012517" y="3956472"/>
              <a:ext cx="257175" cy="257175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29" name="Rectangle: Rounded Corners 128">
              <a:extLst>
                <a:ext uri="{FF2B5EF4-FFF2-40B4-BE49-F238E27FC236}">
                  <a16:creationId xmlns:a16="http://schemas.microsoft.com/office/drawing/2014/main" id="{A37A5B49-F377-4BF5-9708-F93A953BBFD2}"/>
                </a:ext>
              </a:extLst>
            </p:cNvPr>
            <p:cNvSpPr/>
            <p:nvPr/>
          </p:nvSpPr>
          <p:spPr>
            <a:xfrm>
              <a:off x="6712832" y="3956472"/>
              <a:ext cx="257175" cy="257175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281BA1AF-2E3C-45DE-B7D0-797C032B522D}"/>
                </a:ext>
              </a:extLst>
            </p:cNvPr>
            <p:cNvSpPr/>
            <p:nvPr/>
          </p:nvSpPr>
          <p:spPr>
            <a:xfrm>
              <a:off x="6413147" y="3956472"/>
              <a:ext cx="257175" cy="257175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31" name="Rectangle: Rounded Corners 130">
              <a:extLst>
                <a:ext uri="{FF2B5EF4-FFF2-40B4-BE49-F238E27FC236}">
                  <a16:creationId xmlns:a16="http://schemas.microsoft.com/office/drawing/2014/main" id="{BFCAA288-6E9C-4319-9458-A38B64B817E1}"/>
                </a:ext>
              </a:extLst>
            </p:cNvPr>
            <p:cNvSpPr/>
            <p:nvPr/>
          </p:nvSpPr>
          <p:spPr>
            <a:xfrm>
              <a:off x="6113462" y="3956472"/>
              <a:ext cx="257175" cy="257175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32" name="Rectangle: Rounded Corners 131">
              <a:extLst>
                <a:ext uri="{FF2B5EF4-FFF2-40B4-BE49-F238E27FC236}">
                  <a16:creationId xmlns:a16="http://schemas.microsoft.com/office/drawing/2014/main" id="{86295416-98AE-461D-9A0A-469131F55556}"/>
                </a:ext>
              </a:extLst>
            </p:cNvPr>
            <p:cNvSpPr/>
            <p:nvPr/>
          </p:nvSpPr>
          <p:spPr>
            <a:xfrm>
              <a:off x="5813777" y="3956472"/>
              <a:ext cx="257175" cy="257175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33" name="Rectangle: Rounded Corners 132">
              <a:extLst>
                <a:ext uri="{FF2B5EF4-FFF2-40B4-BE49-F238E27FC236}">
                  <a16:creationId xmlns:a16="http://schemas.microsoft.com/office/drawing/2014/main" id="{9AF29460-7F9C-47D8-90E5-2B3BE512DF27}"/>
                </a:ext>
              </a:extLst>
            </p:cNvPr>
            <p:cNvSpPr/>
            <p:nvPr/>
          </p:nvSpPr>
          <p:spPr>
            <a:xfrm>
              <a:off x="5514092" y="3956472"/>
              <a:ext cx="257175" cy="257175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3A4671E1-CBA3-48C9-8DFD-C00E6A72417C}"/>
                </a:ext>
              </a:extLst>
            </p:cNvPr>
            <p:cNvSpPr/>
            <p:nvPr/>
          </p:nvSpPr>
          <p:spPr>
            <a:xfrm>
              <a:off x="5214407" y="3956472"/>
              <a:ext cx="257175" cy="257175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</p:grp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297A556F-AF45-4645-92A3-ABC64EBFB52E}"/>
              </a:ext>
            </a:extLst>
          </p:cNvPr>
          <p:cNvSpPr/>
          <p:nvPr/>
        </p:nvSpPr>
        <p:spPr>
          <a:xfrm rot="16200000">
            <a:off x="10150192" y="3390558"/>
            <a:ext cx="255076" cy="759627"/>
          </a:xfrm>
          <a:custGeom>
            <a:avLst/>
            <a:gdLst>
              <a:gd name="connsiteX0" fmla="*/ 257176 w 257176"/>
              <a:gd name="connsiteY0" fmla="*/ 223662 h 765882"/>
              <a:gd name="connsiteX1" fmla="*/ 257176 w 257176"/>
              <a:gd name="connsiteY1" fmla="*/ 723019 h 765882"/>
              <a:gd name="connsiteX2" fmla="*/ 214313 w 257176"/>
              <a:gd name="connsiteY2" fmla="*/ 765882 h 765882"/>
              <a:gd name="connsiteX3" fmla="*/ 42864 w 257176"/>
              <a:gd name="connsiteY3" fmla="*/ 765882 h 765882"/>
              <a:gd name="connsiteX4" fmla="*/ 0 w 257176"/>
              <a:gd name="connsiteY4" fmla="*/ 723019 h 765882"/>
              <a:gd name="connsiteX5" fmla="*/ 0 w 257176"/>
              <a:gd name="connsiteY5" fmla="*/ 223662 h 765882"/>
              <a:gd name="connsiteX6" fmla="*/ 42864 w 257176"/>
              <a:gd name="connsiteY6" fmla="*/ 180799 h 765882"/>
              <a:gd name="connsiteX7" fmla="*/ 57287 w 257176"/>
              <a:gd name="connsiteY7" fmla="*/ 180799 h 765882"/>
              <a:gd name="connsiteX8" fmla="*/ 128588 w 257176"/>
              <a:gd name="connsiteY8" fmla="*/ 0 h 765882"/>
              <a:gd name="connsiteX9" fmla="*/ 199889 w 257176"/>
              <a:gd name="connsiteY9" fmla="*/ 180799 h 765882"/>
              <a:gd name="connsiteX10" fmla="*/ 214313 w 257176"/>
              <a:gd name="connsiteY10" fmla="*/ 180799 h 765882"/>
              <a:gd name="connsiteX11" fmla="*/ 257176 w 257176"/>
              <a:gd name="connsiteY11" fmla="*/ 223662 h 765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7176" h="765882">
                <a:moveTo>
                  <a:pt x="257176" y="223662"/>
                </a:moveTo>
                <a:lnTo>
                  <a:pt x="257176" y="723019"/>
                </a:lnTo>
                <a:cubicBezTo>
                  <a:pt x="257176" y="746692"/>
                  <a:pt x="237986" y="765882"/>
                  <a:pt x="214313" y="765882"/>
                </a:cubicBezTo>
                <a:lnTo>
                  <a:pt x="42864" y="765882"/>
                </a:lnTo>
                <a:cubicBezTo>
                  <a:pt x="19190" y="765882"/>
                  <a:pt x="0" y="746692"/>
                  <a:pt x="0" y="723019"/>
                </a:cubicBezTo>
                <a:lnTo>
                  <a:pt x="0" y="223662"/>
                </a:lnTo>
                <a:cubicBezTo>
                  <a:pt x="0" y="199989"/>
                  <a:pt x="19190" y="180799"/>
                  <a:pt x="42864" y="180799"/>
                </a:cubicBezTo>
                <a:lnTo>
                  <a:pt x="57287" y="180799"/>
                </a:lnTo>
                <a:lnTo>
                  <a:pt x="128588" y="0"/>
                </a:lnTo>
                <a:lnTo>
                  <a:pt x="199889" y="180799"/>
                </a:lnTo>
                <a:lnTo>
                  <a:pt x="214313" y="180799"/>
                </a:lnTo>
                <a:cubicBezTo>
                  <a:pt x="237986" y="180799"/>
                  <a:pt x="257176" y="199989"/>
                  <a:pt x="257176" y="22366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095F1EA2-3409-4B29-A9E3-F6647EC39FA6}"/>
              </a:ext>
            </a:extLst>
          </p:cNvPr>
          <p:cNvSpPr txBox="1"/>
          <p:nvPr/>
        </p:nvSpPr>
        <p:spPr>
          <a:xfrm>
            <a:off x="10061198" y="3662030"/>
            <a:ext cx="6134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29194"/>
            <a:r>
              <a:rPr lang="en-US" sz="1000" dirty="0">
                <a:solidFill>
                  <a:srgbClr val="FFFFFF"/>
                </a:solidFill>
              </a:rPr>
              <a:t>60%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A3888420-6906-46F7-AC59-7874A81C8528}"/>
              </a:ext>
            </a:extLst>
          </p:cNvPr>
          <p:cNvGrpSpPr/>
          <p:nvPr/>
        </p:nvGrpSpPr>
        <p:grpSpPr>
          <a:xfrm>
            <a:off x="3737680" y="3198050"/>
            <a:ext cx="2930212" cy="255075"/>
            <a:chOff x="4615037" y="3590982"/>
            <a:chExt cx="2954340" cy="257175"/>
          </a:xfrm>
        </p:grpSpPr>
        <p:sp>
          <p:nvSpPr>
            <p:cNvPr id="138" name="Rectangle: Rounded Corners 137">
              <a:extLst>
                <a:ext uri="{FF2B5EF4-FFF2-40B4-BE49-F238E27FC236}">
                  <a16:creationId xmlns:a16="http://schemas.microsoft.com/office/drawing/2014/main" id="{72B4B880-B046-491D-BCCD-51D8687441CC}"/>
                </a:ext>
              </a:extLst>
            </p:cNvPr>
            <p:cNvSpPr/>
            <p:nvPr/>
          </p:nvSpPr>
          <p:spPr>
            <a:xfrm>
              <a:off x="7312202" y="3590982"/>
              <a:ext cx="257175" cy="257175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39" name="Rectangle: Rounded Corners 138">
              <a:extLst>
                <a:ext uri="{FF2B5EF4-FFF2-40B4-BE49-F238E27FC236}">
                  <a16:creationId xmlns:a16="http://schemas.microsoft.com/office/drawing/2014/main" id="{CD10830F-3301-4602-AD47-9BC56FF1D10F}"/>
                </a:ext>
              </a:extLst>
            </p:cNvPr>
            <p:cNvSpPr/>
            <p:nvPr/>
          </p:nvSpPr>
          <p:spPr>
            <a:xfrm>
              <a:off x="7012517" y="3590982"/>
              <a:ext cx="257175" cy="257175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40" name="Rectangle: Rounded Corners 139">
              <a:extLst>
                <a:ext uri="{FF2B5EF4-FFF2-40B4-BE49-F238E27FC236}">
                  <a16:creationId xmlns:a16="http://schemas.microsoft.com/office/drawing/2014/main" id="{35DD9792-862D-4241-B57C-35F899191483}"/>
                </a:ext>
              </a:extLst>
            </p:cNvPr>
            <p:cNvSpPr/>
            <p:nvPr/>
          </p:nvSpPr>
          <p:spPr>
            <a:xfrm>
              <a:off x="6712832" y="3590982"/>
              <a:ext cx="257175" cy="257175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41" name="Rectangle: Rounded Corners 140">
              <a:extLst>
                <a:ext uri="{FF2B5EF4-FFF2-40B4-BE49-F238E27FC236}">
                  <a16:creationId xmlns:a16="http://schemas.microsoft.com/office/drawing/2014/main" id="{35E1D636-A872-4237-B525-04785E7D1592}"/>
                </a:ext>
              </a:extLst>
            </p:cNvPr>
            <p:cNvSpPr/>
            <p:nvPr/>
          </p:nvSpPr>
          <p:spPr>
            <a:xfrm>
              <a:off x="6413147" y="3590982"/>
              <a:ext cx="257175" cy="257175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42" name="Rectangle: Rounded Corners 141">
              <a:extLst>
                <a:ext uri="{FF2B5EF4-FFF2-40B4-BE49-F238E27FC236}">
                  <a16:creationId xmlns:a16="http://schemas.microsoft.com/office/drawing/2014/main" id="{BB84A512-3814-4466-B6F0-1FE452A3F139}"/>
                </a:ext>
              </a:extLst>
            </p:cNvPr>
            <p:cNvSpPr/>
            <p:nvPr/>
          </p:nvSpPr>
          <p:spPr>
            <a:xfrm>
              <a:off x="6113462" y="3590982"/>
              <a:ext cx="257175" cy="257175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43" name="Rectangle: Rounded Corners 142">
              <a:extLst>
                <a:ext uri="{FF2B5EF4-FFF2-40B4-BE49-F238E27FC236}">
                  <a16:creationId xmlns:a16="http://schemas.microsoft.com/office/drawing/2014/main" id="{11AE5AE5-D94B-4C62-BC2D-EDA6C5F849C4}"/>
                </a:ext>
              </a:extLst>
            </p:cNvPr>
            <p:cNvSpPr/>
            <p:nvPr/>
          </p:nvSpPr>
          <p:spPr>
            <a:xfrm>
              <a:off x="5813777" y="3590982"/>
              <a:ext cx="257175" cy="257175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44" name="Rectangle: Rounded Corners 143">
              <a:extLst>
                <a:ext uri="{FF2B5EF4-FFF2-40B4-BE49-F238E27FC236}">
                  <a16:creationId xmlns:a16="http://schemas.microsoft.com/office/drawing/2014/main" id="{522EC316-33E9-4EE1-801E-C527FC27B8E6}"/>
                </a:ext>
              </a:extLst>
            </p:cNvPr>
            <p:cNvSpPr/>
            <p:nvPr/>
          </p:nvSpPr>
          <p:spPr>
            <a:xfrm>
              <a:off x="5514092" y="3590982"/>
              <a:ext cx="257175" cy="257175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45" name="Rectangle: Rounded Corners 144">
              <a:extLst>
                <a:ext uri="{FF2B5EF4-FFF2-40B4-BE49-F238E27FC236}">
                  <a16:creationId xmlns:a16="http://schemas.microsoft.com/office/drawing/2014/main" id="{0A47E053-4A7C-43FE-AA72-4591C40485CE}"/>
                </a:ext>
              </a:extLst>
            </p:cNvPr>
            <p:cNvSpPr/>
            <p:nvPr/>
          </p:nvSpPr>
          <p:spPr>
            <a:xfrm>
              <a:off x="5214407" y="3590982"/>
              <a:ext cx="257175" cy="257175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46" name="Rectangle: Rounded Corners 145">
              <a:extLst>
                <a:ext uri="{FF2B5EF4-FFF2-40B4-BE49-F238E27FC236}">
                  <a16:creationId xmlns:a16="http://schemas.microsoft.com/office/drawing/2014/main" id="{D0AA162C-651D-4316-8985-2A5F1EB2E327}"/>
                </a:ext>
              </a:extLst>
            </p:cNvPr>
            <p:cNvSpPr/>
            <p:nvPr/>
          </p:nvSpPr>
          <p:spPr>
            <a:xfrm>
              <a:off x="4914722" y="3590982"/>
              <a:ext cx="257175" cy="257175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47" name="Rectangle: Rounded Corners 146">
              <a:extLst>
                <a:ext uri="{FF2B5EF4-FFF2-40B4-BE49-F238E27FC236}">
                  <a16:creationId xmlns:a16="http://schemas.microsoft.com/office/drawing/2014/main" id="{C335F0F6-9F71-4605-B6A3-651731F65C5A}"/>
                </a:ext>
              </a:extLst>
            </p:cNvPr>
            <p:cNvSpPr/>
            <p:nvPr/>
          </p:nvSpPr>
          <p:spPr>
            <a:xfrm>
              <a:off x="4615037" y="3590982"/>
              <a:ext cx="257175" cy="257175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</p:grp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03E37F02-8626-4719-A4E2-16BC0907528B}"/>
              </a:ext>
            </a:extLst>
          </p:cNvPr>
          <p:cNvSpPr/>
          <p:nvPr/>
        </p:nvSpPr>
        <p:spPr>
          <a:xfrm rot="16200000">
            <a:off x="7007291" y="2945773"/>
            <a:ext cx="255076" cy="759627"/>
          </a:xfrm>
          <a:custGeom>
            <a:avLst/>
            <a:gdLst>
              <a:gd name="connsiteX0" fmla="*/ 257176 w 257176"/>
              <a:gd name="connsiteY0" fmla="*/ 223662 h 765882"/>
              <a:gd name="connsiteX1" fmla="*/ 257176 w 257176"/>
              <a:gd name="connsiteY1" fmla="*/ 723019 h 765882"/>
              <a:gd name="connsiteX2" fmla="*/ 214313 w 257176"/>
              <a:gd name="connsiteY2" fmla="*/ 765882 h 765882"/>
              <a:gd name="connsiteX3" fmla="*/ 42864 w 257176"/>
              <a:gd name="connsiteY3" fmla="*/ 765882 h 765882"/>
              <a:gd name="connsiteX4" fmla="*/ 0 w 257176"/>
              <a:gd name="connsiteY4" fmla="*/ 723019 h 765882"/>
              <a:gd name="connsiteX5" fmla="*/ 0 w 257176"/>
              <a:gd name="connsiteY5" fmla="*/ 223662 h 765882"/>
              <a:gd name="connsiteX6" fmla="*/ 42864 w 257176"/>
              <a:gd name="connsiteY6" fmla="*/ 180799 h 765882"/>
              <a:gd name="connsiteX7" fmla="*/ 57287 w 257176"/>
              <a:gd name="connsiteY7" fmla="*/ 180799 h 765882"/>
              <a:gd name="connsiteX8" fmla="*/ 128588 w 257176"/>
              <a:gd name="connsiteY8" fmla="*/ 0 h 765882"/>
              <a:gd name="connsiteX9" fmla="*/ 199889 w 257176"/>
              <a:gd name="connsiteY9" fmla="*/ 180799 h 765882"/>
              <a:gd name="connsiteX10" fmla="*/ 214313 w 257176"/>
              <a:gd name="connsiteY10" fmla="*/ 180799 h 765882"/>
              <a:gd name="connsiteX11" fmla="*/ 257176 w 257176"/>
              <a:gd name="connsiteY11" fmla="*/ 223662 h 765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7176" h="765882">
                <a:moveTo>
                  <a:pt x="257176" y="223662"/>
                </a:moveTo>
                <a:lnTo>
                  <a:pt x="257176" y="723019"/>
                </a:lnTo>
                <a:cubicBezTo>
                  <a:pt x="257176" y="746692"/>
                  <a:pt x="237986" y="765882"/>
                  <a:pt x="214313" y="765882"/>
                </a:cubicBezTo>
                <a:lnTo>
                  <a:pt x="42864" y="765882"/>
                </a:lnTo>
                <a:cubicBezTo>
                  <a:pt x="19190" y="765882"/>
                  <a:pt x="0" y="746692"/>
                  <a:pt x="0" y="723019"/>
                </a:cubicBezTo>
                <a:lnTo>
                  <a:pt x="0" y="223662"/>
                </a:lnTo>
                <a:cubicBezTo>
                  <a:pt x="0" y="199989"/>
                  <a:pt x="19190" y="180799"/>
                  <a:pt x="42864" y="180799"/>
                </a:cubicBezTo>
                <a:lnTo>
                  <a:pt x="57287" y="180799"/>
                </a:lnTo>
                <a:lnTo>
                  <a:pt x="128588" y="0"/>
                </a:lnTo>
                <a:lnTo>
                  <a:pt x="199889" y="180799"/>
                </a:lnTo>
                <a:lnTo>
                  <a:pt x="214313" y="180799"/>
                </a:lnTo>
                <a:cubicBezTo>
                  <a:pt x="237986" y="180799"/>
                  <a:pt x="257176" y="199989"/>
                  <a:pt x="257176" y="22366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97606046-C1D0-4277-85C7-1D644552A9B8}"/>
              </a:ext>
            </a:extLst>
          </p:cNvPr>
          <p:cNvSpPr txBox="1"/>
          <p:nvPr/>
        </p:nvSpPr>
        <p:spPr>
          <a:xfrm>
            <a:off x="6918297" y="3217245"/>
            <a:ext cx="6134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29194"/>
            <a:r>
              <a:rPr lang="en-US" sz="1000" dirty="0">
                <a:solidFill>
                  <a:srgbClr val="FFFFFF"/>
                </a:solidFill>
              </a:rPr>
              <a:t>70%</a:t>
            </a:r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E64D1ED4-B598-4913-9907-987000A4BEE9}"/>
              </a:ext>
            </a:extLst>
          </p:cNvPr>
          <p:cNvGrpSpPr/>
          <p:nvPr/>
        </p:nvGrpSpPr>
        <p:grpSpPr>
          <a:xfrm>
            <a:off x="6103814" y="2765018"/>
            <a:ext cx="2930212" cy="255075"/>
            <a:chOff x="4015667" y="3225492"/>
            <a:chExt cx="2954340" cy="257175"/>
          </a:xfrm>
        </p:grpSpPr>
        <p:sp>
          <p:nvSpPr>
            <p:cNvPr id="151" name="Rectangle: Rounded Corners 150">
              <a:extLst>
                <a:ext uri="{FF2B5EF4-FFF2-40B4-BE49-F238E27FC236}">
                  <a16:creationId xmlns:a16="http://schemas.microsoft.com/office/drawing/2014/main" id="{76B8AF3F-4E80-44ED-A8DB-E7AD5ECAF133}"/>
                </a:ext>
              </a:extLst>
            </p:cNvPr>
            <p:cNvSpPr/>
            <p:nvPr/>
          </p:nvSpPr>
          <p:spPr>
            <a:xfrm>
              <a:off x="6712832" y="3225492"/>
              <a:ext cx="257175" cy="257175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52" name="Rectangle: Rounded Corners 151">
              <a:extLst>
                <a:ext uri="{FF2B5EF4-FFF2-40B4-BE49-F238E27FC236}">
                  <a16:creationId xmlns:a16="http://schemas.microsoft.com/office/drawing/2014/main" id="{E05F98F2-A3CA-44F3-B2FB-E0723D9CB439}"/>
                </a:ext>
              </a:extLst>
            </p:cNvPr>
            <p:cNvSpPr/>
            <p:nvPr/>
          </p:nvSpPr>
          <p:spPr>
            <a:xfrm>
              <a:off x="6413147" y="3225492"/>
              <a:ext cx="257175" cy="257175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53" name="Rectangle: Rounded Corners 152">
              <a:extLst>
                <a:ext uri="{FF2B5EF4-FFF2-40B4-BE49-F238E27FC236}">
                  <a16:creationId xmlns:a16="http://schemas.microsoft.com/office/drawing/2014/main" id="{3BFC2F64-062E-434B-A23B-960145863D30}"/>
                </a:ext>
              </a:extLst>
            </p:cNvPr>
            <p:cNvSpPr/>
            <p:nvPr/>
          </p:nvSpPr>
          <p:spPr>
            <a:xfrm>
              <a:off x="6113462" y="3225492"/>
              <a:ext cx="257175" cy="25717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B9052849-9E1E-416F-8BE2-2BDC0A5B2359}"/>
                </a:ext>
              </a:extLst>
            </p:cNvPr>
            <p:cNvSpPr/>
            <p:nvPr/>
          </p:nvSpPr>
          <p:spPr>
            <a:xfrm>
              <a:off x="5813777" y="3225492"/>
              <a:ext cx="257175" cy="25717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55" name="Rectangle: Rounded Corners 154">
              <a:extLst>
                <a:ext uri="{FF2B5EF4-FFF2-40B4-BE49-F238E27FC236}">
                  <a16:creationId xmlns:a16="http://schemas.microsoft.com/office/drawing/2014/main" id="{1BB5A922-6ABD-453E-B1B7-C5C0B469E788}"/>
                </a:ext>
              </a:extLst>
            </p:cNvPr>
            <p:cNvSpPr/>
            <p:nvPr/>
          </p:nvSpPr>
          <p:spPr>
            <a:xfrm>
              <a:off x="5514092" y="3225492"/>
              <a:ext cx="257175" cy="25717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56" name="Rectangle: Rounded Corners 155">
              <a:extLst>
                <a:ext uri="{FF2B5EF4-FFF2-40B4-BE49-F238E27FC236}">
                  <a16:creationId xmlns:a16="http://schemas.microsoft.com/office/drawing/2014/main" id="{8A49E60D-7F3A-420F-9014-91C112CE1171}"/>
                </a:ext>
              </a:extLst>
            </p:cNvPr>
            <p:cNvSpPr/>
            <p:nvPr/>
          </p:nvSpPr>
          <p:spPr>
            <a:xfrm>
              <a:off x="5214407" y="3225492"/>
              <a:ext cx="257175" cy="25717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57" name="Rectangle: Rounded Corners 156">
              <a:extLst>
                <a:ext uri="{FF2B5EF4-FFF2-40B4-BE49-F238E27FC236}">
                  <a16:creationId xmlns:a16="http://schemas.microsoft.com/office/drawing/2014/main" id="{AC633E7E-1F7D-45A5-9B43-499B983B1859}"/>
                </a:ext>
              </a:extLst>
            </p:cNvPr>
            <p:cNvSpPr/>
            <p:nvPr/>
          </p:nvSpPr>
          <p:spPr>
            <a:xfrm>
              <a:off x="4914722" y="3225492"/>
              <a:ext cx="257175" cy="25717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58" name="Rectangle: Rounded Corners 157">
              <a:extLst>
                <a:ext uri="{FF2B5EF4-FFF2-40B4-BE49-F238E27FC236}">
                  <a16:creationId xmlns:a16="http://schemas.microsoft.com/office/drawing/2014/main" id="{C06CA580-FD8C-42BC-BE16-AADE579ECB2F}"/>
                </a:ext>
              </a:extLst>
            </p:cNvPr>
            <p:cNvSpPr/>
            <p:nvPr/>
          </p:nvSpPr>
          <p:spPr>
            <a:xfrm>
              <a:off x="4615037" y="3225492"/>
              <a:ext cx="257175" cy="25717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112AEAE4-2743-4C32-9E5C-B31EC3B5086D}"/>
                </a:ext>
              </a:extLst>
            </p:cNvPr>
            <p:cNvSpPr/>
            <p:nvPr/>
          </p:nvSpPr>
          <p:spPr>
            <a:xfrm>
              <a:off x="4315352" y="3225492"/>
              <a:ext cx="257175" cy="25717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  <p:sp>
          <p:nvSpPr>
            <p:cNvPr id="160" name="Rectangle: Rounded Corners 159">
              <a:extLst>
                <a:ext uri="{FF2B5EF4-FFF2-40B4-BE49-F238E27FC236}">
                  <a16:creationId xmlns:a16="http://schemas.microsoft.com/office/drawing/2014/main" id="{81FEB7D1-1F61-4990-9987-FA4A99D3E188}"/>
                </a:ext>
              </a:extLst>
            </p:cNvPr>
            <p:cNvSpPr/>
            <p:nvPr/>
          </p:nvSpPr>
          <p:spPr>
            <a:xfrm>
              <a:off x="4015667" y="3225492"/>
              <a:ext cx="257175" cy="25717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9194"/>
              <a:endParaRPr lang="en-ID" sz="1785" dirty="0">
                <a:solidFill>
                  <a:srgbClr val="FFFFFF"/>
                </a:solidFill>
                <a:latin typeface="Poppins" panose="00000500000000000000" pitchFamily="2" charset="0"/>
              </a:endParaRPr>
            </a:p>
          </p:txBody>
        </p:sp>
      </p:grpSp>
      <p:sp>
        <p:nvSpPr>
          <p:cNvPr id="161" name="Freeform: Shape 160">
            <a:extLst>
              <a:ext uri="{FF2B5EF4-FFF2-40B4-BE49-F238E27FC236}">
                <a16:creationId xmlns:a16="http://schemas.microsoft.com/office/drawing/2014/main" id="{1C0B41D4-8A0B-41A8-A286-B011232511C2}"/>
              </a:ext>
            </a:extLst>
          </p:cNvPr>
          <p:cNvSpPr/>
          <p:nvPr/>
        </p:nvSpPr>
        <p:spPr>
          <a:xfrm rot="16200000">
            <a:off x="9373425" y="2512740"/>
            <a:ext cx="255076" cy="759627"/>
          </a:xfrm>
          <a:custGeom>
            <a:avLst/>
            <a:gdLst>
              <a:gd name="connsiteX0" fmla="*/ 257176 w 257176"/>
              <a:gd name="connsiteY0" fmla="*/ 223662 h 765882"/>
              <a:gd name="connsiteX1" fmla="*/ 257176 w 257176"/>
              <a:gd name="connsiteY1" fmla="*/ 723019 h 765882"/>
              <a:gd name="connsiteX2" fmla="*/ 214313 w 257176"/>
              <a:gd name="connsiteY2" fmla="*/ 765882 h 765882"/>
              <a:gd name="connsiteX3" fmla="*/ 42864 w 257176"/>
              <a:gd name="connsiteY3" fmla="*/ 765882 h 765882"/>
              <a:gd name="connsiteX4" fmla="*/ 0 w 257176"/>
              <a:gd name="connsiteY4" fmla="*/ 723019 h 765882"/>
              <a:gd name="connsiteX5" fmla="*/ 0 w 257176"/>
              <a:gd name="connsiteY5" fmla="*/ 223662 h 765882"/>
              <a:gd name="connsiteX6" fmla="*/ 42864 w 257176"/>
              <a:gd name="connsiteY6" fmla="*/ 180799 h 765882"/>
              <a:gd name="connsiteX7" fmla="*/ 57287 w 257176"/>
              <a:gd name="connsiteY7" fmla="*/ 180799 h 765882"/>
              <a:gd name="connsiteX8" fmla="*/ 128588 w 257176"/>
              <a:gd name="connsiteY8" fmla="*/ 0 h 765882"/>
              <a:gd name="connsiteX9" fmla="*/ 199889 w 257176"/>
              <a:gd name="connsiteY9" fmla="*/ 180799 h 765882"/>
              <a:gd name="connsiteX10" fmla="*/ 214313 w 257176"/>
              <a:gd name="connsiteY10" fmla="*/ 180799 h 765882"/>
              <a:gd name="connsiteX11" fmla="*/ 257176 w 257176"/>
              <a:gd name="connsiteY11" fmla="*/ 223662 h 765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7176" h="765882">
                <a:moveTo>
                  <a:pt x="257176" y="223662"/>
                </a:moveTo>
                <a:lnTo>
                  <a:pt x="257176" y="723019"/>
                </a:lnTo>
                <a:cubicBezTo>
                  <a:pt x="257176" y="746692"/>
                  <a:pt x="237986" y="765882"/>
                  <a:pt x="214313" y="765882"/>
                </a:cubicBezTo>
                <a:lnTo>
                  <a:pt x="42864" y="765882"/>
                </a:lnTo>
                <a:cubicBezTo>
                  <a:pt x="19190" y="765882"/>
                  <a:pt x="0" y="746692"/>
                  <a:pt x="0" y="723019"/>
                </a:cubicBezTo>
                <a:lnTo>
                  <a:pt x="0" y="223662"/>
                </a:lnTo>
                <a:cubicBezTo>
                  <a:pt x="0" y="199989"/>
                  <a:pt x="19190" y="180799"/>
                  <a:pt x="42864" y="180799"/>
                </a:cubicBezTo>
                <a:lnTo>
                  <a:pt x="57287" y="180799"/>
                </a:lnTo>
                <a:lnTo>
                  <a:pt x="128588" y="0"/>
                </a:lnTo>
                <a:lnTo>
                  <a:pt x="199889" y="180799"/>
                </a:lnTo>
                <a:lnTo>
                  <a:pt x="214313" y="180799"/>
                </a:lnTo>
                <a:cubicBezTo>
                  <a:pt x="237986" y="180799"/>
                  <a:pt x="257176" y="199989"/>
                  <a:pt x="257176" y="22366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A78AC65E-CEF5-451A-892D-0D7E544DA65A}"/>
              </a:ext>
            </a:extLst>
          </p:cNvPr>
          <p:cNvSpPr txBox="1"/>
          <p:nvPr/>
        </p:nvSpPr>
        <p:spPr>
          <a:xfrm>
            <a:off x="9284431" y="2784212"/>
            <a:ext cx="6134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29194"/>
            <a:r>
              <a:rPr lang="en-US" sz="1000" dirty="0">
                <a:solidFill>
                  <a:srgbClr val="FFFFFF"/>
                </a:solidFill>
              </a:rPr>
              <a:t>80%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62001D88-830B-461C-8391-AD3F02D65425}"/>
              </a:ext>
            </a:extLst>
          </p:cNvPr>
          <p:cNvSpPr txBox="1"/>
          <p:nvPr/>
        </p:nvSpPr>
        <p:spPr>
          <a:xfrm>
            <a:off x="2973049" y="644112"/>
            <a:ext cx="6245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+mj-lt"/>
                <a:cs typeface="Sora SemiBold" pitchFamily="2" charset="0"/>
              </a:rPr>
              <a:t>Gant Chart</a:t>
            </a:r>
            <a:r>
              <a:rPr lang="en-US" sz="4000" b="1" dirty="0">
                <a:solidFill>
                  <a:schemeClr val="accent2"/>
                </a:solidFill>
                <a:latin typeface="+mj-lt"/>
                <a:cs typeface="Sora SemiBold" pitchFamily="2" charset="0"/>
              </a:rPr>
              <a:t>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SemiBold" pitchFamily="2" charset="0"/>
              </a:rPr>
              <a:t>Infographic</a:t>
            </a:r>
          </a:p>
        </p:txBody>
      </p:sp>
    </p:spTree>
    <p:extLst>
      <p:ext uri="{BB962C8B-B14F-4D97-AF65-F5344CB8AC3E}">
        <p14:creationId xmlns:p14="http://schemas.microsoft.com/office/powerpoint/2010/main" val="9601504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4" name="Table 163">
            <a:extLst>
              <a:ext uri="{FF2B5EF4-FFF2-40B4-BE49-F238E27FC236}">
                <a16:creationId xmlns:a16="http://schemas.microsoft.com/office/drawing/2014/main" id="{CF73EC71-47F0-4CF4-930C-7113C41792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156646"/>
              </p:ext>
            </p:extLst>
          </p:nvPr>
        </p:nvGraphicFramePr>
        <p:xfrm>
          <a:off x="864757" y="1416806"/>
          <a:ext cx="10462484" cy="4515029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2615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56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1562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61562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</a:tblGrid>
              <a:tr h="634767">
                <a:tc gridSpan="4">
                  <a:txBody>
                    <a:bodyPr/>
                    <a:lstStyle/>
                    <a:p>
                      <a:pPr algn="ctr"/>
                      <a:r>
                        <a:rPr lang="en-ID" sz="1500" b="1" cap="none" spc="0" dirty="0">
                          <a:ln w="0"/>
                          <a:solidFill>
                            <a:schemeClr val="bg2"/>
                          </a:solidFill>
                          <a:effectLst/>
                          <a:latin typeface="Poppins" panose="00000500000000000000" pitchFamily="2" charset="0"/>
                        </a:rPr>
                        <a:t>October 2020</a:t>
                      </a:r>
                      <a:endParaRPr lang="pl-PL" sz="1500" b="1" cap="none" spc="0" dirty="0">
                        <a:ln w="0"/>
                        <a:solidFill>
                          <a:schemeClr val="bg2"/>
                        </a:solidFill>
                        <a:effectLst/>
                        <a:latin typeface="Poppins" panose="00000500000000000000" pitchFamily="2" charset="0"/>
                      </a:endParaRPr>
                    </a:p>
                  </a:txBody>
                  <a:tcPr marL="110590" marR="110590" marT="55294" marB="55294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l-PL" sz="1600" b="1" cap="none" spc="0" dirty="0">
                        <a:ln w="0"/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116643" marR="116643" marT="58321" marB="583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l-PL" sz="1600" b="1" cap="none" spc="0" dirty="0">
                        <a:ln w="0"/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116643" marR="116643" marT="58321" marB="583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l-PL" sz="1600" b="1" cap="none" spc="0" dirty="0">
                        <a:ln w="0"/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116643" marR="116643" marT="58321" marB="583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026">
                <a:tc>
                  <a:txBody>
                    <a:bodyPr/>
                    <a:lstStyle/>
                    <a:p>
                      <a:pPr algn="ctr"/>
                      <a:r>
                        <a:rPr lang="id-ID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</a:rPr>
                        <a:t>1st Week</a:t>
                      </a:r>
                      <a:endParaRPr lang="pl-PL" sz="1200" b="1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</a:endParaRPr>
                    </a:p>
                  </a:txBody>
                  <a:tcPr marL="110590" marR="110590" marT="55294" marB="5529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</a:rPr>
                        <a:t>2nd Week</a:t>
                      </a:r>
                      <a:endParaRPr lang="pl-PL" sz="1200" b="1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</a:endParaRPr>
                    </a:p>
                  </a:txBody>
                  <a:tcPr marL="110590" marR="110590" marT="55294" marB="5529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1200" b="1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</a:rPr>
                        <a:t>3rd Week</a:t>
                      </a:r>
                      <a:endParaRPr lang="pl-PL" sz="1200" b="1" cap="none" spc="0" dirty="0">
                        <a:ln w="0"/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</a:endParaRPr>
                    </a:p>
                  </a:txBody>
                  <a:tcPr marL="110590" marR="110590" marT="55294" marB="5529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1200" b="1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</a:rPr>
                        <a:t>4th</a:t>
                      </a:r>
                      <a:r>
                        <a:rPr lang="id-ID" sz="1200" b="1" cap="none" spc="0" baseline="0" dirty="0">
                          <a:ln w="0"/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</a:rPr>
                        <a:t> Week</a:t>
                      </a:r>
                      <a:endParaRPr lang="pl-PL" sz="1200" b="1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</a:endParaRPr>
                    </a:p>
                  </a:txBody>
                  <a:tcPr marL="110590" marR="110590" marT="55294" marB="5529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236">
                <a:tc>
                  <a:txBody>
                    <a:bodyPr/>
                    <a:lstStyle/>
                    <a:p>
                      <a:pPr algn="ctr"/>
                      <a:endParaRPr lang="pl-PL" sz="1500" b="0" cap="none" spc="0" dirty="0">
                        <a:ln w="0"/>
                        <a:solidFill>
                          <a:schemeClr val="bg2"/>
                        </a:solidFill>
                        <a:effectLst/>
                        <a:latin typeface="Poppins" panose="00000500000000000000" pitchFamily="2" charset="0"/>
                      </a:endParaRPr>
                    </a:p>
                  </a:txBody>
                  <a:tcPr marL="110590" marR="110590" marT="55294" marB="5529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sz="1500" b="0" cap="none" spc="0" dirty="0">
                        <a:ln w="0"/>
                        <a:solidFill>
                          <a:schemeClr val="bg2"/>
                        </a:solidFill>
                        <a:effectLst/>
                        <a:latin typeface="Poppins" panose="00000500000000000000" pitchFamily="2" charset="0"/>
                      </a:endParaRPr>
                    </a:p>
                  </a:txBody>
                  <a:tcPr marL="110590" marR="110590" marT="55294" marB="5529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sz="1500" b="0" cap="none" spc="0" dirty="0">
                        <a:ln w="0"/>
                        <a:solidFill>
                          <a:schemeClr val="bg2"/>
                        </a:solidFill>
                        <a:effectLst/>
                        <a:latin typeface="Poppins" panose="00000500000000000000" pitchFamily="2" charset="0"/>
                      </a:endParaRPr>
                    </a:p>
                  </a:txBody>
                  <a:tcPr marL="110590" marR="110590" marT="55294" marB="5529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l-PL" sz="1500" b="0" cap="none" spc="0" dirty="0">
                        <a:ln w="0"/>
                        <a:solidFill>
                          <a:schemeClr val="bg2"/>
                        </a:solidFill>
                        <a:effectLst/>
                        <a:latin typeface="Poppins" panose="00000500000000000000" pitchFamily="2" charset="0"/>
                      </a:endParaRPr>
                    </a:p>
                  </a:txBody>
                  <a:tcPr marL="110590" marR="110590" marT="55294" marB="55294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F3ABAB3A-BF82-43D7-9185-26D8DABEA458}"/>
              </a:ext>
            </a:extLst>
          </p:cNvPr>
          <p:cNvSpPr/>
          <p:nvPr/>
        </p:nvSpPr>
        <p:spPr>
          <a:xfrm>
            <a:off x="1058518" y="2513741"/>
            <a:ext cx="5037482" cy="733293"/>
          </a:xfrm>
          <a:prstGeom prst="roundRect">
            <a:avLst>
              <a:gd name="adj" fmla="val 990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203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2D9A3C72-13C4-4601-8101-45DC46F01E13}"/>
              </a:ext>
            </a:extLst>
          </p:cNvPr>
          <p:cNvSpPr txBox="1"/>
          <p:nvPr/>
        </p:nvSpPr>
        <p:spPr>
          <a:xfrm>
            <a:off x="1177562" y="2906510"/>
            <a:ext cx="652709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ID" sz="1203" dirty="0">
                <a:solidFill>
                  <a:srgbClr val="FFFFFF"/>
                </a:solidFill>
              </a:rPr>
              <a:t>60%</a:t>
            </a:r>
            <a:endParaRPr lang="id-ID" sz="1203" dirty="0">
              <a:solidFill>
                <a:srgbClr val="FFFFFF"/>
              </a:solidFill>
            </a:endParaRPr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FDFCC0B2-4C4D-4C4E-B887-ED06D7C0C8CC}"/>
              </a:ext>
            </a:extLst>
          </p:cNvPr>
          <p:cNvCxnSpPr/>
          <p:nvPr/>
        </p:nvCxnSpPr>
        <p:spPr>
          <a:xfrm>
            <a:off x="1770439" y="2937893"/>
            <a:ext cx="0" cy="21677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83ECD0B5-285B-4A72-93EB-3E7B96683942}"/>
              </a:ext>
            </a:extLst>
          </p:cNvPr>
          <p:cNvSpPr txBox="1"/>
          <p:nvPr/>
        </p:nvSpPr>
        <p:spPr>
          <a:xfrm>
            <a:off x="1830270" y="2906510"/>
            <a:ext cx="652709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ID" sz="1203" dirty="0">
                <a:solidFill>
                  <a:srgbClr val="FFFFFF"/>
                </a:solidFill>
              </a:rPr>
              <a:t>6 day</a:t>
            </a:r>
            <a:endParaRPr lang="id-ID" sz="1203" dirty="0">
              <a:solidFill>
                <a:srgbClr val="FFFFFF"/>
              </a:solidFill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5A24D210-BB31-4D4D-BAF6-568107399BC4}"/>
              </a:ext>
            </a:extLst>
          </p:cNvPr>
          <p:cNvSpPr txBox="1"/>
          <p:nvPr/>
        </p:nvSpPr>
        <p:spPr>
          <a:xfrm>
            <a:off x="1176040" y="2565988"/>
            <a:ext cx="40563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US" sz="1000" dirty="0">
                <a:solidFill>
                  <a:srgbClr val="FFFFFF"/>
                </a:solidFill>
              </a:rPr>
              <a:t>Lorem Ipsum has the industry's standard dummy text</a:t>
            </a:r>
            <a:endParaRPr lang="en-US" sz="1000" b="1" dirty="0">
              <a:solidFill>
                <a:srgbClr val="FFFFFF"/>
              </a:solidFill>
            </a:endParaRPr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EFD3651E-B8DA-4CD6-970A-4661FDC3C312}"/>
              </a:ext>
            </a:extLst>
          </p:cNvPr>
          <p:cNvSpPr/>
          <p:nvPr/>
        </p:nvSpPr>
        <p:spPr>
          <a:xfrm>
            <a:off x="4935857" y="2849227"/>
            <a:ext cx="1083206" cy="323904"/>
          </a:xfrm>
          <a:prstGeom prst="roundRect">
            <a:avLst>
              <a:gd name="adj" fmla="val 19667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203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1D1FD81A-2E4A-488B-B5EB-AC76EF210F1C}"/>
              </a:ext>
            </a:extLst>
          </p:cNvPr>
          <p:cNvSpPr txBox="1"/>
          <p:nvPr/>
        </p:nvSpPr>
        <p:spPr>
          <a:xfrm>
            <a:off x="4674248" y="2868291"/>
            <a:ext cx="1589102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29194"/>
            <a:r>
              <a:rPr lang="en-ID" sz="1203" dirty="0">
                <a:solidFill>
                  <a:srgbClr val="FFFFFF"/>
                </a:solidFill>
              </a:rPr>
              <a:t>On Progress</a:t>
            </a:r>
            <a:endParaRPr lang="id-ID" sz="1203" dirty="0">
              <a:solidFill>
                <a:srgbClr val="FFFFFF"/>
              </a:solidFill>
            </a:endParaRPr>
          </a:p>
        </p:txBody>
      </p: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8BDB900F-2C28-42AC-B2DF-F9A15F97046A}"/>
              </a:ext>
            </a:extLst>
          </p:cNvPr>
          <p:cNvSpPr/>
          <p:nvPr/>
        </p:nvSpPr>
        <p:spPr>
          <a:xfrm>
            <a:off x="1058518" y="3367768"/>
            <a:ext cx="2228512" cy="733293"/>
          </a:xfrm>
          <a:prstGeom prst="roundRect">
            <a:avLst>
              <a:gd name="adj" fmla="val 990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203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E2612503-A22D-47E5-B990-A318F1318D8B}"/>
              </a:ext>
            </a:extLst>
          </p:cNvPr>
          <p:cNvSpPr txBox="1"/>
          <p:nvPr/>
        </p:nvSpPr>
        <p:spPr>
          <a:xfrm>
            <a:off x="1177562" y="3760538"/>
            <a:ext cx="652709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ID" sz="1203" dirty="0">
                <a:solidFill>
                  <a:srgbClr val="FFFFFF"/>
                </a:solidFill>
              </a:rPr>
              <a:t>100%</a:t>
            </a:r>
            <a:endParaRPr lang="id-ID" sz="1203" dirty="0">
              <a:solidFill>
                <a:srgbClr val="FFFFFF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7FC7846D-44AF-4012-99E1-D6A85EEAE9E3}"/>
              </a:ext>
            </a:extLst>
          </p:cNvPr>
          <p:cNvSpPr txBox="1"/>
          <p:nvPr/>
        </p:nvSpPr>
        <p:spPr>
          <a:xfrm>
            <a:off x="1176040" y="3420016"/>
            <a:ext cx="20654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US" sz="1000" dirty="0">
                <a:solidFill>
                  <a:srgbClr val="FFFFFF"/>
                </a:solidFill>
              </a:rPr>
              <a:t>Lorem ipsum is simply</a:t>
            </a:r>
            <a:endParaRPr lang="en-US" sz="1000" b="1" dirty="0">
              <a:solidFill>
                <a:srgbClr val="FFFFFF"/>
              </a:solidFill>
            </a:endParaRPr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17CFE645-1D3D-4ECD-B398-3C9F3DF21E63}"/>
              </a:ext>
            </a:extLst>
          </p:cNvPr>
          <p:cNvSpPr/>
          <p:nvPr/>
        </p:nvSpPr>
        <p:spPr>
          <a:xfrm>
            <a:off x="2158278" y="3734415"/>
            <a:ext cx="1083206" cy="323904"/>
          </a:xfrm>
          <a:prstGeom prst="roundRect">
            <a:avLst>
              <a:gd name="adj" fmla="val 19667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203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55DEC2D3-2D96-4B45-9CBE-C2BA42569C58}"/>
              </a:ext>
            </a:extLst>
          </p:cNvPr>
          <p:cNvSpPr txBox="1"/>
          <p:nvPr/>
        </p:nvSpPr>
        <p:spPr>
          <a:xfrm>
            <a:off x="1986392" y="3758998"/>
            <a:ext cx="1426978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29194"/>
            <a:r>
              <a:rPr lang="en-ID" sz="1203" dirty="0">
                <a:solidFill>
                  <a:srgbClr val="FFFFFF"/>
                </a:solidFill>
              </a:rPr>
              <a:t>Completed</a:t>
            </a:r>
            <a:endParaRPr lang="id-ID" sz="1203" dirty="0">
              <a:solidFill>
                <a:srgbClr val="FFFFFF"/>
              </a:solidFill>
            </a:endParaRPr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9D1E5DE9-1781-447C-9920-A8332E6D9988}"/>
              </a:ext>
            </a:extLst>
          </p:cNvPr>
          <p:cNvSpPr/>
          <p:nvPr/>
        </p:nvSpPr>
        <p:spPr>
          <a:xfrm>
            <a:off x="4674248" y="4221796"/>
            <a:ext cx="3878063" cy="733293"/>
          </a:xfrm>
          <a:prstGeom prst="roundRect">
            <a:avLst>
              <a:gd name="adj" fmla="val 990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203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BF7FC8CC-5D2E-4C8D-8AB7-386CA08A25DE}"/>
              </a:ext>
            </a:extLst>
          </p:cNvPr>
          <p:cNvSpPr/>
          <p:nvPr/>
        </p:nvSpPr>
        <p:spPr>
          <a:xfrm>
            <a:off x="7538621" y="5075824"/>
            <a:ext cx="3570184" cy="733293"/>
          </a:xfrm>
          <a:prstGeom prst="roundRect">
            <a:avLst>
              <a:gd name="adj" fmla="val 990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203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3827FDE2-AFBB-45E8-9EA7-7CB7BCF347E3}"/>
              </a:ext>
            </a:extLst>
          </p:cNvPr>
          <p:cNvSpPr txBox="1"/>
          <p:nvPr/>
        </p:nvSpPr>
        <p:spPr>
          <a:xfrm>
            <a:off x="4793290" y="4614566"/>
            <a:ext cx="652709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ID" sz="1203" dirty="0">
                <a:solidFill>
                  <a:srgbClr val="FFFFFF"/>
                </a:solidFill>
              </a:rPr>
              <a:t>40%</a:t>
            </a:r>
            <a:endParaRPr lang="id-ID" sz="1203" dirty="0">
              <a:solidFill>
                <a:srgbClr val="FFFFFF"/>
              </a:solidFill>
            </a:endParaRPr>
          </a:p>
        </p:txBody>
      </p: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250A9D3E-AD53-4D14-ACF4-3CD9B04642B8}"/>
              </a:ext>
            </a:extLst>
          </p:cNvPr>
          <p:cNvCxnSpPr/>
          <p:nvPr/>
        </p:nvCxnSpPr>
        <p:spPr>
          <a:xfrm>
            <a:off x="5386167" y="4645949"/>
            <a:ext cx="0" cy="21677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473A929C-3315-431C-B199-E4FBA4B2BF65}"/>
              </a:ext>
            </a:extLst>
          </p:cNvPr>
          <p:cNvSpPr txBox="1"/>
          <p:nvPr/>
        </p:nvSpPr>
        <p:spPr>
          <a:xfrm>
            <a:off x="5445998" y="4614566"/>
            <a:ext cx="652709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ID" sz="1203" dirty="0">
                <a:solidFill>
                  <a:srgbClr val="FFFFFF"/>
                </a:solidFill>
              </a:rPr>
              <a:t>6 day</a:t>
            </a:r>
            <a:endParaRPr lang="id-ID" sz="1203" dirty="0">
              <a:solidFill>
                <a:srgbClr val="FFFFFF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670B3B32-440D-4C6B-9372-634D717C5CEB}"/>
              </a:ext>
            </a:extLst>
          </p:cNvPr>
          <p:cNvSpPr txBox="1"/>
          <p:nvPr/>
        </p:nvSpPr>
        <p:spPr>
          <a:xfrm>
            <a:off x="4791769" y="4274044"/>
            <a:ext cx="30415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US" sz="1000" dirty="0">
                <a:solidFill>
                  <a:srgbClr val="FFFFFF"/>
                </a:solidFill>
              </a:rPr>
              <a:t>Lorem Ipsum has the industry's standard</a:t>
            </a:r>
            <a:endParaRPr lang="en-US" sz="1000" b="1" dirty="0">
              <a:solidFill>
                <a:srgbClr val="FFFFFF"/>
              </a:solidFill>
            </a:endParaRPr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12E10006-DA91-4D06-8F25-67434A51CB13}"/>
              </a:ext>
            </a:extLst>
          </p:cNvPr>
          <p:cNvSpPr/>
          <p:nvPr/>
        </p:nvSpPr>
        <p:spPr>
          <a:xfrm>
            <a:off x="7403935" y="4561389"/>
            <a:ext cx="1083206" cy="323904"/>
          </a:xfrm>
          <a:prstGeom prst="roundRect">
            <a:avLst>
              <a:gd name="adj" fmla="val 19667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203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57AA9101-62E2-4A0A-9911-565B9E6F7020}"/>
              </a:ext>
            </a:extLst>
          </p:cNvPr>
          <p:cNvSpPr txBox="1"/>
          <p:nvPr/>
        </p:nvSpPr>
        <p:spPr>
          <a:xfrm>
            <a:off x="7157033" y="4580454"/>
            <a:ext cx="1577010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29194"/>
            <a:r>
              <a:rPr lang="en-ID" sz="1203" dirty="0">
                <a:solidFill>
                  <a:srgbClr val="FFFFFF"/>
                </a:solidFill>
              </a:rPr>
              <a:t>On Progress</a:t>
            </a:r>
            <a:endParaRPr lang="id-ID" sz="1203" dirty="0">
              <a:solidFill>
                <a:srgbClr val="FFFFFF"/>
              </a:solidFill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BC1424EA-34D1-4B92-845E-2271D8DC1D44}"/>
              </a:ext>
            </a:extLst>
          </p:cNvPr>
          <p:cNvSpPr txBox="1"/>
          <p:nvPr/>
        </p:nvSpPr>
        <p:spPr>
          <a:xfrm>
            <a:off x="7657663" y="5468594"/>
            <a:ext cx="652709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ID" sz="1203" dirty="0">
                <a:solidFill>
                  <a:srgbClr val="FFFFFF"/>
                </a:solidFill>
              </a:rPr>
              <a:t>25%</a:t>
            </a:r>
            <a:endParaRPr lang="id-ID" sz="1203" dirty="0">
              <a:solidFill>
                <a:srgbClr val="FFFFFF"/>
              </a:solidFill>
            </a:endParaRPr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3922A452-8896-4E57-AEE0-68C13BA7CE1C}"/>
              </a:ext>
            </a:extLst>
          </p:cNvPr>
          <p:cNvCxnSpPr/>
          <p:nvPr/>
        </p:nvCxnSpPr>
        <p:spPr>
          <a:xfrm>
            <a:off x="8250540" y="5499976"/>
            <a:ext cx="0" cy="21677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5E005D84-978E-46EE-B3A2-97E2A3A82350}"/>
              </a:ext>
            </a:extLst>
          </p:cNvPr>
          <p:cNvSpPr txBox="1"/>
          <p:nvPr/>
        </p:nvSpPr>
        <p:spPr>
          <a:xfrm>
            <a:off x="8310372" y="5468594"/>
            <a:ext cx="652709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ID" sz="1203" dirty="0">
                <a:solidFill>
                  <a:srgbClr val="FFFFFF"/>
                </a:solidFill>
              </a:rPr>
              <a:t>6 day</a:t>
            </a:r>
            <a:endParaRPr lang="id-ID" sz="1203" dirty="0">
              <a:solidFill>
                <a:srgbClr val="FFFFFF"/>
              </a:solidFill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4D66AB21-E187-4356-8F63-1027A823D930}"/>
              </a:ext>
            </a:extLst>
          </p:cNvPr>
          <p:cNvSpPr txBox="1"/>
          <p:nvPr/>
        </p:nvSpPr>
        <p:spPr>
          <a:xfrm>
            <a:off x="7656142" y="5128071"/>
            <a:ext cx="27451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US" sz="1000" dirty="0">
                <a:solidFill>
                  <a:srgbClr val="FFFFFF"/>
                </a:solidFill>
              </a:rPr>
              <a:t>Lorem Ipsum the industry's standard</a:t>
            </a:r>
            <a:endParaRPr lang="en-US" sz="1000" b="1" dirty="0">
              <a:solidFill>
                <a:srgbClr val="FFFFFF"/>
              </a:solidFill>
            </a:endParaRPr>
          </a:p>
        </p:txBody>
      </p: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8A6D67B5-ECBA-401B-82AB-995F5F53DFBF}"/>
              </a:ext>
            </a:extLst>
          </p:cNvPr>
          <p:cNvSpPr/>
          <p:nvPr/>
        </p:nvSpPr>
        <p:spPr>
          <a:xfrm>
            <a:off x="9963413" y="5442470"/>
            <a:ext cx="1083206" cy="323904"/>
          </a:xfrm>
          <a:prstGeom prst="roundRect">
            <a:avLst>
              <a:gd name="adj" fmla="val 19667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203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10AFEC85-0E63-4BAD-BF6F-AC2535AFDAB1}"/>
              </a:ext>
            </a:extLst>
          </p:cNvPr>
          <p:cNvSpPr txBox="1"/>
          <p:nvPr/>
        </p:nvSpPr>
        <p:spPr>
          <a:xfrm>
            <a:off x="9716511" y="5461534"/>
            <a:ext cx="1577010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29194"/>
            <a:r>
              <a:rPr lang="en-ID" sz="1203" dirty="0">
                <a:solidFill>
                  <a:srgbClr val="FFFFFF"/>
                </a:solidFill>
              </a:rPr>
              <a:t>On Progress</a:t>
            </a:r>
            <a:endParaRPr lang="id-ID" sz="1203" dirty="0">
              <a:solidFill>
                <a:srgbClr val="FFFFFF"/>
              </a:solidFill>
            </a:endParaRPr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5378A9F7-B1F9-460E-A862-EB5B14C06A1C}"/>
              </a:ext>
            </a:extLst>
          </p:cNvPr>
          <p:cNvSpPr/>
          <p:nvPr/>
        </p:nvSpPr>
        <p:spPr>
          <a:xfrm>
            <a:off x="8887952" y="3367768"/>
            <a:ext cx="2228512" cy="733293"/>
          </a:xfrm>
          <a:prstGeom prst="roundRect">
            <a:avLst>
              <a:gd name="adj" fmla="val 990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203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DD87EC78-F9BC-4614-9C7C-9B2E721E1441}"/>
              </a:ext>
            </a:extLst>
          </p:cNvPr>
          <p:cNvSpPr txBox="1"/>
          <p:nvPr/>
        </p:nvSpPr>
        <p:spPr>
          <a:xfrm>
            <a:off x="9006996" y="3760538"/>
            <a:ext cx="652709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ID" sz="1203" dirty="0">
                <a:solidFill>
                  <a:srgbClr val="FFFFFF"/>
                </a:solidFill>
              </a:rPr>
              <a:t>30%</a:t>
            </a:r>
            <a:endParaRPr lang="id-ID" sz="1203" dirty="0">
              <a:solidFill>
                <a:srgbClr val="FFFFFF"/>
              </a:solidFill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0B0E5A26-488D-419B-9F73-9D741DF6551B}"/>
              </a:ext>
            </a:extLst>
          </p:cNvPr>
          <p:cNvSpPr txBox="1"/>
          <p:nvPr/>
        </p:nvSpPr>
        <p:spPr>
          <a:xfrm>
            <a:off x="9005474" y="3420016"/>
            <a:ext cx="21198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US" sz="1000" dirty="0">
                <a:solidFill>
                  <a:srgbClr val="FFFFFF"/>
                </a:solidFill>
              </a:rPr>
              <a:t>Lorem ipsum is simply</a:t>
            </a:r>
            <a:endParaRPr lang="en-US" sz="1000" b="1" dirty="0">
              <a:solidFill>
                <a:srgbClr val="FFFFFF"/>
              </a:solidFill>
            </a:endParaRPr>
          </a:p>
        </p:txBody>
      </p:sp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FEA89488-A811-4B74-8F57-BBB3075A662F}"/>
              </a:ext>
            </a:extLst>
          </p:cNvPr>
          <p:cNvSpPr/>
          <p:nvPr/>
        </p:nvSpPr>
        <p:spPr>
          <a:xfrm>
            <a:off x="9992251" y="3734415"/>
            <a:ext cx="1083206" cy="323904"/>
          </a:xfrm>
          <a:prstGeom prst="roundRect">
            <a:avLst>
              <a:gd name="adj" fmla="val 19667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203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6A89FF80-3BB4-4117-94BE-B8B52A8A2A41}"/>
              </a:ext>
            </a:extLst>
          </p:cNvPr>
          <p:cNvSpPr txBox="1"/>
          <p:nvPr/>
        </p:nvSpPr>
        <p:spPr>
          <a:xfrm>
            <a:off x="9745349" y="3753479"/>
            <a:ext cx="1577010" cy="27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29194"/>
            <a:r>
              <a:rPr lang="en-ID" sz="1203" dirty="0">
                <a:solidFill>
                  <a:srgbClr val="FFFFFF"/>
                </a:solidFill>
              </a:rPr>
              <a:t>On Progress</a:t>
            </a:r>
            <a:endParaRPr lang="id-ID" sz="1203" dirty="0">
              <a:solidFill>
                <a:srgbClr val="FFFFFF"/>
              </a:solidFill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2CB61DCE-8DC2-429A-89D7-664E04EC3C4D}"/>
              </a:ext>
            </a:extLst>
          </p:cNvPr>
          <p:cNvSpPr txBox="1"/>
          <p:nvPr/>
        </p:nvSpPr>
        <p:spPr>
          <a:xfrm>
            <a:off x="2973049" y="491712"/>
            <a:ext cx="6245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+mj-lt"/>
                <a:cs typeface="Sora SemiBold" pitchFamily="2" charset="0"/>
              </a:rPr>
              <a:t>Gant Chart</a:t>
            </a:r>
            <a:r>
              <a:rPr lang="en-US" sz="4000" b="1" dirty="0">
                <a:solidFill>
                  <a:schemeClr val="accent2"/>
                </a:solidFill>
                <a:latin typeface="+mj-lt"/>
                <a:cs typeface="Sora SemiBold" pitchFamily="2" charset="0"/>
              </a:rPr>
              <a:t>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SemiBold" pitchFamily="2" charset="0"/>
              </a:rPr>
              <a:t>Infographic</a:t>
            </a:r>
          </a:p>
        </p:txBody>
      </p:sp>
    </p:spTree>
    <p:extLst>
      <p:ext uri="{BB962C8B-B14F-4D97-AF65-F5344CB8AC3E}">
        <p14:creationId xmlns:p14="http://schemas.microsoft.com/office/powerpoint/2010/main" val="23284904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A2552E74-98DF-4885-8FA8-B87B87E8F6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161717"/>
              </p:ext>
            </p:extLst>
          </p:nvPr>
        </p:nvGraphicFramePr>
        <p:xfrm>
          <a:off x="862247" y="1579742"/>
          <a:ext cx="10464993" cy="43924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3585">
                  <a:extLst>
                    <a:ext uri="{9D8B030D-6E8A-4147-A177-3AD203B41FA5}">
                      <a16:colId xmlns:a16="http://schemas.microsoft.com/office/drawing/2014/main" val="55984827"/>
                    </a:ext>
                  </a:extLst>
                </a:gridCol>
                <a:gridCol w="2055352">
                  <a:extLst>
                    <a:ext uri="{9D8B030D-6E8A-4147-A177-3AD203B41FA5}">
                      <a16:colId xmlns:a16="http://schemas.microsoft.com/office/drawing/2014/main" val="2576202578"/>
                    </a:ext>
                  </a:extLst>
                </a:gridCol>
                <a:gridCol w="2055352">
                  <a:extLst>
                    <a:ext uri="{9D8B030D-6E8A-4147-A177-3AD203B41FA5}">
                      <a16:colId xmlns:a16="http://schemas.microsoft.com/office/drawing/2014/main" val="128965816"/>
                    </a:ext>
                  </a:extLst>
                </a:gridCol>
                <a:gridCol w="2055352">
                  <a:extLst>
                    <a:ext uri="{9D8B030D-6E8A-4147-A177-3AD203B41FA5}">
                      <a16:colId xmlns:a16="http://schemas.microsoft.com/office/drawing/2014/main" val="4092572145"/>
                    </a:ext>
                  </a:extLst>
                </a:gridCol>
                <a:gridCol w="2055352">
                  <a:extLst>
                    <a:ext uri="{9D8B030D-6E8A-4147-A177-3AD203B41FA5}">
                      <a16:colId xmlns:a16="http://schemas.microsoft.com/office/drawing/2014/main" val="2969505751"/>
                    </a:ext>
                  </a:extLst>
                </a:gridCol>
              </a:tblGrid>
              <a:tr h="618841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j-lt"/>
                        </a:rPr>
                        <a:t>2020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cap="none" spc="0" dirty="0">
                          <a:ln w="0"/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Week One</a:t>
                      </a:r>
                      <a:endParaRPr lang="pl-PL" sz="1400" b="1" kern="1200" cap="none" spc="0" dirty="0">
                        <a:ln w="0"/>
                        <a:solidFill>
                          <a:schemeClr val="bg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0693" marR="90693" marT="45347" marB="45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 w="0"/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Week Two</a:t>
                      </a:r>
                      <a:endParaRPr kumimoji="0" lang="pl-PL" sz="1400" b="1" i="0" u="none" strike="noStrike" kern="1200" cap="none" spc="0" normalizeH="0" baseline="0" noProof="0" dirty="0">
                        <a:ln w="0"/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0693" marR="90693" marT="45347" marB="45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 w="0"/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Week three</a:t>
                      </a:r>
                      <a:endParaRPr kumimoji="0" lang="pl-PL" sz="1400" b="1" i="0" u="none" strike="noStrike" kern="1200" cap="none" spc="0" normalizeH="0" baseline="0" noProof="0" dirty="0">
                        <a:ln w="0"/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0693" marR="90693" marT="45347" marB="45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 w="0"/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Week Four</a:t>
                      </a:r>
                      <a:endParaRPr kumimoji="0" lang="pl-PL" sz="1400" b="1" i="0" u="none" strike="noStrike" kern="1200" cap="none" spc="0" normalizeH="0" baseline="0" noProof="0" dirty="0">
                        <a:ln w="0"/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0693" marR="90693" marT="45347" marB="45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218919"/>
                  </a:ext>
                </a:extLst>
              </a:tr>
              <a:tr h="62893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j-lt"/>
                        </a:rPr>
                        <a:t>January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805485"/>
                  </a:ext>
                </a:extLst>
              </a:tr>
              <a:tr h="6289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February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194522"/>
                  </a:ext>
                </a:extLst>
              </a:tr>
              <a:tr h="6289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March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9750409"/>
                  </a:ext>
                </a:extLst>
              </a:tr>
              <a:tr h="6289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April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530769"/>
                  </a:ext>
                </a:extLst>
              </a:tr>
              <a:tr h="6289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May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378826"/>
                  </a:ext>
                </a:extLst>
              </a:tr>
              <a:tr h="6289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June</a:t>
                      </a: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bg1"/>
                        </a:solidFill>
                        <a:latin typeface="Poppins" panose="00000500000000000000" pitchFamily="2" charset="0"/>
                      </a:endParaRPr>
                    </a:p>
                  </a:txBody>
                  <a:tcPr marL="90693" marR="90693" marT="45347" marB="4534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747217"/>
                  </a:ext>
                </a:extLst>
              </a:tr>
            </a:tbl>
          </a:graphicData>
        </a:graphic>
      </p:graphicFrame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2E3CF5D-A2BF-4B86-B55D-95FEAA47B211}"/>
              </a:ext>
            </a:extLst>
          </p:cNvPr>
          <p:cNvSpPr/>
          <p:nvPr/>
        </p:nvSpPr>
        <p:spPr>
          <a:xfrm>
            <a:off x="3356310" y="2303134"/>
            <a:ext cx="3854461" cy="384185"/>
          </a:xfrm>
          <a:prstGeom prst="roundRect">
            <a:avLst>
              <a:gd name="adj" fmla="val 2356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203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4526C87-0286-4FBE-96FB-D28611FA6F8B}"/>
              </a:ext>
            </a:extLst>
          </p:cNvPr>
          <p:cNvSpPr/>
          <p:nvPr/>
        </p:nvSpPr>
        <p:spPr>
          <a:xfrm>
            <a:off x="9251367" y="2303134"/>
            <a:ext cx="1813864" cy="384185"/>
          </a:xfrm>
          <a:prstGeom prst="roundRect">
            <a:avLst>
              <a:gd name="adj" fmla="val 2356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521E1A5-7F7E-43E9-932A-143C4893B097}"/>
              </a:ext>
            </a:extLst>
          </p:cNvPr>
          <p:cNvSpPr txBox="1"/>
          <p:nvPr/>
        </p:nvSpPr>
        <p:spPr>
          <a:xfrm>
            <a:off x="3401933" y="2357859"/>
            <a:ext cx="12140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US" sz="1000" b="1" dirty="0">
                <a:solidFill>
                  <a:srgbClr val="FFFFFF"/>
                </a:solidFill>
                <a:latin typeface="+mj-lt"/>
              </a:rPr>
              <a:t>Project 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E43486E-E40A-43DF-80AE-BD6B6386BE59}"/>
              </a:ext>
            </a:extLst>
          </p:cNvPr>
          <p:cNvSpPr txBox="1"/>
          <p:nvPr/>
        </p:nvSpPr>
        <p:spPr>
          <a:xfrm>
            <a:off x="9296990" y="2357859"/>
            <a:ext cx="12140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US" sz="1000" b="1" dirty="0">
                <a:solidFill>
                  <a:srgbClr val="FFFFFF"/>
                </a:solidFill>
                <a:latin typeface="+mj-lt"/>
              </a:rPr>
              <a:t>Project 2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7E0BE19-5E01-4DFA-A36A-DCAB93C51262}"/>
              </a:ext>
            </a:extLst>
          </p:cNvPr>
          <p:cNvSpPr/>
          <p:nvPr/>
        </p:nvSpPr>
        <p:spPr>
          <a:xfrm>
            <a:off x="5283540" y="2942899"/>
            <a:ext cx="1927231" cy="384185"/>
          </a:xfrm>
          <a:prstGeom prst="roundRect">
            <a:avLst>
              <a:gd name="adj" fmla="val 2356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203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23396C9-F982-4E2C-B6E9-1CAE053067B3}"/>
              </a:ext>
            </a:extLst>
          </p:cNvPr>
          <p:cNvSpPr/>
          <p:nvPr/>
        </p:nvSpPr>
        <p:spPr>
          <a:xfrm>
            <a:off x="7210771" y="2942899"/>
            <a:ext cx="3854460" cy="384185"/>
          </a:xfrm>
          <a:prstGeom prst="roundRect">
            <a:avLst>
              <a:gd name="adj" fmla="val 2356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E0A65C-145D-42E4-8C2C-75186BD519C4}"/>
              </a:ext>
            </a:extLst>
          </p:cNvPr>
          <p:cNvSpPr txBox="1"/>
          <p:nvPr/>
        </p:nvSpPr>
        <p:spPr>
          <a:xfrm>
            <a:off x="5329164" y="2997624"/>
            <a:ext cx="12140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US" sz="1000" b="1" dirty="0">
                <a:solidFill>
                  <a:srgbClr val="FFFFFF"/>
                </a:solidFill>
                <a:latin typeface="+mj-lt"/>
              </a:rPr>
              <a:t>Project 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188595-CC71-46B4-92E2-B644EF2BB2DF}"/>
              </a:ext>
            </a:extLst>
          </p:cNvPr>
          <p:cNvSpPr txBox="1"/>
          <p:nvPr/>
        </p:nvSpPr>
        <p:spPr>
          <a:xfrm>
            <a:off x="7256395" y="2997624"/>
            <a:ext cx="12140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US" sz="1000" b="1" dirty="0">
                <a:solidFill>
                  <a:srgbClr val="FFFFFF"/>
                </a:solidFill>
                <a:latin typeface="+mj-lt"/>
              </a:rPr>
              <a:t>Project 2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8703C00-B2A0-48CD-8607-68638DCC2DB4}"/>
              </a:ext>
            </a:extLst>
          </p:cNvPr>
          <p:cNvSpPr/>
          <p:nvPr/>
        </p:nvSpPr>
        <p:spPr>
          <a:xfrm>
            <a:off x="4289971" y="3582574"/>
            <a:ext cx="4734665" cy="384185"/>
          </a:xfrm>
          <a:prstGeom prst="roundRect">
            <a:avLst>
              <a:gd name="adj" fmla="val 2356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CA148DE-1A96-4526-A4AE-67F7DA0FCE52}"/>
              </a:ext>
            </a:extLst>
          </p:cNvPr>
          <p:cNvSpPr txBox="1"/>
          <p:nvPr/>
        </p:nvSpPr>
        <p:spPr>
          <a:xfrm>
            <a:off x="4335596" y="3637299"/>
            <a:ext cx="12140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US" sz="1000" b="1" dirty="0">
                <a:solidFill>
                  <a:srgbClr val="FFFFFF"/>
                </a:solidFill>
                <a:latin typeface="+mj-lt"/>
              </a:rPr>
              <a:t>Project 1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F6E30E2-0BFF-4585-AFE5-FEF00C0A3388}"/>
              </a:ext>
            </a:extLst>
          </p:cNvPr>
          <p:cNvSpPr/>
          <p:nvPr/>
        </p:nvSpPr>
        <p:spPr>
          <a:xfrm>
            <a:off x="5283542" y="4228313"/>
            <a:ext cx="3986719" cy="384185"/>
          </a:xfrm>
          <a:prstGeom prst="roundRect">
            <a:avLst>
              <a:gd name="adj" fmla="val 2356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B426D13-2218-4F82-9877-E449C7164BB8}"/>
              </a:ext>
            </a:extLst>
          </p:cNvPr>
          <p:cNvSpPr txBox="1"/>
          <p:nvPr/>
        </p:nvSpPr>
        <p:spPr>
          <a:xfrm>
            <a:off x="5329164" y="4283037"/>
            <a:ext cx="12140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US" sz="1000" b="1" dirty="0">
                <a:solidFill>
                  <a:srgbClr val="FFFFFF"/>
                </a:solidFill>
                <a:latin typeface="+mj-lt"/>
              </a:rPr>
              <a:t>Project 2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5CE4D9C-3701-4930-864C-E67CE90F7C9D}"/>
              </a:ext>
            </a:extLst>
          </p:cNvPr>
          <p:cNvSpPr/>
          <p:nvPr/>
        </p:nvSpPr>
        <p:spPr>
          <a:xfrm>
            <a:off x="3361034" y="4832368"/>
            <a:ext cx="1794970" cy="384185"/>
          </a:xfrm>
          <a:prstGeom prst="roundRect">
            <a:avLst>
              <a:gd name="adj" fmla="val 2356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203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3AAA2F-04E1-4539-869A-648A43E28D87}"/>
              </a:ext>
            </a:extLst>
          </p:cNvPr>
          <p:cNvSpPr txBox="1"/>
          <p:nvPr/>
        </p:nvSpPr>
        <p:spPr>
          <a:xfrm>
            <a:off x="3406658" y="4887092"/>
            <a:ext cx="12140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US" sz="1000" b="1" dirty="0">
                <a:solidFill>
                  <a:srgbClr val="FFFFFF"/>
                </a:solidFill>
                <a:latin typeface="+mj-lt"/>
              </a:rPr>
              <a:t>Project 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D3373D5-7866-48F2-8B02-4231C046C2B5}"/>
              </a:ext>
            </a:extLst>
          </p:cNvPr>
          <p:cNvSpPr/>
          <p:nvPr/>
        </p:nvSpPr>
        <p:spPr>
          <a:xfrm>
            <a:off x="5156003" y="4832368"/>
            <a:ext cx="1794970" cy="384185"/>
          </a:xfrm>
          <a:prstGeom prst="roundRect">
            <a:avLst>
              <a:gd name="adj" fmla="val 2356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203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8289F6A-CE7B-43B3-AD6A-73F84D5FC4FC}"/>
              </a:ext>
            </a:extLst>
          </p:cNvPr>
          <p:cNvSpPr txBox="1"/>
          <p:nvPr/>
        </p:nvSpPr>
        <p:spPr>
          <a:xfrm>
            <a:off x="5201628" y="4887092"/>
            <a:ext cx="12140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US" sz="1000" b="1" dirty="0">
                <a:solidFill>
                  <a:srgbClr val="FFFFFF"/>
                </a:solidFill>
                <a:latin typeface="+mj-lt"/>
              </a:rPr>
              <a:t>Project 2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CB1AB27-7BD4-4E2C-BECC-62F14A19D98E}"/>
              </a:ext>
            </a:extLst>
          </p:cNvPr>
          <p:cNvSpPr/>
          <p:nvPr/>
        </p:nvSpPr>
        <p:spPr>
          <a:xfrm>
            <a:off x="6096000" y="5457529"/>
            <a:ext cx="1794970" cy="384185"/>
          </a:xfrm>
          <a:prstGeom prst="roundRect">
            <a:avLst>
              <a:gd name="adj" fmla="val 2356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203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20AB06-C350-43C7-A0EE-443D6AD6AA08}"/>
              </a:ext>
            </a:extLst>
          </p:cNvPr>
          <p:cNvSpPr txBox="1"/>
          <p:nvPr/>
        </p:nvSpPr>
        <p:spPr>
          <a:xfrm>
            <a:off x="6141624" y="5512254"/>
            <a:ext cx="12140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US" sz="1000" b="1" dirty="0">
                <a:solidFill>
                  <a:srgbClr val="FFFFFF"/>
                </a:solidFill>
                <a:latin typeface="+mj-lt"/>
              </a:rPr>
              <a:t>Project 1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90D34236-256F-4FF5-95BC-CC2ED8CFA86B}"/>
              </a:ext>
            </a:extLst>
          </p:cNvPr>
          <p:cNvSpPr/>
          <p:nvPr/>
        </p:nvSpPr>
        <p:spPr>
          <a:xfrm>
            <a:off x="9270261" y="5457529"/>
            <a:ext cx="1794970" cy="384185"/>
          </a:xfrm>
          <a:prstGeom prst="roundRect">
            <a:avLst>
              <a:gd name="adj" fmla="val 2356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9194"/>
            <a:endParaRPr lang="en-ID" sz="1785" dirty="0">
              <a:solidFill>
                <a:srgbClr val="FFFFFF"/>
              </a:solidFill>
              <a:latin typeface="Poppins" panose="00000500000000000000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0070BD-65CE-4C9B-A7AC-3631AC9E74A8}"/>
              </a:ext>
            </a:extLst>
          </p:cNvPr>
          <p:cNvSpPr txBox="1"/>
          <p:nvPr/>
        </p:nvSpPr>
        <p:spPr>
          <a:xfrm>
            <a:off x="9315885" y="5512254"/>
            <a:ext cx="12140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9194"/>
            <a:r>
              <a:rPr lang="en-US" sz="1000" b="1" dirty="0">
                <a:solidFill>
                  <a:srgbClr val="FFFFFF"/>
                </a:solidFill>
                <a:latin typeface="+mj-lt"/>
              </a:rPr>
              <a:t>Project 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BE1AB5C-F9AA-44F3-BE6D-26AFCE5BD2F3}"/>
              </a:ext>
            </a:extLst>
          </p:cNvPr>
          <p:cNvSpPr txBox="1"/>
          <p:nvPr/>
        </p:nvSpPr>
        <p:spPr>
          <a:xfrm>
            <a:off x="2973049" y="559727"/>
            <a:ext cx="6245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+mj-lt"/>
                <a:cs typeface="Sora SemiBold" pitchFamily="2" charset="0"/>
              </a:rPr>
              <a:t>Gant Chart</a:t>
            </a:r>
            <a:r>
              <a:rPr lang="en-US" sz="4000" b="1" dirty="0">
                <a:solidFill>
                  <a:schemeClr val="accent2"/>
                </a:solidFill>
                <a:latin typeface="+mj-lt"/>
                <a:cs typeface="Sora SemiBold" pitchFamily="2" charset="0"/>
              </a:rPr>
              <a:t>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Sora SemiBold" pitchFamily="2" charset="0"/>
              </a:rPr>
              <a:t>Infographic</a:t>
            </a:r>
          </a:p>
        </p:txBody>
      </p:sp>
    </p:spTree>
    <p:extLst>
      <p:ext uri="{BB962C8B-B14F-4D97-AF65-F5344CB8AC3E}">
        <p14:creationId xmlns:p14="http://schemas.microsoft.com/office/powerpoint/2010/main" val="3195151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03">
      <a:dk1>
        <a:sysClr val="windowText" lastClr="000000"/>
      </a:dk1>
      <a:lt1>
        <a:sysClr val="window" lastClr="FFFFFF"/>
      </a:lt1>
      <a:dk2>
        <a:srgbClr val="2D3847"/>
      </a:dk2>
      <a:lt2>
        <a:srgbClr val="E7E6E6"/>
      </a:lt2>
      <a:accent1>
        <a:srgbClr val="3A86FF"/>
      </a:accent1>
      <a:accent2>
        <a:srgbClr val="FF006E"/>
      </a:accent2>
      <a:accent3>
        <a:srgbClr val="FFBE0B"/>
      </a:accent3>
      <a:accent4>
        <a:srgbClr val="8338EC"/>
      </a:accent4>
      <a:accent5>
        <a:srgbClr val="FB5607"/>
      </a:accent5>
      <a:accent6>
        <a:srgbClr val="57CC99"/>
      </a:accent6>
      <a:hlink>
        <a:srgbClr val="0563C1"/>
      </a:hlink>
      <a:folHlink>
        <a:srgbClr val="954F72"/>
      </a:folHlink>
    </a:clrScheme>
    <a:fontScheme name="Custom 38">
      <a:majorFont>
        <a:latin typeface="Montserrat SemiBold"/>
        <a:ea typeface=""/>
        <a:cs typeface=""/>
      </a:majorFont>
      <a:minorFont>
        <a:latin typeface="Montserra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1234</TotalTime>
  <Words>1807</Words>
  <Application>Microsoft Office PowerPoint</Application>
  <PresentationFormat>Widescreen</PresentationFormat>
  <Paragraphs>738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Arial</vt:lpstr>
      <vt:lpstr>Calibri</vt:lpstr>
      <vt:lpstr>Gill Sans</vt:lpstr>
      <vt:lpstr>Helvetica Light</vt:lpstr>
      <vt:lpstr>Montserrat Light</vt:lpstr>
      <vt:lpstr>Montserrat SemiBold</vt:lpstr>
      <vt:lpstr>Open Sans</vt:lpstr>
      <vt:lpstr>Poppins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firman samudera</dc:creator>
  <cp:lastModifiedBy>i3 9100F</cp:lastModifiedBy>
  <cp:revision>59</cp:revision>
  <dcterms:created xsi:type="dcterms:W3CDTF">2023-09-06T02:59:42Z</dcterms:created>
  <dcterms:modified xsi:type="dcterms:W3CDTF">2023-10-31T02:40:37Z</dcterms:modified>
</cp:coreProperties>
</file>